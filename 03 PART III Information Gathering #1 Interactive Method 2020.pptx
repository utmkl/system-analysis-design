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3" r:id="rId2"/>
    <p:sldId id="266" r:id="rId3"/>
    <p:sldId id="267" r:id="rId4"/>
    <p:sldId id="317" r:id="rId5"/>
    <p:sldId id="268" r:id="rId6"/>
    <p:sldId id="269" r:id="rId7"/>
    <p:sldId id="270" r:id="rId8"/>
    <p:sldId id="264" r:id="rId9"/>
    <p:sldId id="320" r:id="rId10"/>
    <p:sldId id="274" r:id="rId11"/>
    <p:sldId id="275" r:id="rId12"/>
    <p:sldId id="276" r:id="rId13"/>
    <p:sldId id="278" r:id="rId14"/>
    <p:sldId id="279" r:id="rId15"/>
    <p:sldId id="286" r:id="rId16"/>
    <p:sldId id="287" r:id="rId17"/>
    <p:sldId id="290" r:id="rId18"/>
    <p:sldId id="288" r:id="rId19"/>
    <p:sldId id="289" r:id="rId20"/>
    <p:sldId id="318" r:id="rId21"/>
    <p:sldId id="291" r:id="rId22"/>
    <p:sldId id="292" r:id="rId23"/>
    <p:sldId id="293" r:id="rId24"/>
    <p:sldId id="321" r:id="rId25"/>
    <p:sldId id="319" r:id="rId26"/>
    <p:sldId id="297" r:id="rId27"/>
    <p:sldId id="330" r:id="rId28"/>
    <p:sldId id="322" r:id="rId29"/>
    <p:sldId id="298" r:id="rId30"/>
    <p:sldId id="299" r:id="rId31"/>
    <p:sldId id="323" r:id="rId32"/>
    <p:sldId id="325" r:id="rId33"/>
    <p:sldId id="326" r:id="rId34"/>
    <p:sldId id="327" r:id="rId35"/>
    <p:sldId id="328" r:id="rId36"/>
    <p:sldId id="329" r:id="rId37"/>
    <p:sldId id="324" r:id="rId38"/>
    <p:sldId id="262" r:id="rId3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EE7D31"/>
    <a:srgbClr val="FFCB63"/>
    <a:srgbClr val="B43500"/>
    <a:srgbClr val="F1D7A3"/>
    <a:srgbClr val="AE6300"/>
    <a:srgbClr val="851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4565" autoAdjust="0"/>
  </p:normalViewPr>
  <p:slideViewPr>
    <p:cSldViewPr snapToGrid="0">
      <p:cViewPr varScale="1">
        <p:scale>
          <a:sx n="50" d="100"/>
          <a:sy n="50" d="100"/>
        </p:scale>
        <p:origin x="10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GB"/>
        </a:p>
      </dgm:t>
    </dgm:pt>
    <dgm:pt modelId="{525FF7B7-45DF-FA40-BA8F-C3AA0B2AD2CA}">
      <dgm:prSet/>
      <dgm:spPr/>
      <dgm:t>
        <a:bodyPr/>
        <a:lstStyle/>
        <a:p>
          <a:r>
            <a:rPr lang="en-US" b="1"/>
            <a:t>INTERVIEWING </a:t>
          </a:r>
          <a:endParaRPr lang="en-MY"/>
        </a:p>
      </dgm:t>
    </dgm:pt>
    <dgm:pt modelId="{44614C75-33C9-1346-AE33-01AF9E91DA71}" type="parTrans" cxnId="{6A891B55-669D-4243-B528-3201E49C598D}">
      <dgm:prSet/>
      <dgm:spPr/>
      <dgm:t>
        <a:bodyPr/>
        <a:lstStyle/>
        <a:p>
          <a:endParaRPr lang="en-GB"/>
        </a:p>
      </dgm:t>
    </dgm:pt>
    <dgm:pt modelId="{FBB7AF22-E434-544A-BCC1-0E1B0B2AC122}" type="sibTrans" cxnId="{6A891B55-669D-4243-B528-3201E49C598D}">
      <dgm:prSet/>
      <dgm:spPr/>
      <dgm:t>
        <a:bodyPr/>
        <a:lstStyle/>
        <a:p>
          <a:endParaRPr lang="en-GB"/>
        </a:p>
      </dgm:t>
    </dgm:pt>
    <dgm:pt modelId="{B5312C67-4CEB-F44F-93A5-C85C710C92C2}">
      <dgm:prSet custT="1"/>
      <dgm:spPr/>
      <dgm:t>
        <a:bodyPr/>
        <a:lstStyle/>
        <a:p>
          <a:r>
            <a:rPr lang="en-US" sz="1400"/>
            <a:t>Interview preparation</a:t>
          </a:r>
          <a:endParaRPr lang="en-MY" sz="1400"/>
        </a:p>
      </dgm:t>
    </dgm:pt>
    <dgm:pt modelId="{08BB4462-F9A0-2E43-86E2-245A04C35B81}" type="parTrans" cxnId="{E56BFB11-13A2-9541-9223-50A532F17137}">
      <dgm:prSet/>
      <dgm:spPr/>
      <dgm:t>
        <a:bodyPr/>
        <a:lstStyle/>
        <a:p>
          <a:endParaRPr lang="en-GB"/>
        </a:p>
      </dgm:t>
    </dgm:pt>
    <dgm:pt modelId="{E2D2852E-EFA8-234E-A822-0111B55231E7}" type="sibTrans" cxnId="{E56BFB11-13A2-9541-9223-50A532F17137}">
      <dgm:prSet/>
      <dgm:spPr/>
      <dgm:t>
        <a:bodyPr/>
        <a:lstStyle/>
        <a:p>
          <a:endParaRPr lang="en-GB"/>
        </a:p>
      </dgm:t>
    </dgm:pt>
    <dgm:pt modelId="{27D4C289-2C43-8348-A08D-F8E751585A4E}">
      <dgm:prSet custT="1"/>
      <dgm:spPr/>
      <dgm:t>
        <a:bodyPr/>
        <a:lstStyle/>
        <a:p>
          <a:r>
            <a:rPr lang="en-US" sz="1400"/>
            <a:t>Question types</a:t>
          </a:r>
          <a:endParaRPr lang="en-MY" sz="1400"/>
        </a:p>
      </dgm:t>
    </dgm:pt>
    <dgm:pt modelId="{576181E8-7F6A-704E-8F55-C02B67673001}" type="parTrans" cxnId="{99222A9F-D73A-0549-8058-621B0EF0276A}">
      <dgm:prSet/>
      <dgm:spPr/>
      <dgm:t>
        <a:bodyPr/>
        <a:lstStyle/>
        <a:p>
          <a:endParaRPr lang="en-GB"/>
        </a:p>
      </dgm:t>
    </dgm:pt>
    <dgm:pt modelId="{F6F03FE2-D1AB-1742-A2CB-80CB25D60B52}" type="sibTrans" cxnId="{99222A9F-D73A-0549-8058-621B0EF0276A}">
      <dgm:prSet/>
      <dgm:spPr/>
      <dgm:t>
        <a:bodyPr/>
        <a:lstStyle/>
        <a:p>
          <a:endParaRPr lang="en-GB"/>
        </a:p>
      </dgm:t>
    </dgm:pt>
    <dgm:pt modelId="{AD85068A-FF71-9043-A200-513033652043}">
      <dgm:prSet custT="1"/>
      <dgm:spPr/>
      <dgm:t>
        <a:bodyPr/>
        <a:lstStyle/>
        <a:p>
          <a:r>
            <a:rPr lang="en-US" sz="1400"/>
            <a:t>Arranging questions</a:t>
          </a:r>
          <a:endParaRPr lang="en-MY" sz="1400"/>
        </a:p>
      </dgm:t>
    </dgm:pt>
    <dgm:pt modelId="{8C9AF9DA-99D1-2E4D-9622-2C10E3BDF278}" type="parTrans" cxnId="{5BBF4E08-2E8F-C745-A97E-1730A64BBA11}">
      <dgm:prSet/>
      <dgm:spPr/>
      <dgm:t>
        <a:bodyPr/>
        <a:lstStyle/>
        <a:p>
          <a:endParaRPr lang="en-GB"/>
        </a:p>
      </dgm:t>
    </dgm:pt>
    <dgm:pt modelId="{3325B9F4-CF8C-3741-8350-071E56D08444}" type="sibTrans" cxnId="{5BBF4E08-2E8F-C745-A97E-1730A64BBA11}">
      <dgm:prSet/>
      <dgm:spPr/>
      <dgm:t>
        <a:bodyPr/>
        <a:lstStyle/>
        <a:p>
          <a:endParaRPr lang="en-GB"/>
        </a:p>
      </dgm:t>
    </dgm:pt>
    <dgm:pt modelId="{111AD44C-7CCC-3E48-AE1E-64CB14F76216}">
      <dgm:prSet custT="1"/>
      <dgm:spPr/>
      <dgm:t>
        <a:bodyPr/>
        <a:lstStyle/>
        <a:p>
          <a:r>
            <a:rPr lang="en-US" sz="1400"/>
            <a:t>The interview report</a:t>
          </a:r>
          <a:endParaRPr lang="en-MY" sz="1400"/>
        </a:p>
      </dgm:t>
    </dgm:pt>
    <dgm:pt modelId="{52E7C5E9-91C4-0043-B7A8-21415D97E45A}" type="parTrans" cxnId="{49CBB7FB-D329-0542-9114-B5C757B3244B}">
      <dgm:prSet/>
      <dgm:spPr/>
      <dgm:t>
        <a:bodyPr/>
        <a:lstStyle/>
        <a:p>
          <a:endParaRPr lang="en-GB"/>
        </a:p>
      </dgm:t>
    </dgm:pt>
    <dgm:pt modelId="{4FD25D1F-90A0-2E44-8BDB-FD879A4DBEA7}" type="sibTrans" cxnId="{49CBB7FB-D329-0542-9114-B5C757B3244B}">
      <dgm:prSet/>
      <dgm:spPr/>
      <dgm:t>
        <a:bodyPr/>
        <a:lstStyle/>
        <a:p>
          <a:endParaRPr lang="en-GB"/>
        </a:p>
      </dgm:t>
    </dgm:pt>
    <dgm:pt modelId="{41445C97-9F1E-3B49-83AF-2DF94196625E}">
      <dgm:prSet custT="1"/>
      <dgm:spPr/>
      <dgm:t>
        <a:bodyPr/>
        <a:lstStyle/>
        <a:p>
          <a:r>
            <a:rPr lang="en-US" sz="1400"/>
            <a:t>User Stories </a:t>
          </a:r>
          <a:endParaRPr lang="en-MY" sz="1400"/>
        </a:p>
      </dgm:t>
    </dgm:pt>
    <dgm:pt modelId="{6A6563A6-97E5-9A46-ADFA-650770E84A0E}" type="parTrans" cxnId="{09C7F5D5-CCC3-1A4C-8DD5-AF26C9F27A42}">
      <dgm:prSet/>
      <dgm:spPr/>
      <dgm:t>
        <a:bodyPr/>
        <a:lstStyle/>
        <a:p>
          <a:endParaRPr lang="en-GB"/>
        </a:p>
      </dgm:t>
    </dgm:pt>
    <dgm:pt modelId="{4F59B095-BCFE-5E4A-86F8-EC2A6E46759B}" type="sibTrans" cxnId="{09C7F5D5-CCC3-1A4C-8DD5-AF26C9F27A42}">
      <dgm:prSet/>
      <dgm:spPr/>
      <dgm:t>
        <a:bodyPr/>
        <a:lstStyle/>
        <a:p>
          <a:endParaRPr lang="en-GB"/>
        </a:p>
      </dgm:t>
    </dgm:pt>
    <dgm:pt modelId="{29CA0E37-B777-1B45-8D42-5505C7EF4DD6}">
      <dgm:prSet/>
      <dgm:spPr/>
      <dgm:t>
        <a:bodyPr/>
        <a:lstStyle/>
        <a:p>
          <a:r>
            <a:rPr lang="en-US" b="1"/>
            <a:t>JOINT APPLICATION DESIGN (JAD)</a:t>
          </a:r>
          <a:endParaRPr lang="en-MY"/>
        </a:p>
      </dgm:t>
    </dgm:pt>
    <dgm:pt modelId="{4050C5FE-8BDA-0C4E-94B9-599367D9D16D}" type="parTrans" cxnId="{5A56B747-AE64-4B4E-96CA-72F403951E9A}">
      <dgm:prSet/>
      <dgm:spPr/>
      <dgm:t>
        <a:bodyPr/>
        <a:lstStyle/>
        <a:p>
          <a:endParaRPr lang="en-GB"/>
        </a:p>
      </dgm:t>
    </dgm:pt>
    <dgm:pt modelId="{A5EB22FF-A85E-764D-B3B3-B399B012CDCD}" type="sibTrans" cxnId="{5A56B747-AE64-4B4E-96CA-72F403951E9A}">
      <dgm:prSet/>
      <dgm:spPr/>
      <dgm:t>
        <a:bodyPr/>
        <a:lstStyle/>
        <a:p>
          <a:endParaRPr lang="en-GB"/>
        </a:p>
      </dgm:t>
    </dgm:pt>
    <dgm:pt modelId="{B6695AE6-BBD2-9441-8278-405325F3463D}">
      <dgm:prSet/>
      <dgm:spPr/>
      <dgm:t>
        <a:bodyPr/>
        <a:lstStyle/>
        <a:p>
          <a:r>
            <a:rPr lang="en-US"/>
            <a:t>Involvement</a:t>
          </a:r>
          <a:endParaRPr lang="en-MY"/>
        </a:p>
      </dgm:t>
    </dgm:pt>
    <dgm:pt modelId="{F4DE0E6C-6746-464D-978D-6433814E1070}" type="parTrans" cxnId="{600A957D-D0E7-9A4D-A4C3-6061F6EB0A05}">
      <dgm:prSet/>
      <dgm:spPr/>
      <dgm:t>
        <a:bodyPr/>
        <a:lstStyle/>
        <a:p>
          <a:endParaRPr lang="en-GB"/>
        </a:p>
      </dgm:t>
    </dgm:pt>
    <dgm:pt modelId="{B1D92EC7-D55B-3347-BB0C-185AAA5D4CB0}" type="sibTrans" cxnId="{600A957D-D0E7-9A4D-A4C3-6061F6EB0A05}">
      <dgm:prSet/>
      <dgm:spPr/>
      <dgm:t>
        <a:bodyPr/>
        <a:lstStyle/>
        <a:p>
          <a:endParaRPr lang="en-GB"/>
        </a:p>
      </dgm:t>
    </dgm:pt>
    <dgm:pt modelId="{967A1BCE-145A-8245-AFDC-BDD8AAD77A95}">
      <dgm:prSet/>
      <dgm:spPr/>
      <dgm:t>
        <a:bodyPr/>
        <a:lstStyle/>
        <a:p>
          <a:r>
            <a:rPr lang="en-US"/>
            <a:t>Location</a:t>
          </a:r>
          <a:endParaRPr lang="en-MY"/>
        </a:p>
      </dgm:t>
    </dgm:pt>
    <dgm:pt modelId="{389EC7EB-5C34-414F-98C7-6586EBDCAF77}" type="parTrans" cxnId="{A95A8774-DB95-994E-963A-93A2A00FE51A}">
      <dgm:prSet/>
      <dgm:spPr/>
      <dgm:t>
        <a:bodyPr/>
        <a:lstStyle/>
        <a:p>
          <a:endParaRPr lang="en-GB"/>
        </a:p>
      </dgm:t>
    </dgm:pt>
    <dgm:pt modelId="{8CDB7424-7461-C848-825B-5F635DC5EBFC}" type="sibTrans" cxnId="{A95A8774-DB95-994E-963A-93A2A00FE51A}">
      <dgm:prSet/>
      <dgm:spPr/>
      <dgm:t>
        <a:bodyPr/>
        <a:lstStyle/>
        <a:p>
          <a:endParaRPr lang="en-GB"/>
        </a:p>
      </dgm:t>
    </dgm:pt>
    <dgm:pt modelId="{41FBE87C-157B-214E-87C9-6A1C7ED7FE03}">
      <dgm:prSet/>
      <dgm:spPr/>
      <dgm:t>
        <a:bodyPr/>
        <a:lstStyle/>
        <a:p>
          <a:r>
            <a:rPr lang="en-US" b="1"/>
            <a:t>QUESTIONNAIRES</a:t>
          </a:r>
          <a:endParaRPr lang="en-MY"/>
        </a:p>
      </dgm:t>
    </dgm:pt>
    <dgm:pt modelId="{D4BA1163-1DCF-D34A-82C1-EBE08534E676}" type="parTrans" cxnId="{5B127372-A974-D54E-ABAB-CC45AABEE999}">
      <dgm:prSet/>
      <dgm:spPr/>
      <dgm:t>
        <a:bodyPr/>
        <a:lstStyle/>
        <a:p>
          <a:endParaRPr lang="en-GB"/>
        </a:p>
      </dgm:t>
    </dgm:pt>
    <dgm:pt modelId="{9155D718-1FC1-3F4D-8F2E-781E49A169FF}" type="sibTrans" cxnId="{5B127372-A974-D54E-ABAB-CC45AABEE999}">
      <dgm:prSet/>
      <dgm:spPr/>
      <dgm:t>
        <a:bodyPr/>
        <a:lstStyle/>
        <a:p>
          <a:endParaRPr lang="en-GB"/>
        </a:p>
      </dgm:t>
    </dgm:pt>
    <dgm:pt modelId="{7DE22736-7EC1-2E43-A8E5-23F32D4E6111}">
      <dgm:prSet/>
      <dgm:spPr/>
      <dgm:t>
        <a:bodyPr/>
        <a:lstStyle/>
        <a:p>
          <a:r>
            <a:rPr lang="en-US" dirty="0"/>
            <a:t>Writing questions</a:t>
          </a:r>
          <a:endParaRPr lang="en-MY" dirty="0"/>
        </a:p>
      </dgm:t>
    </dgm:pt>
    <dgm:pt modelId="{047BB41C-E133-3C40-889E-4A93E74DF886}" type="parTrans" cxnId="{3C1E74A1-E982-BE4E-95E7-74A4E5B03A3C}">
      <dgm:prSet/>
      <dgm:spPr/>
      <dgm:t>
        <a:bodyPr/>
        <a:lstStyle/>
        <a:p>
          <a:endParaRPr lang="en-GB"/>
        </a:p>
      </dgm:t>
    </dgm:pt>
    <dgm:pt modelId="{B1564ADA-3472-A946-8F1A-385A1EDCDD45}" type="sibTrans" cxnId="{3C1E74A1-E982-BE4E-95E7-74A4E5B03A3C}">
      <dgm:prSet/>
      <dgm:spPr/>
      <dgm:t>
        <a:bodyPr/>
        <a:lstStyle/>
        <a:p>
          <a:endParaRPr lang="en-GB"/>
        </a:p>
      </dgm:t>
    </dgm:pt>
    <dgm:pt modelId="{F0CD8126-DF69-044D-8321-9A7AAC9DA219}">
      <dgm:prSet/>
      <dgm:spPr/>
      <dgm:t>
        <a:bodyPr/>
        <a:lstStyle/>
        <a:p>
          <a:r>
            <a:rPr lang="en-US" dirty="0"/>
            <a:t>Using scales</a:t>
          </a:r>
          <a:endParaRPr lang="en-MY" dirty="0"/>
        </a:p>
      </dgm:t>
    </dgm:pt>
    <dgm:pt modelId="{731A2FAB-9C2C-4F40-A3A2-9E5F0F5D758A}" type="parTrans" cxnId="{1E5DC76E-C8A3-6B43-9AF3-DF9E705ED992}">
      <dgm:prSet/>
      <dgm:spPr/>
      <dgm:t>
        <a:bodyPr/>
        <a:lstStyle/>
        <a:p>
          <a:endParaRPr lang="en-GB"/>
        </a:p>
      </dgm:t>
    </dgm:pt>
    <dgm:pt modelId="{9443BB85-003E-5440-B40A-9AB532EBDB6B}" type="sibTrans" cxnId="{1E5DC76E-C8A3-6B43-9AF3-DF9E705ED992}">
      <dgm:prSet/>
      <dgm:spPr/>
      <dgm:t>
        <a:bodyPr/>
        <a:lstStyle/>
        <a:p>
          <a:endParaRPr lang="en-GB"/>
        </a:p>
      </dgm:t>
    </dgm:pt>
    <dgm:pt modelId="{278430BC-0451-B545-A790-C921DC9DDBC0}">
      <dgm:prSet/>
      <dgm:spPr/>
      <dgm:t>
        <a:bodyPr/>
        <a:lstStyle/>
        <a:p>
          <a:r>
            <a:rPr lang="en-US" dirty="0"/>
            <a:t>Design</a:t>
          </a:r>
          <a:endParaRPr lang="en-MY" dirty="0"/>
        </a:p>
      </dgm:t>
    </dgm:pt>
    <dgm:pt modelId="{73530220-1817-134A-B1F1-6EB489E5450C}" type="parTrans" cxnId="{FFBA51E8-74C0-B349-A11F-7D7C80AF5885}">
      <dgm:prSet/>
      <dgm:spPr/>
      <dgm:t>
        <a:bodyPr/>
        <a:lstStyle/>
        <a:p>
          <a:endParaRPr lang="en-GB"/>
        </a:p>
      </dgm:t>
    </dgm:pt>
    <dgm:pt modelId="{315BB7FE-260C-0B45-B24B-718D46E2F28D}" type="sibTrans" cxnId="{FFBA51E8-74C0-B349-A11F-7D7C80AF5885}">
      <dgm:prSet/>
      <dgm:spPr/>
      <dgm:t>
        <a:bodyPr/>
        <a:lstStyle/>
        <a:p>
          <a:endParaRPr lang="en-GB"/>
        </a:p>
      </dgm:t>
    </dgm:pt>
    <dgm:pt modelId="{A534F2D8-B743-3B44-837C-7FDC3049D59E}">
      <dgm:prSet/>
      <dgm:spPr/>
      <dgm:t>
        <a:bodyPr/>
        <a:lstStyle/>
        <a:p>
          <a:r>
            <a:rPr lang="en-US" dirty="0"/>
            <a:t>Administering</a:t>
          </a:r>
          <a:endParaRPr lang="en-MY" dirty="0"/>
        </a:p>
      </dgm:t>
    </dgm:pt>
    <dgm:pt modelId="{E7AE3F7B-8805-6941-A934-AE40E7F2B6C6}" type="parTrans" cxnId="{221828B8-55B5-094D-A877-EA123E93F58D}">
      <dgm:prSet/>
      <dgm:spPr/>
      <dgm:t>
        <a:bodyPr/>
        <a:lstStyle/>
        <a:p>
          <a:endParaRPr lang="en-GB"/>
        </a:p>
      </dgm:t>
    </dgm:pt>
    <dgm:pt modelId="{80E06925-64BE-994C-946B-94311BF42B39}" type="sibTrans" cxnId="{221828B8-55B5-094D-A877-EA123E93F58D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267EA5D5-E941-8541-9A49-9B5A3E7AA808}" type="pres">
      <dgm:prSet presAssocID="{525FF7B7-45DF-FA40-BA8F-C3AA0B2AD2CA}" presName="linNode" presStyleCnt="0"/>
      <dgm:spPr/>
    </dgm:pt>
    <dgm:pt modelId="{3E0D387A-B967-1140-8AD6-3ED717D320AA}" type="pres">
      <dgm:prSet presAssocID="{525FF7B7-45DF-FA40-BA8F-C3AA0B2AD2C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C44A406-9567-204D-9E84-60F98F7D9983}" type="pres">
      <dgm:prSet presAssocID="{525FF7B7-45DF-FA40-BA8F-C3AA0B2AD2CA}" presName="descendantText" presStyleLbl="alignAccFollowNode1" presStyleIdx="0" presStyleCnt="3">
        <dgm:presLayoutVars>
          <dgm:bulletEnabled val="1"/>
        </dgm:presLayoutVars>
      </dgm:prSet>
      <dgm:spPr/>
    </dgm:pt>
    <dgm:pt modelId="{D29D6126-FEF5-D943-B195-03050CF36A5D}" type="pres">
      <dgm:prSet presAssocID="{FBB7AF22-E434-544A-BCC1-0E1B0B2AC122}" presName="sp" presStyleCnt="0"/>
      <dgm:spPr/>
    </dgm:pt>
    <dgm:pt modelId="{FFECDE15-43EA-BD48-9814-7BB57CB3D4EA}" type="pres">
      <dgm:prSet presAssocID="{29CA0E37-B777-1B45-8D42-5505C7EF4DD6}" presName="linNode" presStyleCnt="0"/>
      <dgm:spPr/>
    </dgm:pt>
    <dgm:pt modelId="{0F5C74DA-8593-D54A-8A8A-E5B629D54B1F}" type="pres">
      <dgm:prSet presAssocID="{29CA0E37-B777-1B45-8D42-5505C7EF4DD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0D41C04-0840-D141-A88D-FA44AB020792}" type="pres">
      <dgm:prSet presAssocID="{29CA0E37-B777-1B45-8D42-5505C7EF4DD6}" presName="descendantText" presStyleLbl="alignAccFollowNode1" presStyleIdx="1" presStyleCnt="3">
        <dgm:presLayoutVars>
          <dgm:bulletEnabled val="1"/>
        </dgm:presLayoutVars>
      </dgm:prSet>
      <dgm:spPr/>
    </dgm:pt>
    <dgm:pt modelId="{3629FC86-0326-9246-B9D9-79ACBCB14890}" type="pres">
      <dgm:prSet presAssocID="{A5EB22FF-A85E-764D-B3B3-B399B012CDCD}" presName="sp" presStyleCnt="0"/>
      <dgm:spPr/>
    </dgm:pt>
    <dgm:pt modelId="{CBF80E1D-D967-C84E-9C4F-F8CD0EAB51C7}" type="pres">
      <dgm:prSet presAssocID="{41FBE87C-157B-214E-87C9-6A1C7ED7FE03}" presName="linNode" presStyleCnt="0"/>
      <dgm:spPr/>
    </dgm:pt>
    <dgm:pt modelId="{282AF86B-5651-D740-B3E2-314500A8BB47}" type="pres">
      <dgm:prSet presAssocID="{41FBE87C-157B-214E-87C9-6A1C7ED7FE0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EF433D6-DF43-904C-ADEA-ABBA75D6F29B}" type="pres">
      <dgm:prSet presAssocID="{41FBE87C-157B-214E-87C9-6A1C7ED7FE0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C98AD06-1B29-B54D-9171-9CED34FD9826}" type="presOf" srcId="{A534F2D8-B743-3B44-837C-7FDC3049D59E}" destId="{0EF433D6-DF43-904C-ADEA-ABBA75D6F29B}" srcOrd="0" destOrd="3" presId="urn:microsoft.com/office/officeart/2005/8/layout/vList5"/>
    <dgm:cxn modelId="{5BBF4E08-2E8F-C745-A97E-1730A64BBA11}" srcId="{525FF7B7-45DF-FA40-BA8F-C3AA0B2AD2CA}" destId="{AD85068A-FF71-9043-A200-513033652043}" srcOrd="2" destOrd="0" parTransId="{8C9AF9DA-99D1-2E4D-9622-2C10E3BDF278}" sibTransId="{3325B9F4-CF8C-3741-8350-071E56D08444}"/>
    <dgm:cxn modelId="{E56BFB11-13A2-9541-9223-50A532F17137}" srcId="{525FF7B7-45DF-FA40-BA8F-C3AA0B2AD2CA}" destId="{B5312C67-4CEB-F44F-93A5-C85C710C92C2}" srcOrd="0" destOrd="0" parTransId="{08BB4462-F9A0-2E43-86E2-245A04C35B81}" sibTransId="{E2D2852E-EFA8-234E-A822-0111B55231E7}"/>
    <dgm:cxn modelId="{35EDA924-17F1-6E4D-9EF3-33CFDEA0B23B}" type="presOf" srcId="{27D4C289-2C43-8348-A08D-F8E751585A4E}" destId="{8C44A406-9567-204D-9E84-60F98F7D9983}" srcOrd="0" destOrd="1" presId="urn:microsoft.com/office/officeart/2005/8/layout/vList5"/>
    <dgm:cxn modelId="{E02A8B33-3DFE-7244-9FF0-0D48E78C6C88}" type="presOf" srcId="{29CA0E37-B777-1B45-8D42-5505C7EF4DD6}" destId="{0F5C74DA-8593-D54A-8A8A-E5B629D54B1F}" srcOrd="0" destOrd="0" presId="urn:microsoft.com/office/officeart/2005/8/layout/vList5"/>
    <dgm:cxn modelId="{5A56B747-AE64-4B4E-96CA-72F403951E9A}" srcId="{66E13D44-AA4E-B140-965B-FB71BC866BAD}" destId="{29CA0E37-B777-1B45-8D42-5505C7EF4DD6}" srcOrd="1" destOrd="0" parTransId="{4050C5FE-8BDA-0C4E-94B9-599367D9D16D}" sibTransId="{A5EB22FF-A85E-764D-B3B3-B399B012CDCD}"/>
    <dgm:cxn modelId="{F85ABA48-54DD-A84D-8CDF-AB561E4DFAFB}" type="presOf" srcId="{41445C97-9F1E-3B49-83AF-2DF94196625E}" destId="{8C44A406-9567-204D-9E84-60F98F7D9983}" srcOrd="0" destOrd="4" presId="urn:microsoft.com/office/officeart/2005/8/layout/vList5"/>
    <dgm:cxn modelId="{4BD8834B-8014-7D40-B82B-0B10D59F4C4E}" type="presOf" srcId="{41FBE87C-157B-214E-87C9-6A1C7ED7FE03}" destId="{282AF86B-5651-D740-B3E2-314500A8BB47}" srcOrd="0" destOrd="0" presId="urn:microsoft.com/office/officeart/2005/8/layout/vList5"/>
    <dgm:cxn modelId="{1E5DC76E-C8A3-6B43-9AF3-DF9E705ED992}" srcId="{41FBE87C-157B-214E-87C9-6A1C7ED7FE03}" destId="{F0CD8126-DF69-044D-8321-9A7AAC9DA219}" srcOrd="1" destOrd="0" parTransId="{731A2FAB-9C2C-4F40-A3A2-9E5F0F5D758A}" sibTransId="{9443BB85-003E-5440-B40A-9AB532EBDB6B}"/>
    <dgm:cxn modelId="{AE08D370-80A1-FF49-B70C-DD7020F890C3}" type="presOf" srcId="{111AD44C-7CCC-3E48-AE1E-64CB14F76216}" destId="{8C44A406-9567-204D-9E84-60F98F7D9983}" srcOrd="0" destOrd="3" presId="urn:microsoft.com/office/officeart/2005/8/layout/vList5"/>
    <dgm:cxn modelId="{5B127372-A974-D54E-ABAB-CC45AABEE999}" srcId="{66E13D44-AA4E-B140-965B-FB71BC866BAD}" destId="{41FBE87C-157B-214E-87C9-6A1C7ED7FE03}" srcOrd="2" destOrd="0" parTransId="{D4BA1163-1DCF-D34A-82C1-EBE08534E676}" sibTransId="{9155D718-1FC1-3F4D-8F2E-781E49A169FF}"/>
    <dgm:cxn modelId="{C7E80073-C806-B148-82E8-9E834E178DFE}" type="presOf" srcId="{525FF7B7-45DF-FA40-BA8F-C3AA0B2AD2CA}" destId="{3E0D387A-B967-1140-8AD6-3ED717D320AA}" srcOrd="0" destOrd="0" presId="urn:microsoft.com/office/officeart/2005/8/layout/vList5"/>
    <dgm:cxn modelId="{A95A8774-DB95-994E-963A-93A2A00FE51A}" srcId="{29CA0E37-B777-1B45-8D42-5505C7EF4DD6}" destId="{967A1BCE-145A-8245-AFDC-BDD8AAD77A95}" srcOrd="1" destOrd="0" parTransId="{389EC7EB-5C34-414F-98C7-6586EBDCAF77}" sibTransId="{8CDB7424-7461-C848-825B-5F635DC5EBFC}"/>
    <dgm:cxn modelId="{6A891B55-669D-4243-B528-3201E49C598D}" srcId="{66E13D44-AA4E-B140-965B-FB71BC866BAD}" destId="{525FF7B7-45DF-FA40-BA8F-C3AA0B2AD2CA}" srcOrd="0" destOrd="0" parTransId="{44614C75-33C9-1346-AE33-01AF9E91DA71}" sibTransId="{FBB7AF22-E434-544A-BCC1-0E1B0B2AC122}"/>
    <dgm:cxn modelId="{5F7DCF59-355F-EE45-88D9-481F00CCC8FF}" type="presOf" srcId="{B6695AE6-BBD2-9441-8278-405325F3463D}" destId="{30D41C04-0840-D141-A88D-FA44AB020792}" srcOrd="0" destOrd="0" presId="urn:microsoft.com/office/officeart/2005/8/layout/vList5"/>
    <dgm:cxn modelId="{600A957D-D0E7-9A4D-A4C3-6061F6EB0A05}" srcId="{29CA0E37-B777-1B45-8D42-5505C7EF4DD6}" destId="{B6695AE6-BBD2-9441-8278-405325F3463D}" srcOrd="0" destOrd="0" parTransId="{F4DE0E6C-6746-464D-978D-6433814E1070}" sibTransId="{B1D92EC7-D55B-3347-BB0C-185AAA5D4CB0}"/>
    <dgm:cxn modelId="{37194984-C065-F84B-8E12-A56782412C4D}" type="presOf" srcId="{7DE22736-7EC1-2E43-A8E5-23F32D4E6111}" destId="{0EF433D6-DF43-904C-ADEA-ABBA75D6F29B}" srcOrd="0" destOrd="0" presId="urn:microsoft.com/office/officeart/2005/8/layout/vList5"/>
    <dgm:cxn modelId="{99222A9F-D73A-0549-8058-621B0EF0276A}" srcId="{525FF7B7-45DF-FA40-BA8F-C3AA0B2AD2CA}" destId="{27D4C289-2C43-8348-A08D-F8E751585A4E}" srcOrd="1" destOrd="0" parTransId="{576181E8-7F6A-704E-8F55-C02B67673001}" sibTransId="{F6F03FE2-D1AB-1742-A2CB-80CB25D60B52}"/>
    <dgm:cxn modelId="{3C1E74A1-E982-BE4E-95E7-74A4E5B03A3C}" srcId="{41FBE87C-157B-214E-87C9-6A1C7ED7FE03}" destId="{7DE22736-7EC1-2E43-A8E5-23F32D4E6111}" srcOrd="0" destOrd="0" parTransId="{047BB41C-E133-3C40-889E-4A93E74DF886}" sibTransId="{B1564ADA-3472-A946-8F1A-385A1EDCDD45}"/>
    <dgm:cxn modelId="{E16BE9A6-E517-BE48-A7EB-1E7F3D847679}" type="presOf" srcId="{F0CD8126-DF69-044D-8321-9A7AAC9DA219}" destId="{0EF433D6-DF43-904C-ADEA-ABBA75D6F29B}" srcOrd="0" destOrd="1" presId="urn:microsoft.com/office/officeart/2005/8/layout/vList5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221828B8-55B5-094D-A877-EA123E93F58D}" srcId="{41FBE87C-157B-214E-87C9-6A1C7ED7FE03}" destId="{A534F2D8-B743-3B44-837C-7FDC3049D59E}" srcOrd="3" destOrd="0" parTransId="{E7AE3F7B-8805-6941-A934-AE40E7F2B6C6}" sibTransId="{80E06925-64BE-994C-946B-94311BF42B39}"/>
    <dgm:cxn modelId="{8D09E6C2-F454-3743-8EAD-79FBBDCA4BC6}" type="presOf" srcId="{B5312C67-4CEB-F44F-93A5-C85C710C92C2}" destId="{8C44A406-9567-204D-9E84-60F98F7D9983}" srcOrd="0" destOrd="0" presId="urn:microsoft.com/office/officeart/2005/8/layout/vList5"/>
    <dgm:cxn modelId="{09C7F5D5-CCC3-1A4C-8DD5-AF26C9F27A42}" srcId="{525FF7B7-45DF-FA40-BA8F-C3AA0B2AD2CA}" destId="{41445C97-9F1E-3B49-83AF-2DF94196625E}" srcOrd="4" destOrd="0" parTransId="{6A6563A6-97E5-9A46-ADFA-650770E84A0E}" sibTransId="{4F59B095-BCFE-5E4A-86F8-EC2A6E46759B}"/>
    <dgm:cxn modelId="{F26200D9-A3DF-AF4A-9B90-6A203D0EE40C}" type="presOf" srcId="{AD85068A-FF71-9043-A200-513033652043}" destId="{8C44A406-9567-204D-9E84-60F98F7D9983}" srcOrd="0" destOrd="2" presId="urn:microsoft.com/office/officeart/2005/8/layout/vList5"/>
    <dgm:cxn modelId="{FFBA51E8-74C0-B349-A11F-7D7C80AF5885}" srcId="{41FBE87C-157B-214E-87C9-6A1C7ED7FE03}" destId="{278430BC-0451-B545-A790-C921DC9DDBC0}" srcOrd="2" destOrd="0" parTransId="{73530220-1817-134A-B1F1-6EB489E5450C}" sibTransId="{315BB7FE-260C-0B45-B24B-718D46E2F28D}"/>
    <dgm:cxn modelId="{A0A284F0-9674-A747-A2C4-F9E4100626FE}" type="presOf" srcId="{278430BC-0451-B545-A790-C921DC9DDBC0}" destId="{0EF433D6-DF43-904C-ADEA-ABBA75D6F29B}" srcOrd="0" destOrd="2" presId="urn:microsoft.com/office/officeart/2005/8/layout/vList5"/>
    <dgm:cxn modelId="{3A69CCF8-D463-D948-BECC-30A032680D83}" type="presOf" srcId="{967A1BCE-145A-8245-AFDC-BDD8AAD77A95}" destId="{30D41C04-0840-D141-A88D-FA44AB020792}" srcOrd="0" destOrd="1" presId="urn:microsoft.com/office/officeart/2005/8/layout/vList5"/>
    <dgm:cxn modelId="{49CBB7FB-D329-0542-9114-B5C757B3244B}" srcId="{525FF7B7-45DF-FA40-BA8F-C3AA0B2AD2CA}" destId="{111AD44C-7CCC-3E48-AE1E-64CB14F76216}" srcOrd="3" destOrd="0" parTransId="{52E7C5E9-91C4-0043-B7A8-21415D97E45A}" sibTransId="{4FD25D1F-90A0-2E44-8BDB-FD879A4DBEA7}"/>
    <dgm:cxn modelId="{95C59005-5123-3E47-9B14-AEAE4E33C8A4}" type="presParOf" srcId="{9403BA41-611A-FA42-8804-EA979A74D0A5}" destId="{267EA5D5-E941-8541-9A49-9B5A3E7AA808}" srcOrd="0" destOrd="0" presId="urn:microsoft.com/office/officeart/2005/8/layout/vList5"/>
    <dgm:cxn modelId="{8F93950F-D678-284C-AD27-6B3A5D52111D}" type="presParOf" srcId="{267EA5D5-E941-8541-9A49-9B5A3E7AA808}" destId="{3E0D387A-B967-1140-8AD6-3ED717D320AA}" srcOrd="0" destOrd="0" presId="urn:microsoft.com/office/officeart/2005/8/layout/vList5"/>
    <dgm:cxn modelId="{9727BAD8-B833-5B4E-B043-2C06B623633A}" type="presParOf" srcId="{267EA5D5-E941-8541-9A49-9B5A3E7AA808}" destId="{8C44A406-9567-204D-9E84-60F98F7D9983}" srcOrd="1" destOrd="0" presId="urn:microsoft.com/office/officeart/2005/8/layout/vList5"/>
    <dgm:cxn modelId="{656ACA59-E023-364F-9E43-81FE8D7CF41B}" type="presParOf" srcId="{9403BA41-611A-FA42-8804-EA979A74D0A5}" destId="{D29D6126-FEF5-D943-B195-03050CF36A5D}" srcOrd="1" destOrd="0" presId="urn:microsoft.com/office/officeart/2005/8/layout/vList5"/>
    <dgm:cxn modelId="{B00F0DBE-D9A6-1343-AEB6-0884DB3FBD6E}" type="presParOf" srcId="{9403BA41-611A-FA42-8804-EA979A74D0A5}" destId="{FFECDE15-43EA-BD48-9814-7BB57CB3D4EA}" srcOrd="2" destOrd="0" presId="urn:microsoft.com/office/officeart/2005/8/layout/vList5"/>
    <dgm:cxn modelId="{BFD2B0FF-E067-544A-985A-CCF976943180}" type="presParOf" srcId="{FFECDE15-43EA-BD48-9814-7BB57CB3D4EA}" destId="{0F5C74DA-8593-D54A-8A8A-E5B629D54B1F}" srcOrd="0" destOrd="0" presId="urn:microsoft.com/office/officeart/2005/8/layout/vList5"/>
    <dgm:cxn modelId="{6721DA2B-F92E-2C40-AB15-A7F4019EB3DB}" type="presParOf" srcId="{FFECDE15-43EA-BD48-9814-7BB57CB3D4EA}" destId="{30D41C04-0840-D141-A88D-FA44AB020792}" srcOrd="1" destOrd="0" presId="urn:microsoft.com/office/officeart/2005/8/layout/vList5"/>
    <dgm:cxn modelId="{99D7267C-091C-FE47-956E-A45D1CBD71F7}" type="presParOf" srcId="{9403BA41-611A-FA42-8804-EA979A74D0A5}" destId="{3629FC86-0326-9246-B9D9-79ACBCB14890}" srcOrd="3" destOrd="0" presId="urn:microsoft.com/office/officeart/2005/8/layout/vList5"/>
    <dgm:cxn modelId="{2CAD2E9F-7C2C-2D48-91C0-B4CBBEEBABDE}" type="presParOf" srcId="{9403BA41-611A-FA42-8804-EA979A74D0A5}" destId="{CBF80E1D-D967-C84E-9C4F-F8CD0EAB51C7}" srcOrd="4" destOrd="0" presId="urn:microsoft.com/office/officeart/2005/8/layout/vList5"/>
    <dgm:cxn modelId="{BC55CD20-0A0C-C543-9370-48FBC63A2A2C}" type="presParOf" srcId="{CBF80E1D-D967-C84E-9C4F-F8CD0EAB51C7}" destId="{282AF86B-5651-D740-B3E2-314500A8BB47}" srcOrd="0" destOrd="0" presId="urn:microsoft.com/office/officeart/2005/8/layout/vList5"/>
    <dgm:cxn modelId="{EEE3A6C8-0333-234B-8223-A3589D9A0E2E}" type="presParOf" srcId="{CBF80E1D-D967-C84E-9C4F-F8CD0EAB51C7}" destId="{0EF433D6-DF43-904C-ADEA-ABBA75D6F29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GB"/>
        </a:p>
      </dgm:t>
    </dgm:pt>
    <dgm:pt modelId="{525FF7B7-45DF-FA40-BA8F-C3AA0B2AD2CA}">
      <dgm:prSet/>
      <dgm:spPr/>
      <dgm:t>
        <a:bodyPr/>
        <a:lstStyle/>
        <a:p>
          <a:r>
            <a:rPr lang="en-US" b="1" dirty="0"/>
            <a:t>INTERVIEWING </a:t>
          </a:r>
          <a:endParaRPr lang="en-MY" dirty="0"/>
        </a:p>
      </dgm:t>
    </dgm:pt>
    <dgm:pt modelId="{44614C75-33C9-1346-AE33-01AF9E91DA71}" type="parTrans" cxnId="{6A891B55-669D-4243-B528-3201E49C598D}">
      <dgm:prSet/>
      <dgm:spPr/>
      <dgm:t>
        <a:bodyPr/>
        <a:lstStyle/>
        <a:p>
          <a:endParaRPr lang="en-GB"/>
        </a:p>
      </dgm:t>
    </dgm:pt>
    <dgm:pt modelId="{FBB7AF22-E434-544A-BCC1-0E1B0B2AC122}" type="sibTrans" cxnId="{6A891B55-669D-4243-B528-3201E49C598D}">
      <dgm:prSet/>
      <dgm:spPr/>
      <dgm:t>
        <a:bodyPr/>
        <a:lstStyle/>
        <a:p>
          <a:endParaRPr lang="en-GB"/>
        </a:p>
      </dgm:t>
    </dgm:pt>
    <dgm:pt modelId="{B5312C67-4CEB-F44F-93A5-C85C710C92C2}">
      <dgm:prSet custT="1"/>
      <dgm:spPr/>
      <dgm:t>
        <a:bodyPr/>
        <a:lstStyle/>
        <a:p>
          <a:r>
            <a:rPr lang="en-US" sz="2800" dirty="0"/>
            <a:t>Interview preparation</a:t>
          </a:r>
          <a:endParaRPr lang="en-MY" sz="2800" dirty="0"/>
        </a:p>
      </dgm:t>
    </dgm:pt>
    <dgm:pt modelId="{E2D2852E-EFA8-234E-A822-0111B55231E7}" type="sibTrans" cxnId="{E56BFB11-13A2-9541-9223-50A532F17137}">
      <dgm:prSet/>
      <dgm:spPr/>
      <dgm:t>
        <a:bodyPr/>
        <a:lstStyle/>
        <a:p>
          <a:endParaRPr lang="en-GB"/>
        </a:p>
      </dgm:t>
    </dgm:pt>
    <dgm:pt modelId="{08BB4462-F9A0-2E43-86E2-245A04C35B81}" type="parTrans" cxnId="{E56BFB11-13A2-9541-9223-50A532F17137}">
      <dgm:prSet/>
      <dgm:spPr/>
      <dgm:t>
        <a:bodyPr/>
        <a:lstStyle/>
        <a:p>
          <a:endParaRPr lang="en-GB"/>
        </a:p>
      </dgm:t>
    </dgm:pt>
    <dgm:pt modelId="{27D4C289-2C43-8348-A08D-F8E751585A4E}">
      <dgm:prSet custT="1"/>
      <dgm:spPr/>
      <dgm:t>
        <a:bodyPr/>
        <a:lstStyle/>
        <a:p>
          <a:r>
            <a:rPr lang="en-US" sz="2800" dirty="0"/>
            <a:t>Question types</a:t>
          </a:r>
          <a:endParaRPr lang="en-MY" sz="2800" dirty="0"/>
        </a:p>
      </dgm:t>
    </dgm:pt>
    <dgm:pt modelId="{F6F03FE2-D1AB-1742-A2CB-80CB25D60B52}" type="sibTrans" cxnId="{99222A9F-D73A-0549-8058-621B0EF0276A}">
      <dgm:prSet/>
      <dgm:spPr/>
      <dgm:t>
        <a:bodyPr/>
        <a:lstStyle/>
        <a:p>
          <a:endParaRPr lang="en-GB"/>
        </a:p>
      </dgm:t>
    </dgm:pt>
    <dgm:pt modelId="{576181E8-7F6A-704E-8F55-C02B67673001}" type="parTrans" cxnId="{99222A9F-D73A-0549-8058-621B0EF0276A}">
      <dgm:prSet/>
      <dgm:spPr/>
      <dgm:t>
        <a:bodyPr/>
        <a:lstStyle/>
        <a:p>
          <a:endParaRPr lang="en-GB"/>
        </a:p>
      </dgm:t>
    </dgm:pt>
    <dgm:pt modelId="{AD85068A-FF71-9043-A200-513033652043}">
      <dgm:prSet custT="1"/>
      <dgm:spPr/>
      <dgm:t>
        <a:bodyPr/>
        <a:lstStyle/>
        <a:p>
          <a:r>
            <a:rPr lang="en-US" sz="2800" dirty="0"/>
            <a:t>Arranging questions</a:t>
          </a:r>
          <a:endParaRPr lang="en-MY" sz="2800" dirty="0"/>
        </a:p>
      </dgm:t>
    </dgm:pt>
    <dgm:pt modelId="{3325B9F4-CF8C-3741-8350-071E56D08444}" type="sibTrans" cxnId="{5BBF4E08-2E8F-C745-A97E-1730A64BBA11}">
      <dgm:prSet/>
      <dgm:spPr/>
      <dgm:t>
        <a:bodyPr/>
        <a:lstStyle/>
        <a:p>
          <a:endParaRPr lang="en-GB"/>
        </a:p>
      </dgm:t>
    </dgm:pt>
    <dgm:pt modelId="{8C9AF9DA-99D1-2E4D-9622-2C10E3BDF278}" type="parTrans" cxnId="{5BBF4E08-2E8F-C745-A97E-1730A64BBA11}">
      <dgm:prSet/>
      <dgm:spPr/>
      <dgm:t>
        <a:bodyPr/>
        <a:lstStyle/>
        <a:p>
          <a:endParaRPr lang="en-GB"/>
        </a:p>
      </dgm:t>
    </dgm:pt>
    <dgm:pt modelId="{111AD44C-7CCC-3E48-AE1E-64CB14F76216}">
      <dgm:prSet custT="1"/>
      <dgm:spPr/>
      <dgm:t>
        <a:bodyPr/>
        <a:lstStyle/>
        <a:p>
          <a:r>
            <a:rPr lang="en-US" sz="2800" dirty="0"/>
            <a:t>The interview report</a:t>
          </a:r>
          <a:endParaRPr lang="en-MY" sz="2800" dirty="0"/>
        </a:p>
      </dgm:t>
    </dgm:pt>
    <dgm:pt modelId="{4FD25D1F-90A0-2E44-8BDB-FD879A4DBEA7}" type="sibTrans" cxnId="{49CBB7FB-D329-0542-9114-B5C757B3244B}">
      <dgm:prSet/>
      <dgm:spPr/>
      <dgm:t>
        <a:bodyPr/>
        <a:lstStyle/>
        <a:p>
          <a:endParaRPr lang="en-GB"/>
        </a:p>
      </dgm:t>
    </dgm:pt>
    <dgm:pt modelId="{52E7C5E9-91C4-0043-B7A8-21415D97E45A}" type="parTrans" cxnId="{49CBB7FB-D329-0542-9114-B5C757B3244B}">
      <dgm:prSet/>
      <dgm:spPr/>
      <dgm:t>
        <a:bodyPr/>
        <a:lstStyle/>
        <a:p>
          <a:endParaRPr lang="en-GB"/>
        </a:p>
      </dgm:t>
    </dgm:pt>
    <dgm:pt modelId="{41445C97-9F1E-3B49-83AF-2DF94196625E}">
      <dgm:prSet custT="1"/>
      <dgm:spPr/>
      <dgm:t>
        <a:bodyPr/>
        <a:lstStyle/>
        <a:p>
          <a:r>
            <a:rPr lang="en-US" sz="2800" dirty="0"/>
            <a:t>User Stories </a:t>
          </a:r>
          <a:endParaRPr lang="en-MY" sz="3200" dirty="0"/>
        </a:p>
      </dgm:t>
    </dgm:pt>
    <dgm:pt modelId="{4F59B095-BCFE-5E4A-86F8-EC2A6E46759B}" type="sibTrans" cxnId="{09C7F5D5-CCC3-1A4C-8DD5-AF26C9F27A42}">
      <dgm:prSet/>
      <dgm:spPr/>
      <dgm:t>
        <a:bodyPr/>
        <a:lstStyle/>
        <a:p>
          <a:endParaRPr lang="en-GB"/>
        </a:p>
      </dgm:t>
    </dgm:pt>
    <dgm:pt modelId="{6A6563A6-97E5-9A46-ADFA-650770E84A0E}" type="parTrans" cxnId="{09C7F5D5-CCC3-1A4C-8DD5-AF26C9F27A42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267EA5D5-E941-8541-9A49-9B5A3E7AA808}" type="pres">
      <dgm:prSet presAssocID="{525FF7B7-45DF-FA40-BA8F-C3AA0B2AD2CA}" presName="linNode" presStyleCnt="0"/>
      <dgm:spPr/>
    </dgm:pt>
    <dgm:pt modelId="{3E0D387A-B967-1140-8AD6-3ED717D320AA}" type="pres">
      <dgm:prSet presAssocID="{525FF7B7-45DF-FA40-BA8F-C3AA0B2AD2CA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8C44A406-9567-204D-9E84-60F98F7D9983}" type="pres">
      <dgm:prSet presAssocID="{525FF7B7-45DF-FA40-BA8F-C3AA0B2AD2CA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BBF4E08-2E8F-C745-A97E-1730A64BBA11}" srcId="{525FF7B7-45DF-FA40-BA8F-C3AA0B2AD2CA}" destId="{AD85068A-FF71-9043-A200-513033652043}" srcOrd="2" destOrd="0" parTransId="{8C9AF9DA-99D1-2E4D-9622-2C10E3BDF278}" sibTransId="{3325B9F4-CF8C-3741-8350-071E56D08444}"/>
    <dgm:cxn modelId="{E56BFB11-13A2-9541-9223-50A532F17137}" srcId="{525FF7B7-45DF-FA40-BA8F-C3AA0B2AD2CA}" destId="{B5312C67-4CEB-F44F-93A5-C85C710C92C2}" srcOrd="0" destOrd="0" parTransId="{08BB4462-F9A0-2E43-86E2-245A04C35B81}" sibTransId="{E2D2852E-EFA8-234E-A822-0111B55231E7}"/>
    <dgm:cxn modelId="{35EDA924-17F1-6E4D-9EF3-33CFDEA0B23B}" type="presOf" srcId="{27D4C289-2C43-8348-A08D-F8E751585A4E}" destId="{8C44A406-9567-204D-9E84-60F98F7D9983}" srcOrd="0" destOrd="1" presId="urn:microsoft.com/office/officeart/2005/8/layout/vList5"/>
    <dgm:cxn modelId="{F85ABA48-54DD-A84D-8CDF-AB561E4DFAFB}" type="presOf" srcId="{41445C97-9F1E-3B49-83AF-2DF94196625E}" destId="{8C44A406-9567-204D-9E84-60F98F7D9983}" srcOrd="0" destOrd="4" presId="urn:microsoft.com/office/officeart/2005/8/layout/vList5"/>
    <dgm:cxn modelId="{AE08D370-80A1-FF49-B70C-DD7020F890C3}" type="presOf" srcId="{111AD44C-7CCC-3E48-AE1E-64CB14F76216}" destId="{8C44A406-9567-204D-9E84-60F98F7D9983}" srcOrd="0" destOrd="3" presId="urn:microsoft.com/office/officeart/2005/8/layout/vList5"/>
    <dgm:cxn modelId="{C7E80073-C806-B148-82E8-9E834E178DFE}" type="presOf" srcId="{525FF7B7-45DF-FA40-BA8F-C3AA0B2AD2CA}" destId="{3E0D387A-B967-1140-8AD6-3ED717D320AA}" srcOrd="0" destOrd="0" presId="urn:microsoft.com/office/officeart/2005/8/layout/vList5"/>
    <dgm:cxn modelId="{6A891B55-669D-4243-B528-3201E49C598D}" srcId="{66E13D44-AA4E-B140-965B-FB71BC866BAD}" destId="{525FF7B7-45DF-FA40-BA8F-C3AA0B2AD2CA}" srcOrd="0" destOrd="0" parTransId="{44614C75-33C9-1346-AE33-01AF9E91DA71}" sibTransId="{FBB7AF22-E434-544A-BCC1-0E1B0B2AC122}"/>
    <dgm:cxn modelId="{99222A9F-D73A-0549-8058-621B0EF0276A}" srcId="{525FF7B7-45DF-FA40-BA8F-C3AA0B2AD2CA}" destId="{27D4C289-2C43-8348-A08D-F8E751585A4E}" srcOrd="1" destOrd="0" parTransId="{576181E8-7F6A-704E-8F55-C02B67673001}" sibTransId="{F6F03FE2-D1AB-1742-A2CB-80CB25D60B52}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8D09E6C2-F454-3743-8EAD-79FBBDCA4BC6}" type="presOf" srcId="{B5312C67-4CEB-F44F-93A5-C85C710C92C2}" destId="{8C44A406-9567-204D-9E84-60F98F7D9983}" srcOrd="0" destOrd="0" presId="urn:microsoft.com/office/officeart/2005/8/layout/vList5"/>
    <dgm:cxn modelId="{09C7F5D5-CCC3-1A4C-8DD5-AF26C9F27A42}" srcId="{525FF7B7-45DF-FA40-BA8F-C3AA0B2AD2CA}" destId="{41445C97-9F1E-3B49-83AF-2DF94196625E}" srcOrd="4" destOrd="0" parTransId="{6A6563A6-97E5-9A46-ADFA-650770E84A0E}" sibTransId="{4F59B095-BCFE-5E4A-86F8-EC2A6E46759B}"/>
    <dgm:cxn modelId="{F26200D9-A3DF-AF4A-9B90-6A203D0EE40C}" type="presOf" srcId="{AD85068A-FF71-9043-A200-513033652043}" destId="{8C44A406-9567-204D-9E84-60F98F7D9983}" srcOrd="0" destOrd="2" presId="urn:microsoft.com/office/officeart/2005/8/layout/vList5"/>
    <dgm:cxn modelId="{49CBB7FB-D329-0542-9114-B5C757B3244B}" srcId="{525FF7B7-45DF-FA40-BA8F-C3AA0B2AD2CA}" destId="{111AD44C-7CCC-3E48-AE1E-64CB14F76216}" srcOrd="3" destOrd="0" parTransId="{52E7C5E9-91C4-0043-B7A8-21415D97E45A}" sibTransId="{4FD25D1F-90A0-2E44-8BDB-FD879A4DBEA7}"/>
    <dgm:cxn modelId="{95C59005-5123-3E47-9B14-AEAE4E33C8A4}" type="presParOf" srcId="{9403BA41-611A-FA42-8804-EA979A74D0A5}" destId="{267EA5D5-E941-8541-9A49-9B5A3E7AA808}" srcOrd="0" destOrd="0" presId="urn:microsoft.com/office/officeart/2005/8/layout/vList5"/>
    <dgm:cxn modelId="{8F93950F-D678-284C-AD27-6B3A5D52111D}" type="presParOf" srcId="{267EA5D5-E941-8541-9A49-9B5A3E7AA808}" destId="{3E0D387A-B967-1140-8AD6-3ED717D320AA}" srcOrd="0" destOrd="0" presId="urn:microsoft.com/office/officeart/2005/8/layout/vList5"/>
    <dgm:cxn modelId="{9727BAD8-B833-5B4E-B043-2C06B623633A}" type="presParOf" srcId="{267EA5D5-E941-8541-9A49-9B5A3E7AA808}" destId="{8C44A406-9567-204D-9E84-60F98F7D998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2ED19F-B1DC-2640-9E91-65905F931E26}" type="doc">
      <dgm:prSet loTypeId="urn:microsoft.com/office/officeart/2005/8/layout/vList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3B037136-8E27-FD4B-8895-3DB648DB39C9}">
      <dgm:prSet/>
      <dgm:spPr/>
      <dgm:t>
        <a:bodyPr/>
        <a:lstStyle/>
        <a:p>
          <a:r>
            <a:rPr lang="en-US"/>
            <a:t>Reading background material</a:t>
          </a:r>
          <a:endParaRPr lang="en-MY"/>
        </a:p>
      </dgm:t>
    </dgm:pt>
    <dgm:pt modelId="{A3B560ED-745C-9642-9951-CCCDBE8CDA65}" type="parTrans" cxnId="{BBF8675B-89BD-BB43-93D3-975E182D4AE2}">
      <dgm:prSet/>
      <dgm:spPr/>
      <dgm:t>
        <a:bodyPr/>
        <a:lstStyle/>
        <a:p>
          <a:endParaRPr lang="en-GB"/>
        </a:p>
      </dgm:t>
    </dgm:pt>
    <dgm:pt modelId="{8152D2DA-B5A5-3B45-824D-EC2E6C0D8997}" type="sibTrans" cxnId="{BBF8675B-89BD-BB43-93D3-975E182D4AE2}">
      <dgm:prSet/>
      <dgm:spPr/>
      <dgm:t>
        <a:bodyPr/>
        <a:lstStyle/>
        <a:p>
          <a:endParaRPr lang="en-GB"/>
        </a:p>
      </dgm:t>
    </dgm:pt>
    <dgm:pt modelId="{215AD7DE-FA12-AF47-8489-73587D3A5D45}">
      <dgm:prSet/>
      <dgm:spPr/>
      <dgm:t>
        <a:bodyPr/>
        <a:lstStyle/>
        <a:p>
          <a:r>
            <a:rPr lang="en-US"/>
            <a:t>Establishing interview objectives</a:t>
          </a:r>
          <a:endParaRPr lang="en-MY"/>
        </a:p>
      </dgm:t>
    </dgm:pt>
    <dgm:pt modelId="{04362530-4D3A-6D44-B228-77B6E5D02F5B}" type="parTrans" cxnId="{6928E58E-58A7-FA49-B8BA-BC683DE22A1B}">
      <dgm:prSet/>
      <dgm:spPr/>
      <dgm:t>
        <a:bodyPr/>
        <a:lstStyle/>
        <a:p>
          <a:endParaRPr lang="en-GB"/>
        </a:p>
      </dgm:t>
    </dgm:pt>
    <dgm:pt modelId="{26B7AED7-37EC-F74B-BCD0-A130478CB157}" type="sibTrans" cxnId="{6928E58E-58A7-FA49-B8BA-BC683DE22A1B}">
      <dgm:prSet/>
      <dgm:spPr/>
      <dgm:t>
        <a:bodyPr/>
        <a:lstStyle/>
        <a:p>
          <a:endParaRPr lang="en-GB"/>
        </a:p>
      </dgm:t>
    </dgm:pt>
    <dgm:pt modelId="{CCBF1AED-7A46-AA45-A511-9902BE7CE735}">
      <dgm:prSet/>
      <dgm:spPr/>
      <dgm:t>
        <a:bodyPr/>
        <a:lstStyle/>
        <a:p>
          <a:r>
            <a:rPr lang="en-US" dirty="0"/>
            <a:t>Deciding whom to interview</a:t>
          </a:r>
          <a:endParaRPr lang="en-MY" dirty="0"/>
        </a:p>
      </dgm:t>
    </dgm:pt>
    <dgm:pt modelId="{5BEE156F-6A5C-5844-B56D-209743877425}" type="parTrans" cxnId="{E3852254-10A6-4F4F-A781-C35223C24792}">
      <dgm:prSet/>
      <dgm:spPr/>
      <dgm:t>
        <a:bodyPr/>
        <a:lstStyle/>
        <a:p>
          <a:endParaRPr lang="en-GB"/>
        </a:p>
      </dgm:t>
    </dgm:pt>
    <dgm:pt modelId="{F33FCB0D-24AF-F84E-A729-1B96F5C84460}" type="sibTrans" cxnId="{E3852254-10A6-4F4F-A781-C35223C24792}">
      <dgm:prSet/>
      <dgm:spPr/>
      <dgm:t>
        <a:bodyPr/>
        <a:lstStyle/>
        <a:p>
          <a:endParaRPr lang="en-GB"/>
        </a:p>
      </dgm:t>
    </dgm:pt>
    <dgm:pt modelId="{A2DC4BC2-8A85-9E43-BC05-A2CE24D36EFD}">
      <dgm:prSet/>
      <dgm:spPr/>
      <dgm:t>
        <a:bodyPr/>
        <a:lstStyle/>
        <a:p>
          <a:r>
            <a:rPr lang="en-US"/>
            <a:t>Preparing the interviewee</a:t>
          </a:r>
          <a:endParaRPr lang="en-MY"/>
        </a:p>
      </dgm:t>
    </dgm:pt>
    <dgm:pt modelId="{1302A13B-70EC-EE43-9502-6247F2C76845}" type="parTrans" cxnId="{9816A51D-6D37-8242-A95F-3BAF5C518A6F}">
      <dgm:prSet/>
      <dgm:spPr/>
      <dgm:t>
        <a:bodyPr/>
        <a:lstStyle/>
        <a:p>
          <a:endParaRPr lang="en-GB"/>
        </a:p>
      </dgm:t>
    </dgm:pt>
    <dgm:pt modelId="{CE7D9D96-C411-B34E-B932-7F002399940A}" type="sibTrans" cxnId="{9816A51D-6D37-8242-A95F-3BAF5C518A6F}">
      <dgm:prSet/>
      <dgm:spPr/>
      <dgm:t>
        <a:bodyPr/>
        <a:lstStyle/>
        <a:p>
          <a:endParaRPr lang="en-GB"/>
        </a:p>
      </dgm:t>
    </dgm:pt>
    <dgm:pt modelId="{C9811084-E800-7B46-9DDE-3EC459D4257F}">
      <dgm:prSet/>
      <dgm:spPr/>
      <dgm:t>
        <a:bodyPr/>
        <a:lstStyle/>
        <a:p>
          <a:r>
            <a:rPr lang="en-US"/>
            <a:t>Deciding on question types and structure</a:t>
          </a:r>
          <a:endParaRPr lang="en-MY"/>
        </a:p>
      </dgm:t>
    </dgm:pt>
    <dgm:pt modelId="{ED9BBD16-D9C4-D146-BE18-9D47BA3DEB4A}" type="parTrans" cxnId="{2509E2C1-5F77-D54A-9615-86F6901155B5}">
      <dgm:prSet/>
      <dgm:spPr/>
      <dgm:t>
        <a:bodyPr/>
        <a:lstStyle/>
        <a:p>
          <a:endParaRPr lang="en-GB"/>
        </a:p>
      </dgm:t>
    </dgm:pt>
    <dgm:pt modelId="{882865B2-1F26-4046-9A05-209D86BE222F}" type="sibTrans" cxnId="{2509E2C1-5F77-D54A-9615-86F6901155B5}">
      <dgm:prSet/>
      <dgm:spPr/>
      <dgm:t>
        <a:bodyPr/>
        <a:lstStyle/>
        <a:p>
          <a:endParaRPr lang="en-GB"/>
        </a:p>
      </dgm:t>
    </dgm:pt>
    <dgm:pt modelId="{86BC43F7-59B0-1942-86C0-FE5C68684FEF}" type="pres">
      <dgm:prSet presAssocID="{DD2ED19F-B1DC-2640-9E91-65905F931E26}" presName="Name0" presStyleCnt="0">
        <dgm:presLayoutVars>
          <dgm:dir/>
          <dgm:animLvl val="lvl"/>
          <dgm:resizeHandles val="exact"/>
        </dgm:presLayoutVars>
      </dgm:prSet>
      <dgm:spPr/>
    </dgm:pt>
    <dgm:pt modelId="{BB3343AF-336A-2547-B13F-DC23F9C8DB5E}" type="pres">
      <dgm:prSet presAssocID="{3B037136-8E27-FD4B-8895-3DB648DB39C9}" presName="linNode" presStyleCnt="0"/>
      <dgm:spPr/>
    </dgm:pt>
    <dgm:pt modelId="{1A298223-98FD-E341-82D0-8E10982F1E3B}" type="pres">
      <dgm:prSet presAssocID="{3B037136-8E27-FD4B-8895-3DB648DB39C9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CC171512-F4C6-5448-B38B-7EA303721E37}" type="pres">
      <dgm:prSet presAssocID="{8152D2DA-B5A5-3B45-824D-EC2E6C0D8997}" presName="sp" presStyleCnt="0"/>
      <dgm:spPr/>
    </dgm:pt>
    <dgm:pt modelId="{2402FD64-9D48-B340-81B4-49197F625709}" type="pres">
      <dgm:prSet presAssocID="{215AD7DE-FA12-AF47-8489-73587D3A5D45}" presName="linNode" presStyleCnt="0"/>
      <dgm:spPr/>
    </dgm:pt>
    <dgm:pt modelId="{37D842A7-2FF4-734C-B854-038ADC8E59A3}" type="pres">
      <dgm:prSet presAssocID="{215AD7DE-FA12-AF47-8489-73587D3A5D45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ACEAC388-885C-394C-BAED-2B96360B5DB7}" type="pres">
      <dgm:prSet presAssocID="{26B7AED7-37EC-F74B-BCD0-A130478CB157}" presName="sp" presStyleCnt="0"/>
      <dgm:spPr/>
    </dgm:pt>
    <dgm:pt modelId="{952E7847-94E9-5747-BF81-E5CBDC7A1468}" type="pres">
      <dgm:prSet presAssocID="{CCBF1AED-7A46-AA45-A511-9902BE7CE735}" presName="linNode" presStyleCnt="0"/>
      <dgm:spPr/>
    </dgm:pt>
    <dgm:pt modelId="{42F5A194-ACFC-264C-A0FA-91D6143BECCC}" type="pres">
      <dgm:prSet presAssocID="{CCBF1AED-7A46-AA45-A511-9902BE7CE735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56428B93-DEE6-194C-956B-85A3CEA2ACAE}" type="pres">
      <dgm:prSet presAssocID="{F33FCB0D-24AF-F84E-A729-1B96F5C84460}" presName="sp" presStyleCnt="0"/>
      <dgm:spPr/>
    </dgm:pt>
    <dgm:pt modelId="{153D798C-9F32-8244-85AB-A58A4D94499D}" type="pres">
      <dgm:prSet presAssocID="{A2DC4BC2-8A85-9E43-BC05-A2CE24D36EFD}" presName="linNode" presStyleCnt="0"/>
      <dgm:spPr/>
    </dgm:pt>
    <dgm:pt modelId="{B3B02B80-D76F-3E42-AA2B-458F4780CAC1}" type="pres">
      <dgm:prSet presAssocID="{A2DC4BC2-8A85-9E43-BC05-A2CE24D36EF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7A42E909-D8F9-E84B-8F3A-57A65F27AB2F}" type="pres">
      <dgm:prSet presAssocID="{CE7D9D96-C411-B34E-B932-7F002399940A}" presName="sp" presStyleCnt="0"/>
      <dgm:spPr/>
    </dgm:pt>
    <dgm:pt modelId="{21956689-E666-2B46-A9A0-65A8DF410FE5}" type="pres">
      <dgm:prSet presAssocID="{C9811084-E800-7B46-9DDE-3EC459D4257F}" presName="linNode" presStyleCnt="0"/>
      <dgm:spPr/>
    </dgm:pt>
    <dgm:pt modelId="{771BE8F5-BC3B-8A4C-8741-51B65F15F1B2}" type="pres">
      <dgm:prSet presAssocID="{C9811084-E800-7B46-9DDE-3EC459D4257F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9816A51D-6D37-8242-A95F-3BAF5C518A6F}" srcId="{DD2ED19F-B1DC-2640-9E91-65905F931E26}" destId="{A2DC4BC2-8A85-9E43-BC05-A2CE24D36EFD}" srcOrd="3" destOrd="0" parTransId="{1302A13B-70EC-EE43-9502-6247F2C76845}" sibTransId="{CE7D9D96-C411-B34E-B932-7F002399940A}"/>
    <dgm:cxn modelId="{E8CEC41E-F0A5-1E40-AAD0-6213F9F6F53D}" type="presOf" srcId="{215AD7DE-FA12-AF47-8489-73587D3A5D45}" destId="{37D842A7-2FF4-734C-B854-038ADC8E59A3}" srcOrd="0" destOrd="0" presId="urn:microsoft.com/office/officeart/2005/8/layout/vList5"/>
    <dgm:cxn modelId="{DFBF6620-5444-C247-B2F4-EE57D317D7EB}" type="presOf" srcId="{A2DC4BC2-8A85-9E43-BC05-A2CE24D36EFD}" destId="{B3B02B80-D76F-3E42-AA2B-458F4780CAC1}" srcOrd="0" destOrd="0" presId="urn:microsoft.com/office/officeart/2005/8/layout/vList5"/>
    <dgm:cxn modelId="{BBF8675B-89BD-BB43-93D3-975E182D4AE2}" srcId="{DD2ED19F-B1DC-2640-9E91-65905F931E26}" destId="{3B037136-8E27-FD4B-8895-3DB648DB39C9}" srcOrd="0" destOrd="0" parTransId="{A3B560ED-745C-9642-9951-CCCDBE8CDA65}" sibTransId="{8152D2DA-B5A5-3B45-824D-EC2E6C0D8997}"/>
    <dgm:cxn modelId="{64A6C65C-047C-1D42-B8C0-660B06E3D488}" type="presOf" srcId="{3B037136-8E27-FD4B-8895-3DB648DB39C9}" destId="{1A298223-98FD-E341-82D0-8E10982F1E3B}" srcOrd="0" destOrd="0" presId="urn:microsoft.com/office/officeart/2005/8/layout/vList5"/>
    <dgm:cxn modelId="{E3852254-10A6-4F4F-A781-C35223C24792}" srcId="{DD2ED19F-B1DC-2640-9E91-65905F931E26}" destId="{CCBF1AED-7A46-AA45-A511-9902BE7CE735}" srcOrd="2" destOrd="0" parTransId="{5BEE156F-6A5C-5844-B56D-209743877425}" sibTransId="{F33FCB0D-24AF-F84E-A729-1B96F5C84460}"/>
    <dgm:cxn modelId="{97647F84-438A-4444-964F-050A02180C2D}" type="presOf" srcId="{C9811084-E800-7B46-9DDE-3EC459D4257F}" destId="{771BE8F5-BC3B-8A4C-8741-51B65F15F1B2}" srcOrd="0" destOrd="0" presId="urn:microsoft.com/office/officeart/2005/8/layout/vList5"/>
    <dgm:cxn modelId="{6928E58E-58A7-FA49-B8BA-BC683DE22A1B}" srcId="{DD2ED19F-B1DC-2640-9E91-65905F931E26}" destId="{215AD7DE-FA12-AF47-8489-73587D3A5D45}" srcOrd="1" destOrd="0" parTransId="{04362530-4D3A-6D44-B228-77B6E5D02F5B}" sibTransId="{26B7AED7-37EC-F74B-BCD0-A130478CB157}"/>
    <dgm:cxn modelId="{159379AE-DC96-6849-9711-07AE2AA0C701}" type="presOf" srcId="{CCBF1AED-7A46-AA45-A511-9902BE7CE735}" destId="{42F5A194-ACFC-264C-A0FA-91D6143BECCC}" srcOrd="0" destOrd="0" presId="urn:microsoft.com/office/officeart/2005/8/layout/vList5"/>
    <dgm:cxn modelId="{81B85BBB-05B9-7645-AC05-29B0FA85BFC5}" type="presOf" srcId="{DD2ED19F-B1DC-2640-9E91-65905F931E26}" destId="{86BC43F7-59B0-1942-86C0-FE5C68684FEF}" srcOrd="0" destOrd="0" presId="urn:microsoft.com/office/officeart/2005/8/layout/vList5"/>
    <dgm:cxn modelId="{2509E2C1-5F77-D54A-9615-86F6901155B5}" srcId="{DD2ED19F-B1DC-2640-9E91-65905F931E26}" destId="{C9811084-E800-7B46-9DDE-3EC459D4257F}" srcOrd="4" destOrd="0" parTransId="{ED9BBD16-D9C4-D146-BE18-9D47BA3DEB4A}" sibTransId="{882865B2-1F26-4046-9A05-209D86BE222F}"/>
    <dgm:cxn modelId="{92EF94DB-67E3-5342-8C41-A3B147795CC6}" type="presParOf" srcId="{86BC43F7-59B0-1942-86C0-FE5C68684FEF}" destId="{BB3343AF-336A-2547-B13F-DC23F9C8DB5E}" srcOrd="0" destOrd="0" presId="urn:microsoft.com/office/officeart/2005/8/layout/vList5"/>
    <dgm:cxn modelId="{221C58C2-6E9B-9E45-A206-6CF7D07724FB}" type="presParOf" srcId="{BB3343AF-336A-2547-B13F-DC23F9C8DB5E}" destId="{1A298223-98FD-E341-82D0-8E10982F1E3B}" srcOrd="0" destOrd="0" presId="urn:microsoft.com/office/officeart/2005/8/layout/vList5"/>
    <dgm:cxn modelId="{4A91859F-D171-2141-B426-D26CBBFF36CB}" type="presParOf" srcId="{86BC43F7-59B0-1942-86C0-FE5C68684FEF}" destId="{CC171512-F4C6-5448-B38B-7EA303721E37}" srcOrd="1" destOrd="0" presId="urn:microsoft.com/office/officeart/2005/8/layout/vList5"/>
    <dgm:cxn modelId="{C4838567-556A-8149-B6F6-029A6DA6C61E}" type="presParOf" srcId="{86BC43F7-59B0-1942-86C0-FE5C68684FEF}" destId="{2402FD64-9D48-B340-81B4-49197F625709}" srcOrd="2" destOrd="0" presId="urn:microsoft.com/office/officeart/2005/8/layout/vList5"/>
    <dgm:cxn modelId="{E77B1423-3D22-C043-B56D-CE6BEA0D3C65}" type="presParOf" srcId="{2402FD64-9D48-B340-81B4-49197F625709}" destId="{37D842A7-2FF4-734C-B854-038ADC8E59A3}" srcOrd="0" destOrd="0" presId="urn:microsoft.com/office/officeart/2005/8/layout/vList5"/>
    <dgm:cxn modelId="{7521C2B9-DE6D-F44D-9954-C6811FB858A7}" type="presParOf" srcId="{86BC43F7-59B0-1942-86C0-FE5C68684FEF}" destId="{ACEAC388-885C-394C-BAED-2B96360B5DB7}" srcOrd="3" destOrd="0" presId="urn:microsoft.com/office/officeart/2005/8/layout/vList5"/>
    <dgm:cxn modelId="{7FF3669D-7985-F142-9191-76E5296C53ED}" type="presParOf" srcId="{86BC43F7-59B0-1942-86C0-FE5C68684FEF}" destId="{952E7847-94E9-5747-BF81-E5CBDC7A1468}" srcOrd="4" destOrd="0" presId="urn:microsoft.com/office/officeart/2005/8/layout/vList5"/>
    <dgm:cxn modelId="{AE455D5F-60F1-CC47-8931-8518361151A2}" type="presParOf" srcId="{952E7847-94E9-5747-BF81-E5CBDC7A1468}" destId="{42F5A194-ACFC-264C-A0FA-91D6143BECCC}" srcOrd="0" destOrd="0" presId="urn:microsoft.com/office/officeart/2005/8/layout/vList5"/>
    <dgm:cxn modelId="{388C175F-88C3-5C44-93F4-AADC2E0B8011}" type="presParOf" srcId="{86BC43F7-59B0-1942-86C0-FE5C68684FEF}" destId="{56428B93-DEE6-194C-956B-85A3CEA2ACAE}" srcOrd="5" destOrd="0" presId="urn:microsoft.com/office/officeart/2005/8/layout/vList5"/>
    <dgm:cxn modelId="{3CC7BE83-7C6D-4046-A006-CCE3CC156E78}" type="presParOf" srcId="{86BC43F7-59B0-1942-86C0-FE5C68684FEF}" destId="{153D798C-9F32-8244-85AB-A58A4D94499D}" srcOrd="6" destOrd="0" presId="urn:microsoft.com/office/officeart/2005/8/layout/vList5"/>
    <dgm:cxn modelId="{DA0D9E59-D9B2-2744-8E2D-273FD8263936}" type="presParOf" srcId="{153D798C-9F32-8244-85AB-A58A4D94499D}" destId="{B3B02B80-D76F-3E42-AA2B-458F4780CAC1}" srcOrd="0" destOrd="0" presId="urn:microsoft.com/office/officeart/2005/8/layout/vList5"/>
    <dgm:cxn modelId="{00E9B14B-B971-AF43-AACD-D54AD927805C}" type="presParOf" srcId="{86BC43F7-59B0-1942-86C0-FE5C68684FEF}" destId="{7A42E909-D8F9-E84B-8F3A-57A65F27AB2F}" srcOrd="7" destOrd="0" presId="urn:microsoft.com/office/officeart/2005/8/layout/vList5"/>
    <dgm:cxn modelId="{624D7511-A3C9-E149-81C2-25D28824623D}" type="presParOf" srcId="{86BC43F7-59B0-1942-86C0-FE5C68684FEF}" destId="{21956689-E666-2B46-A9A0-65A8DF410FE5}" srcOrd="8" destOrd="0" presId="urn:microsoft.com/office/officeart/2005/8/layout/vList5"/>
    <dgm:cxn modelId="{714604CD-4F3E-6E40-BED0-A968E03ACA53}" type="presParOf" srcId="{21956689-E666-2B46-A9A0-65A8DF410FE5}" destId="{771BE8F5-BC3B-8A4C-8741-51B65F15F1B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C2258D-04FB-9F4E-8464-40CE60DE112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GB"/>
        </a:p>
      </dgm:t>
    </dgm:pt>
    <dgm:pt modelId="{415F4AA6-3078-564B-90CF-8C073F265B12}">
      <dgm:prSet/>
      <dgm:spPr/>
      <dgm:t>
        <a:bodyPr/>
        <a:lstStyle/>
        <a:p>
          <a:r>
            <a:rPr lang="en-US"/>
            <a:t>BIPOLAR QUESTIONS</a:t>
          </a:r>
          <a:endParaRPr lang="en-MY"/>
        </a:p>
      </dgm:t>
    </dgm:pt>
    <dgm:pt modelId="{AFDAEB70-FC22-7648-BDCC-823F01C455F6}" type="parTrans" cxnId="{CAA95A60-D832-1D4F-87AC-DDBADC44E5E0}">
      <dgm:prSet/>
      <dgm:spPr/>
      <dgm:t>
        <a:bodyPr/>
        <a:lstStyle/>
        <a:p>
          <a:endParaRPr lang="en-GB"/>
        </a:p>
      </dgm:t>
    </dgm:pt>
    <dgm:pt modelId="{F734CC5F-8CA4-5C46-8D2C-576914F47B47}" type="sibTrans" cxnId="{CAA95A60-D832-1D4F-87AC-DDBADC44E5E0}">
      <dgm:prSet/>
      <dgm:spPr/>
      <dgm:t>
        <a:bodyPr/>
        <a:lstStyle/>
        <a:p>
          <a:endParaRPr lang="en-GB"/>
        </a:p>
      </dgm:t>
    </dgm:pt>
    <dgm:pt modelId="{AD5B36A7-3369-C644-9BAC-8A490C985B8A}">
      <dgm:prSet/>
      <dgm:spPr/>
      <dgm:t>
        <a:bodyPr/>
        <a:lstStyle/>
        <a:p>
          <a:r>
            <a:rPr lang="en-US"/>
            <a:t>A special kind of closed question</a:t>
          </a:r>
          <a:endParaRPr lang="en-MY"/>
        </a:p>
      </dgm:t>
    </dgm:pt>
    <dgm:pt modelId="{4D7DDB8E-F5E9-1A4C-AC0B-1B5507F01E6D}" type="parTrans" cxnId="{FA56B5F1-5E41-5643-A9C8-84A51220BBF3}">
      <dgm:prSet/>
      <dgm:spPr/>
      <dgm:t>
        <a:bodyPr/>
        <a:lstStyle/>
        <a:p>
          <a:endParaRPr lang="en-GB"/>
        </a:p>
      </dgm:t>
    </dgm:pt>
    <dgm:pt modelId="{82F9F1DD-17E5-EB40-9DA6-92C56FF080BA}" type="sibTrans" cxnId="{FA56B5F1-5E41-5643-A9C8-84A51220BBF3}">
      <dgm:prSet/>
      <dgm:spPr/>
      <dgm:t>
        <a:bodyPr/>
        <a:lstStyle/>
        <a:p>
          <a:endParaRPr lang="en-GB"/>
        </a:p>
      </dgm:t>
    </dgm:pt>
    <dgm:pt modelId="{972CEAAC-EEF1-D34D-98CC-F06F41804983}">
      <dgm:prSet/>
      <dgm:spPr/>
      <dgm:t>
        <a:bodyPr/>
        <a:lstStyle/>
        <a:p>
          <a:r>
            <a:rPr lang="en-US"/>
            <a:t>Bipolar questions are those that may be answered with a “yes” or “no” or “agree” or “disagree”</a:t>
          </a:r>
          <a:endParaRPr lang="en-MY" dirty="0"/>
        </a:p>
      </dgm:t>
    </dgm:pt>
    <dgm:pt modelId="{C0D6A474-91E9-C74C-A04A-CEA59B72025F}" type="parTrans" cxnId="{43851805-FEB1-5747-813E-6C51DBDC639E}">
      <dgm:prSet/>
      <dgm:spPr/>
      <dgm:t>
        <a:bodyPr/>
        <a:lstStyle/>
        <a:p>
          <a:endParaRPr lang="en-GB"/>
        </a:p>
      </dgm:t>
    </dgm:pt>
    <dgm:pt modelId="{2668C44F-58E2-8844-B8D3-37A92EDAECEC}" type="sibTrans" cxnId="{43851805-FEB1-5747-813E-6C51DBDC639E}">
      <dgm:prSet/>
      <dgm:spPr/>
      <dgm:t>
        <a:bodyPr/>
        <a:lstStyle/>
        <a:p>
          <a:endParaRPr lang="en-GB"/>
        </a:p>
      </dgm:t>
    </dgm:pt>
    <dgm:pt modelId="{F9E5F23B-7251-D04D-802A-F36ACAE9BF56}">
      <dgm:prSet/>
      <dgm:spPr/>
      <dgm:t>
        <a:bodyPr/>
        <a:lstStyle/>
        <a:p>
          <a:r>
            <a:rPr lang="en-US"/>
            <a:t>Bipolar questions should be used carefully</a:t>
          </a:r>
          <a:endParaRPr lang="en-MY"/>
        </a:p>
      </dgm:t>
    </dgm:pt>
    <dgm:pt modelId="{30F9BF2E-96D2-6243-BDFC-F1A76CD0486F}" type="parTrans" cxnId="{701D60BA-2E37-C84C-BE24-B3F8582E8036}">
      <dgm:prSet/>
      <dgm:spPr/>
      <dgm:t>
        <a:bodyPr/>
        <a:lstStyle/>
        <a:p>
          <a:endParaRPr lang="en-GB"/>
        </a:p>
      </dgm:t>
    </dgm:pt>
    <dgm:pt modelId="{9D946A7E-1D25-C541-B28E-5AE54E9FE84D}" type="sibTrans" cxnId="{701D60BA-2E37-C84C-BE24-B3F8582E8036}">
      <dgm:prSet/>
      <dgm:spPr/>
      <dgm:t>
        <a:bodyPr/>
        <a:lstStyle/>
        <a:p>
          <a:endParaRPr lang="en-GB"/>
        </a:p>
      </dgm:t>
    </dgm:pt>
    <dgm:pt modelId="{9DCC0F36-1ADF-1844-B671-876D78C0C967}">
      <dgm:prSet/>
      <dgm:spPr/>
      <dgm:t>
        <a:bodyPr/>
        <a:lstStyle/>
        <a:p>
          <a:r>
            <a:rPr lang="en-US"/>
            <a:t>Probing questions elicit more detail about previous questions</a:t>
          </a:r>
          <a:endParaRPr lang="en-MY"/>
        </a:p>
      </dgm:t>
    </dgm:pt>
    <dgm:pt modelId="{7947A268-8FBA-EF4D-8891-5A34026E5F67}" type="parTrans" cxnId="{3766F4EC-FB90-B74A-9FCF-B68DCEF052A4}">
      <dgm:prSet/>
      <dgm:spPr/>
      <dgm:t>
        <a:bodyPr/>
        <a:lstStyle/>
        <a:p>
          <a:endParaRPr lang="en-GB"/>
        </a:p>
      </dgm:t>
    </dgm:pt>
    <dgm:pt modelId="{226A0A17-34CA-444C-BF48-2EDC9C7DC9EA}" type="sibTrans" cxnId="{3766F4EC-FB90-B74A-9FCF-B68DCEF052A4}">
      <dgm:prSet/>
      <dgm:spPr/>
      <dgm:t>
        <a:bodyPr/>
        <a:lstStyle/>
        <a:p>
          <a:endParaRPr lang="en-GB"/>
        </a:p>
      </dgm:t>
    </dgm:pt>
    <dgm:pt modelId="{8C6F89C8-42D2-0643-AE97-27F171AA4186}">
      <dgm:prSet/>
      <dgm:spPr/>
      <dgm:t>
        <a:bodyPr/>
        <a:lstStyle/>
        <a:p>
          <a:r>
            <a:rPr lang="en-US"/>
            <a:t>PROBE QUESTIONS</a:t>
          </a:r>
          <a:endParaRPr lang="en-MY"/>
        </a:p>
      </dgm:t>
    </dgm:pt>
    <dgm:pt modelId="{8B55DAF9-CF6E-7045-9A5A-D67A7A352642}" type="parTrans" cxnId="{7BF2BD9A-156E-EC43-90D7-36028132420A}">
      <dgm:prSet/>
      <dgm:spPr/>
      <dgm:t>
        <a:bodyPr/>
        <a:lstStyle/>
        <a:p>
          <a:endParaRPr lang="en-GB"/>
        </a:p>
      </dgm:t>
    </dgm:pt>
    <dgm:pt modelId="{78D45A76-2043-224D-A554-459A32A924EB}" type="sibTrans" cxnId="{7BF2BD9A-156E-EC43-90D7-36028132420A}">
      <dgm:prSet/>
      <dgm:spPr/>
      <dgm:t>
        <a:bodyPr/>
        <a:lstStyle/>
        <a:p>
          <a:endParaRPr lang="en-GB"/>
        </a:p>
      </dgm:t>
    </dgm:pt>
    <dgm:pt modelId="{2049119C-5B0D-A546-82C5-D481C2370F57}">
      <dgm:prSet/>
      <dgm:spPr/>
      <dgm:t>
        <a:bodyPr/>
        <a:lstStyle/>
        <a:p>
          <a:r>
            <a:rPr lang="en-US"/>
            <a:t>The purpose of probing questions is:</a:t>
          </a:r>
          <a:endParaRPr lang="en-MY"/>
        </a:p>
      </dgm:t>
    </dgm:pt>
    <dgm:pt modelId="{475A55CF-DA5D-1D43-8549-D541CBF00D51}" type="parTrans" cxnId="{B941C2AA-189B-E542-BD70-D35F21C78C8B}">
      <dgm:prSet/>
      <dgm:spPr/>
      <dgm:t>
        <a:bodyPr/>
        <a:lstStyle/>
        <a:p>
          <a:endParaRPr lang="en-GB"/>
        </a:p>
      </dgm:t>
    </dgm:pt>
    <dgm:pt modelId="{5A8E001C-701A-9A45-BC8F-90234D476334}" type="sibTrans" cxnId="{B941C2AA-189B-E542-BD70-D35F21C78C8B}">
      <dgm:prSet/>
      <dgm:spPr/>
      <dgm:t>
        <a:bodyPr/>
        <a:lstStyle/>
        <a:p>
          <a:endParaRPr lang="en-GB"/>
        </a:p>
      </dgm:t>
    </dgm:pt>
    <dgm:pt modelId="{625CCEDD-7051-AC40-9D7E-A267264BBB1D}">
      <dgm:prSet/>
      <dgm:spPr/>
      <dgm:t>
        <a:bodyPr/>
        <a:lstStyle/>
        <a:p>
          <a:r>
            <a:rPr lang="en-US"/>
            <a:t>To get more meaning</a:t>
          </a:r>
          <a:endParaRPr lang="en-MY"/>
        </a:p>
      </dgm:t>
    </dgm:pt>
    <dgm:pt modelId="{F9F7ED3A-9683-A644-98FC-D71284E663AD}" type="parTrans" cxnId="{05EF46FD-7C16-6647-93B5-DCEB7ACD349E}">
      <dgm:prSet/>
      <dgm:spPr/>
      <dgm:t>
        <a:bodyPr/>
        <a:lstStyle/>
        <a:p>
          <a:endParaRPr lang="en-GB"/>
        </a:p>
      </dgm:t>
    </dgm:pt>
    <dgm:pt modelId="{7129C483-2C28-4642-A08B-6F6562E610A4}" type="sibTrans" cxnId="{05EF46FD-7C16-6647-93B5-DCEB7ACD349E}">
      <dgm:prSet/>
      <dgm:spPr/>
      <dgm:t>
        <a:bodyPr/>
        <a:lstStyle/>
        <a:p>
          <a:endParaRPr lang="en-GB"/>
        </a:p>
      </dgm:t>
    </dgm:pt>
    <dgm:pt modelId="{D1F380B0-3BEA-DD48-A1BC-1FC5FD08716D}">
      <dgm:prSet/>
      <dgm:spPr/>
      <dgm:t>
        <a:bodyPr/>
        <a:lstStyle/>
        <a:p>
          <a:r>
            <a:rPr lang="en-US" dirty="0"/>
            <a:t>To clarify</a:t>
          </a:r>
          <a:endParaRPr lang="en-MY" dirty="0"/>
        </a:p>
      </dgm:t>
    </dgm:pt>
    <dgm:pt modelId="{EF361C9C-95A5-DC41-A5EF-BA57C5D4C816}" type="parTrans" cxnId="{79AE263C-8BD2-F943-BBA6-B2BA7234DDA8}">
      <dgm:prSet/>
      <dgm:spPr/>
      <dgm:t>
        <a:bodyPr/>
        <a:lstStyle/>
        <a:p>
          <a:endParaRPr lang="en-GB"/>
        </a:p>
      </dgm:t>
    </dgm:pt>
    <dgm:pt modelId="{F8960ABF-E4B9-6C4E-97B0-496A9C76B864}" type="sibTrans" cxnId="{79AE263C-8BD2-F943-BBA6-B2BA7234DDA8}">
      <dgm:prSet/>
      <dgm:spPr/>
      <dgm:t>
        <a:bodyPr/>
        <a:lstStyle/>
        <a:p>
          <a:endParaRPr lang="en-GB"/>
        </a:p>
      </dgm:t>
    </dgm:pt>
    <dgm:pt modelId="{49904161-0654-E846-92EB-BDD8B114C750}">
      <dgm:prSet/>
      <dgm:spPr/>
      <dgm:t>
        <a:bodyPr/>
        <a:lstStyle/>
        <a:p>
          <a:r>
            <a:rPr lang="en-US"/>
            <a:t>To draw out and expand on the interviewee’s point</a:t>
          </a:r>
          <a:endParaRPr lang="en-MY"/>
        </a:p>
      </dgm:t>
    </dgm:pt>
    <dgm:pt modelId="{A57CAF08-A09D-014D-948F-B62B6325952E}" type="parTrans" cxnId="{8D0B9120-FAEE-A54B-856E-24412158E532}">
      <dgm:prSet/>
      <dgm:spPr/>
      <dgm:t>
        <a:bodyPr/>
        <a:lstStyle/>
        <a:p>
          <a:endParaRPr lang="en-GB"/>
        </a:p>
      </dgm:t>
    </dgm:pt>
    <dgm:pt modelId="{E6E75C57-64B2-594F-86D6-D7A8DE012386}" type="sibTrans" cxnId="{8D0B9120-FAEE-A54B-856E-24412158E532}">
      <dgm:prSet/>
      <dgm:spPr/>
      <dgm:t>
        <a:bodyPr/>
        <a:lstStyle/>
        <a:p>
          <a:endParaRPr lang="en-GB"/>
        </a:p>
      </dgm:t>
    </dgm:pt>
    <dgm:pt modelId="{0E9C8FDC-4FDD-7342-88DE-1024D8E6BB18}">
      <dgm:prSet/>
      <dgm:spPr/>
      <dgm:t>
        <a:bodyPr/>
        <a:lstStyle/>
        <a:p>
          <a:r>
            <a:rPr lang="en-US"/>
            <a:t>May be either open-ended or closed</a:t>
          </a:r>
          <a:endParaRPr lang="en-MY"/>
        </a:p>
      </dgm:t>
    </dgm:pt>
    <dgm:pt modelId="{5B9064D3-A936-6B46-BAF6-2D460633A084}" type="parTrans" cxnId="{73B7B2FF-C1A4-D54C-922D-E63741DBCE55}">
      <dgm:prSet/>
      <dgm:spPr/>
      <dgm:t>
        <a:bodyPr/>
        <a:lstStyle/>
        <a:p>
          <a:endParaRPr lang="en-GB"/>
        </a:p>
      </dgm:t>
    </dgm:pt>
    <dgm:pt modelId="{E786EAD8-A09B-DA40-8D50-10D4611DC4F5}" type="sibTrans" cxnId="{73B7B2FF-C1A4-D54C-922D-E63741DBCE55}">
      <dgm:prSet/>
      <dgm:spPr/>
      <dgm:t>
        <a:bodyPr/>
        <a:lstStyle/>
        <a:p>
          <a:endParaRPr lang="en-GB"/>
        </a:p>
      </dgm:t>
    </dgm:pt>
    <dgm:pt modelId="{DA8F635D-9498-B045-B471-D5D6FB0A8BCE}">
      <dgm:prSet/>
      <dgm:spPr/>
      <dgm:t>
        <a:bodyPr/>
        <a:lstStyle/>
        <a:p>
          <a:r>
            <a:rPr lang="en-US"/>
            <a:t>E.g., “Why?” or “Please explain more for me”</a:t>
          </a:r>
          <a:endParaRPr lang="en-MY"/>
        </a:p>
      </dgm:t>
    </dgm:pt>
    <dgm:pt modelId="{D3C40B45-F58F-BE45-A06A-52314402C966}" type="parTrans" cxnId="{D5E78653-6886-E043-8234-696A25082A1E}">
      <dgm:prSet/>
      <dgm:spPr/>
      <dgm:t>
        <a:bodyPr/>
        <a:lstStyle/>
        <a:p>
          <a:endParaRPr lang="en-GB"/>
        </a:p>
      </dgm:t>
    </dgm:pt>
    <dgm:pt modelId="{A00FBCD6-C4FA-8347-9D7D-58547AB7F54E}" type="sibTrans" cxnId="{D5E78653-6886-E043-8234-696A25082A1E}">
      <dgm:prSet/>
      <dgm:spPr/>
      <dgm:t>
        <a:bodyPr/>
        <a:lstStyle/>
        <a:p>
          <a:endParaRPr lang="en-GB"/>
        </a:p>
      </dgm:t>
    </dgm:pt>
    <dgm:pt modelId="{5BACDF85-13AB-0845-8708-44CEC9DEA9A1}" type="pres">
      <dgm:prSet presAssocID="{80C2258D-04FB-9F4E-8464-40CE60DE1123}" presName="linear" presStyleCnt="0">
        <dgm:presLayoutVars>
          <dgm:animLvl val="lvl"/>
          <dgm:resizeHandles val="exact"/>
        </dgm:presLayoutVars>
      </dgm:prSet>
      <dgm:spPr/>
    </dgm:pt>
    <dgm:pt modelId="{2F5C03A0-CF78-5746-953A-89ABD9CDD0E2}" type="pres">
      <dgm:prSet presAssocID="{415F4AA6-3078-564B-90CF-8C073F265B1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D5847BC-E6AD-5546-B5D1-064AFD58F9FF}" type="pres">
      <dgm:prSet presAssocID="{415F4AA6-3078-564B-90CF-8C073F265B12}" presName="childText" presStyleLbl="revTx" presStyleIdx="0" presStyleCnt="2">
        <dgm:presLayoutVars>
          <dgm:bulletEnabled val="1"/>
        </dgm:presLayoutVars>
      </dgm:prSet>
      <dgm:spPr/>
    </dgm:pt>
    <dgm:pt modelId="{EE1DE72F-4D02-EF4A-9EF3-30C148BE0826}" type="pres">
      <dgm:prSet presAssocID="{8C6F89C8-42D2-0643-AE97-27F171AA418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BB3E7DA-AD3C-2A40-A6EA-E9272EF5DBF1}" type="pres">
      <dgm:prSet presAssocID="{8C6F89C8-42D2-0643-AE97-27F171AA418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3851805-FEB1-5747-813E-6C51DBDC639E}" srcId="{415F4AA6-3078-564B-90CF-8C073F265B12}" destId="{972CEAAC-EEF1-D34D-98CC-F06F41804983}" srcOrd="1" destOrd="0" parTransId="{C0D6A474-91E9-C74C-A04A-CEA59B72025F}" sibTransId="{2668C44F-58E2-8844-B8D3-37A92EDAECEC}"/>
    <dgm:cxn modelId="{D3E6900B-6D54-CF41-BD9B-F68CEBC26078}" type="presOf" srcId="{49904161-0654-E846-92EB-BDD8B114C750}" destId="{5BB3E7DA-AD3C-2A40-A6EA-E9272EF5DBF1}" srcOrd="0" destOrd="3" presId="urn:microsoft.com/office/officeart/2005/8/layout/vList2"/>
    <dgm:cxn modelId="{8D0B9120-FAEE-A54B-856E-24412158E532}" srcId="{2049119C-5B0D-A546-82C5-D481C2370F57}" destId="{49904161-0654-E846-92EB-BDD8B114C750}" srcOrd="2" destOrd="0" parTransId="{A57CAF08-A09D-014D-948F-B62B6325952E}" sibTransId="{E6E75C57-64B2-594F-86D6-D7A8DE012386}"/>
    <dgm:cxn modelId="{086CEE2B-8EBA-1F47-9B48-103FCDF73E8E}" type="presOf" srcId="{8C6F89C8-42D2-0643-AE97-27F171AA4186}" destId="{EE1DE72F-4D02-EF4A-9EF3-30C148BE0826}" srcOrd="0" destOrd="0" presId="urn:microsoft.com/office/officeart/2005/8/layout/vList2"/>
    <dgm:cxn modelId="{0FBDCC31-9F47-3443-A7B6-20F6918C2569}" type="presOf" srcId="{2049119C-5B0D-A546-82C5-D481C2370F57}" destId="{5BB3E7DA-AD3C-2A40-A6EA-E9272EF5DBF1}" srcOrd="0" destOrd="0" presId="urn:microsoft.com/office/officeart/2005/8/layout/vList2"/>
    <dgm:cxn modelId="{D69C9934-8B9C-E34F-AB20-A28D3CB46CD8}" type="presOf" srcId="{0E9C8FDC-4FDD-7342-88DE-1024D8E6BB18}" destId="{5BB3E7DA-AD3C-2A40-A6EA-E9272EF5DBF1}" srcOrd="0" destOrd="4" presId="urn:microsoft.com/office/officeart/2005/8/layout/vList2"/>
    <dgm:cxn modelId="{79AE263C-8BD2-F943-BBA6-B2BA7234DDA8}" srcId="{2049119C-5B0D-A546-82C5-D481C2370F57}" destId="{D1F380B0-3BEA-DD48-A1BC-1FC5FD08716D}" srcOrd="1" destOrd="0" parTransId="{EF361C9C-95A5-DC41-A5EF-BA57C5D4C816}" sibTransId="{F8960ABF-E4B9-6C4E-97B0-496A9C76B864}"/>
    <dgm:cxn modelId="{7ACA473F-AEE9-D149-AAD0-E1CAC54031E8}" type="presOf" srcId="{972CEAAC-EEF1-D34D-98CC-F06F41804983}" destId="{DD5847BC-E6AD-5546-B5D1-064AFD58F9FF}" srcOrd="0" destOrd="1" presId="urn:microsoft.com/office/officeart/2005/8/layout/vList2"/>
    <dgm:cxn modelId="{DA0A655C-2783-9342-8C3D-348B9C768C36}" type="presOf" srcId="{415F4AA6-3078-564B-90CF-8C073F265B12}" destId="{2F5C03A0-CF78-5746-953A-89ABD9CDD0E2}" srcOrd="0" destOrd="0" presId="urn:microsoft.com/office/officeart/2005/8/layout/vList2"/>
    <dgm:cxn modelId="{BBF1BB5D-52AB-8C47-B389-B13C0443AB14}" type="presOf" srcId="{80C2258D-04FB-9F4E-8464-40CE60DE1123}" destId="{5BACDF85-13AB-0845-8708-44CEC9DEA9A1}" srcOrd="0" destOrd="0" presId="urn:microsoft.com/office/officeart/2005/8/layout/vList2"/>
    <dgm:cxn modelId="{54C0135F-050A-9C44-A090-346888BEBDC3}" type="presOf" srcId="{625CCEDD-7051-AC40-9D7E-A267264BBB1D}" destId="{5BB3E7DA-AD3C-2A40-A6EA-E9272EF5DBF1}" srcOrd="0" destOrd="1" presId="urn:microsoft.com/office/officeart/2005/8/layout/vList2"/>
    <dgm:cxn modelId="{CAA95A60-D832-1D4F-87AC-DDBADC44E5E0}" srcId="{80C2258D-04FB-9F4E-8464-40CE60DE1123}" destId="{415F4AA6-3078-564B-90CF-8C073F265B12}" srcOrd="0" destOrd="0" parTransId="{AFDAEB70-FC22-7648-BDCC-823F01C455F6}" sibTransId="{F734CC5F-8CA4-5C46-8D2C-576914F47B47}"/>
    <dgm:cxn modelId="{A5C2DF50-6662-B24B-82EB-47027F5C8B70}" type="presOf" srcId="{AD5B36A7-3369-C644-9BAC-8A490C985B8A}" destId="{DD5847BC-E6AD-5546-B5D1-064AFD58F9FF}" srcOrd="0" destOrd="0" presId="urn:microsoft.com/office/officeart/2005/8/layout/vList2"/>
    <dgm:cxn modelId="{D5E78653-6886-E043-8234-696A25082A1E}" srcId="{8C6F89C8-42D2-0643-AE97-27F171AA4186}" destId="{DA8F635D-9498-B045-B471-D5D6FB0A8BCE}" srcOrd="2" destOrd="0" parTransId="{D3C40B45-F58F-BE45-A06A-52314402C966}" sibTransId="{A00FBCD6-C4FA-8347-9D7D-58547AB7F54E}"/>
    <dgm:cxn modelId="{2C502D8B-56A9-F149-9FB1-1D0FB280FDE0}" type="presOf" srcId="{9DCC0F36-1ADF-1844-B671-876D78C0C967}" destId="{DD5847BC-E6AD-5546-B5D1-064AFD58F9FF}" srcOrd="0" destOrd="3" presId="urn:microsoft.com/office/officeart/2005/8/layout/vList2"/>
    <dgm:cxn modelId="{7BF2BD9A-156E-EC43-90D7-36028132420A}" srcId="{80C2258D-04FB-9F4E-8464-40CE60DE1123}" destId="{8C6F89C8-42D2-0643-AE97-27F171AA4186}" srcOrd="1" destOrd="0" parTransId="{8B55DAF9-CF6E-7045-9A5A-D67A7A352642}" sibTransId="{78D45A76-2043-224D-A554-459A32A924EB}"/>
    <dgm:cxn modelId="{7F7023A1-9573-BC4B-92D6-6B2554AE32F0}" type="presOf" srcId="{DA8F635D-9498-B045-B471-D5D6FB0A8BCE}" destId="{5BB3E7DA-AD3C-2A40-A6EA-E9272EF5DBF1}" srcOrd="0" destOrd="5" presId="urn:microsoft.com/office/officeart/2005/8/layout/vList2"/>
    <dgm:cxn modelId="{B941C2AA-189B-E542-BD70-D35F21C78C8B}" srcId="{8C6F89C8-42D2-0643-AE97-27F171AA4186}" destId="{2049119C-5B0D-A546-82C5-D481C2370F57}" srcOrd="0" destOrd="0" parTransId="{475A55CF-DA5D-1D43-8549-D541CBF00D51}" sibTransId="{5A8E001C-701A-9A45-BC8F-90234D476334}"/>
    <dgm:cxn modelId="{54F048AB-56AF-5C4A-BA23-62DA2BD109BD}" type="presOf" srcId="{D1F380B0-3BEA-DD48-A1BC-1FC5FD08716D}" destId="{5BB3E7DA-AD3C-2A40-A6EA-E9272EF5DBF1}" srcOrd="0" destOrd="2" presId="urn:microsoft.com/office/officeart/2005/8/layout/vList2"/>
    <dgm:cxn modelId="{701D60BA-2E37-C84C-BE24-B3F8582E8036}" srcId="{415F4AA6-3078-564B-90CF-8C073F265B12}" destId="{F9E5F23B-7251-D04D-802A-F36ACAE9BF56}" srcOrd="2" destOrd="0" parTransId="{30F9BF2E-96D2-6243-BDFC-F1A76CD0486F}" sibTransId="{9D946A7E-1D25-C541-B28E-5AE54E9FE84D}"/>
    <dgm:cxn modelId="{772B57E2-60B3-A949-8CCE-FF0C86290BBE}" type="presOf" srcId="{F9E5F23B-7251-D04D-802A-F36ACAE9BF56}" destId="{DD5847BC-E6AD-5546-B5D1-064AFD58F9FF}" srcOrd="0" destOrd="2" presId="urn:microsoft.com/office/officeart/2005/8/layout/vList2"/>
    <dgm:cxn modelId="{3766F4EC-FB90-B74A-9FCF-B68DCEF052A4}" srcId="{415F4AA6-3078-564B-90CF-8C073F265B12}" destId="{9DCC0F36-1ADF-1844-B671-876D78C0C967}" srcOrd="3" destOrd="0" parTransId="{7947A268-8FBA-EF4D-8891-5A34026E5F67}" sibTransId="{226A0A17-34CA-444C-BF48-2EDC9C7DC9EA}"/>
    <dgm:cxn modelId="{FA56B5F1-5E41-5643-A9C8-84A51220BBF3}" srcId="{415F4AA6-3078-564B-90CF-8C073F265B12}" destId="{AD5B36A7-3369-C644-9BAC-8A490C985B8A}" srcOrd="0" destOrd="0" parTransId="{4D7DDB8E-F5E9-1A4C-AC0B-1B5507F01E6D}" sibTransId="{82F9F1DD-17E5-EB40-9DA6-92C56FF080BA}"/>
    <dgm:cxn modelId="{05EF46FD-7C16-6647-93B5-DCEB7ACD349E}" srcId="{2049119C-5B0D-A546-82C5-D481C2370F57}" destId="{625CCEDD-7051-AC40-9D7E-A267264BBB1D}" srcOrd="0" destOrd="0" parTransId="{F9F7ED3A-9683-A644-98FC-D71284E663AD}" sibTransId="{7129C483-2C28-4642-A08B-6F6562E610A4}"/>
    <dgm:cxn modelId="{73B7B2FF-C1A4-D54C-922D-E63741DBCE55}" srcId="{8C6F89C8-42D2-0643-AE97-27F171AA4186}" destId="{0E9C8FDC-4FDD-7342-88DE-1024D8E6BB18}" srcOrd="1" destOrd="0" parTransId="{5B9064D3-A936-6B46-BAF6-2D460633A084}" sibTransId="{E786EAD8-A09B-DA40-8D50-10D4611DC4F5}"/>
    <dgm:cxn modelId="{A2CA5565-6BC8-294B-8DE5-4C3F395915B1}" type="presParOf" srcId="{5BACDF85-13AB-0845-8708-44CEC9DEA9A1}" destId="{2F5C03A0-CF78-5746-953A-89ABD9CDD0E2}" srcOrd="0" destOrd="0" presId="urn:microsoft.com/office/officeart/2005/8/layout/vList2"/>
    <dgm:cxn modelId="{E861AA71-72C7-024B-AE5A-450C2626BFE6}" type="presParOf" srcId="{5BACDF85-13AB-0845-8708-44CEC9DEA9A1}" destId="{DD5847BC-E6AD-5546-B5D1-064AFD58F9FF}" srcOrd="1" destOrd="0" presId="urn:microsoft.com/office/officeart/2005/8/layout/vList2"/>
    <dgm:cxn modelId="{D37DB18D-DE8B-A445-BFB7-B26713E348A8}" type="presParOf" srcId="{5BACDF85-13AB-0845-8708-44CEC9DEA9A1}" destId="{EE1DE72F-4D02-EF4A-9EF3-30C148BE0826}" srcOrd="2" destOrd="0" presId="urn:microsoft.com/office/officeart/2005/8/layout/vList2"/>
    <dgm:cxn modelId="{C4AA8C03-DB96-A845-8883-BC8EDD571958}" type="presParOf" srcId="{5BACDF85-13AB-0845-8708-44CEC9DEA9A1}" destId="{5BB3E7DA-AD3C-2A40-A6EA-E9272EF5DBF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D6CFC6-17F3-7141-A065-83856B413657}" type="doc">
      <dgm:prSet loTypeId="urn:microsoft.com/office/officeart/2005/8/layout/pList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0C9AD5BC-23F4-1D48-BB91-39AA93487CF2}">
      <dgm:prSet/>
      <dgm:spPr/>
      <dgm:t>
        <a:bodyPr/>
        <a:lstStyle/>
        <a:p>
          <a:pPr algn="ctr"/>
          <a:r>
            <a:rPr lang="en-US" b="1" dirty="0"/>
            <a:t>PYRAMID </a:t>
          </a:r>
          <a:endParaRPr lang="en-MY" b="1" dirty="0"/>
        </a:p>
      </dgm:t>
    </dgm:pt>
    <dgm:pt modelId="{1580F0C5-2BD8-2440-B9F5-2022EFC3D57A}" type="parTrans" cxnId="{05B1101B-16FD-0349-87C9-09957039F369}">
      <dgm:prSet/>
      <dgm:spPr/>
      <dgm:t>
        <a:bodyPr/>
        <a:lstStyle/>
        <a:p>
          <a:endParaRPr lang="en-GB"/>
        </a:p>
      </dgm:t>
    </dgm:pt>
    <dgm:pt modelId="{42C15159-B1BD-C948-BC71-D0EDB9C67E34}" type="sibTrans" cxnId="{05B1101B-16FD-0349-87C9-09957039F369}">
      <dgm:prSet/>
      <dgm:spPr/>
      <dgm:t>
        <a:bodyPr/>
        <a:lstStyle/>
        <a:p>
          <a:endParaRPr lang="en-GB"/>
        </a:p>
      </dgm:t>
    </dgm:pt>
    <dgm:pt modelId="{400B889B-463F-ED41-B770-E658E574C5D2}">
      <dgm:prSet/>
      <dgm:spPr/>
      <dgm:t>
        <a:bodyPr/>
        <a:lstStyle/>
        <a:p>
          <a:pPr algn="l"/>
          <a:r>
            <a:rPr lang="en-US" dirty="0"/>
            <a:t>Starting with closed questions and working toward open-ended questions</a:t>
          </a:r>
          <a:endParaRPr lang="en-MY" dirty="0"/>
        </a:p>
      </dgm:t>
    </dgm:pt>
    <dgm:pt modelId="{FDBA0F19-EE0D-0F40-A1C5-90C5D46B1B0E}" type="parTrans" cxnId="{CAE14364-3951-9444-BBC3-5610D75EE523}">
      <dgm:prSet/>
      <dgm:spPr/>
      <dgm:t>
        <a:bodyPr/>
        <a:lstStyle/>
        <a:p>
          <a:endParaRPr lang="en-GB"/>
        </a:p>
      </dgm:t>
    </dgm:pt>
    <dgm:pt modelId="{505FDA5F-5880-E546-BE31-D5C568E04C47}" type="sibTrans" cxnId="{CAE14364-3951-9444-BBC3-5610D75EE523}">
      <dgm:prSet/>
      <dgm:spPr/>
      <dgm:t>
        <a:bodyPr/>
        <a:lstStyle/>
        <a:p>
          <a:endParaRPr lang="en-GB"/>
        </a:p>
      </dgm:t>
    </dgm:pt>
    <dgm:pt modelId="{62A6E5CE-5FEF-D447-B403-18E687D323F7}">
      <dgm:prSet/>
      <dgm:spPr/>
      <dgm:t>
        <a:bodyPr/>
        <a:lstStyle/>
        <a:p>
          <a:pPr algn="ctr"/>
          <a:r>
            <a:rPr lang="en-US" b="1" dirty="0"/>
            <a:t>FUNNEL </a:t>
          </a:r>
          <a:endParaRPr lang="en-MY" b="1" dirty="0"/>
        </a:p>
      </dgm:t>
    </dgm:pt>
    <dgm:pt modelId="{8D66AF29-5E4A-C947-8439-DB34BF5B12E7}" type="parTrans" cxnId="{999CE197-E09D-BF48-9102-287B7D8039C8}">
      <dgm:prSet/>
      <dgm:spPr/>
      <dgm:t>
        <a:bodyPr/>
        <a:lstStyle/>
        <a:p>
          <a:endParaRPr lang="en-GB"/>
        </a:p>
      </dgm:t>
    </dgm:pt>
    <dgm:pt modelId="{AC345F96-43B8-CA41-9C40-241212E74B07}" type="sibTrans" cxnId="{999CE197-E09D-BF48-9102-287B7D8039C8}">
      <dgm:prSet/>
      <dgm:spPr/>
      <dgm:t>
        <a:bodyPr/>
        <a:lstStyle/>
        <a:p>
          <a:endParaRPr lang="en-GB"/>
        </a:p>
      </dgm:t>
    </dgm:pt>
    <dgm:pt modelId="{D189BB2E-443B-174C-B94F-7F01D2D2E534}">
      <dgm:prSet/>
      <dgm:spPr/>
      <dgm:t>
        <a:bodyPr/>
        <a:lstStyle/>
        <a:p>
          <a:pPr algn="l"/>
          <a:r>
            <a:rPr lang="en-US" dirty="0"/>
            <a:t>Starting with open-ended questions and working toward closed questions</a:t>
          </a:r>
          <a:endParaRPr lang="en-MY" dirty="0"/>
        </a:p>
      </dgm:t>
    </dgm:pt>
    <dgm:pt modelId="{93CD1924-21DF-B543-AE89-24B55197CEFF}" type="parTrans" cxnId="{04229EA0-1A3C-574A-9A84-5155AB7F8D78}">
      <dgm:prSet/>
      <dgm:spPr/>
      <dgm:t>
        <a:bodyPr/>
        <a:lstStyle/>
        <a:p>
          <a:endParaRPr lang="en-GB"/>
        </a:p>
      </dgm:t>
    </dgm:pt>
    <dgm:pt modelId="{7D879536-82A5-6E43-9858-490B16A094DE}" type="sibTrans" cxnId="{04229EA0-1A3C-574A-9A84-5155AB7F8D78}">
      <dgm:prSet/>
      <dgm:spPr/>
      <dgm:t>
        <a:bodyPr/>
        <a:lstStyle/>
        <a:p>
          <a:endParaRPr lang="en-GB"/>
        </a:p>
      </dgm:t>
    </dgm:pt>
    <dgm:pt modelId="{717E456A-9A61-3446-B77F-A8F1CB87E255}">
      <dgm:prSet/>
      <dgm:spPr/>
      <dgm:t>
        <a:bodyPr/>
        <a:lstStyle/>
        <a:p>
          <a:pPr algn="ctr"/>
          <a:r>
            <a:rPr lang="en-US" b="1" dirty="0"/>
            <a:t>DIAMOND </a:t>
          </a:r>
          <a:endParaRPr lang="en-MY" b="1" dirty="0"/>
        </a:p>
      </dgm:t>
    </dgm:pt>
    <dgm:pt modelId="{99114405-94AA-C34B-BD61-4FFD4ECC32CA}" type="parTrans" cxnId="{6CDFBED1-93DE-2D48-A5F0-48BDC6407215}">
      <dgm:prSet/>
      <dgm:spPr/>
      <dgm:t>
        <a:bodyPr/>
        <a:lstStyle/>
        <a:p>
          <a:endParaRPr lang="en-GB"/>
        </a:p>
      </dgm:t>
    </dgm:pt>
    <dgm:pt modelId="{13C8E6EB-9909-ED4E-BD90-CD934836F1B8}" type="sibTrans" cxnId="{6CDFBED1-93DE-2D48-A5F0-48BDC6407215}">
      <dgm:prSet/>
      <dgm:spPr/>
      <dgm:t>
        <a:bodyPr/>
        <a:lstStyle/>
        <a:p>
          <a:endParaRPr lang="en-GB"/>
        </a:p>
      </dgm:t>
    </dgm:pt>
    <dgm:pt modelId="{47A5C218-3C82-0A4B-9C2A-BF3E8C32522F}">
      <dgm:prSet/>
      <dgm:spPr/>
      <dgm:t>
        <a:bodyPr/>
        <a:lstStyle/>
        <a:p>
          <a:pPr algn="l"/>
          <a:r>
            <a:rPr lang="en-US" dirty="0"/>
            <a:t>Starting with closed, moving toward open-ended, and ending with closed questions</a:t>
          </a:r>
          <a:endParaRPr lang="en-MY" dirty="0"/>
        </a:p>
      </dgm:t>
    </dgm:pt>
    <dgm:pt modelId="{F6C3AC0D-AA1F-4648-8401-89D3273D8835}" type="parTrans" cxnId="{7FAA6B86-AD12-5143-BE06-620DCBA700E8}">
      <dgm:prSet/>
      <dgm:spPr/>
      <dgm:t>
        <a:bodyPr/>
        <a:lstStyle/>
        <a:p>
          <a:endParaRPr lang="en-GB"/>
        </a:p>
      </dgm:t>
    </dgm:pt>
    <dgm:pt modelId="{A8B149D0-D2AF-5549-B9EB-84B3913E2D70}" type="sibTrans" cxnId="{7FAA6B86-AD12-5143-BE06-620DCBA700E8}">
      <dgm:prSet/>
      <dgm:spPr/>
      <dgm:t>
        <a:bodyPr/>
        <a:lstStyle/>
        <a:p>
          <a:endParaRPr lang="en-GB"/>
        </a:p>
      </dgm:t>
    </dgm:pt>
    <dgm:pt modelId="{EF1F2655-3040-7148-B442-B69C723363C2}" type="pres">
      <dgm:prSet presAssocID="{13D6CFC6-17F3-7141-A065-83856B413657}" presName="Name0" presStyleCnt="0">
        <dgm:presLayoutVars>
          <dgm:dir/>
          <dgm:resizeHandles val="exact"/>
        </dgm:presLayoutVars>
      </dgm:prSet>
      <dgm:spPr/>
    </dgm:pt>
    <dgm:pt modelId="{71950A99-198C-C049-BEF5-DCF23C2B294D}" type="pres">
      <dgm:prSet presAssocID="{13D6CFC6-17F3-7141-A065-83856B413657}" presName="bkgdShp" presStyleLbl="alignAccFollowNode1" presStyleIdx="0" presStyleCnt="1" custLinFactNeighborX="276" custLinFactNeighborY="-2710"/>
      <dgm:spPr/>
    </dgm:pt>
    <dgm:pt modelId="{7D06799D-71BE-F14E-8107-985C9FA5C38D}" type="pres">
      <dgm:prSet presAssocID="{13D6CFC6-17F3-7141-A065-83856B413657}" presName="linComp" presStyleCnt="0"/>
      <dgm:spPr/>
    </dgm:pt>
    <dgm:pt modelId="{77528C8A-D2BD-9F46-940F-EB8DEC1E4B20}" type="pres">
      <dgm:prSet presAssocID="{0C9AD5BC-23F4-1D48-BB91-39AA93487CF2}" presName="compNode" presStyleCnt="0"/>
      <dgm:spPr/>
    </dgm:pt>
    <dgm:pt modelId="{0CCA213D-1308-6544-A9B0-7628C5CC67D0}" type="pres">
      <dgm:prSet presAssocID="{0C9AD5BC-23F4-1D48-BB91-39AA93487CF2}" presName="node" presStyleLbl="node1" presStyleIdx="0" presStyleCnt="3">
        <dgm:presLayoutVars>
          <dgm:bulletEnabled val="1"/>
        </dgm:presLayoutVars>
      </dgm:prSet>
      <dgm:spPr/>
    </dgm:pt>
    <dgm:pt modelId="{7F96462E-96E2-2946-8D5E-4BDB76C167AD}" type="pres">
      <dgm:prSet presAssocID="{0C9AD5BC-23F4-1D48-BB91-39AA93487CF2}" presName="invisiNode" presStyleLbl="node1" presStyleIdx="0" presStyleCnt="3"/>
      <dgm:spPr/>
    </dgm:pt>
    <dgm:pt modelId="{5F7AE2C2-BCDC-F348-AB1E-8381045D32A8}" type="pres">
      <dgm:prSet presAssocID="{0C9AD5BC-23F4-1D48-BB91-39AA93487CF2}" presName="imagNode" presStyleLbl="fgImgPlace1" presStyleIdx="0" presStyleCnt="3" custScaleY="118305"/>
      <dgm:spPr>
        <a:solidFill>
          <a:schemeClr val="bg1"/>
        </a:solidFill>
      </dgm:spPr>
    </dgm:pt>
    <dgm:pt modelId="{CEB09869-1EB9-724E-B079-4EE37B3B7993}" type="pres">
      <dgm:prSet presAssocID="{42C15159-B1BD-C948-BC71-D0EDB9C67E34}" presName="sibTrans" presStyleLbl="sibTrans2D1" presStyleIdx="0" presStyleCnt="0"/>
      <dgm:spPr/>
    </dgm:pt>
    <dgm:pt modelId="{47154EEE-4DD0-BF4A-99B6-76810EB97C00}" type="pres">
      <dgm:prSet presAssocID="{62A6E5CE-5FEF-D447-B403-18E687D323F7}" presName="compNode" presStyleCnt="0"/>
      <dgm:spPr/>
    </dgm:pt>
    <dgm:pt modelId="{6E1C43BD-0537-724F-8FDA-EEBAE0EE966B}" type="pres">
      <dgm:prSet presAssocID="{62A6E5CE-5FEF-D447-B403-18E687D323F7}" presName="node" presStyleLbl="node1" presStyleIdx="1" presStyleCnt="3">
        <dgm:presLayoutVars>
          <dgm:bulletEnabled val="1"/>
        </dgm:presLayoutVars>
      </dgm:prSet>
      <dgm:spPr/>
    </dgm:pt>
    <dgm:pt modelId="{D6C61E35-BB87-9E49-94AE-1AEB72365C0B}" type="pres">
      <dgm:prSet presAssocID="{62A6E5CE-5FEF-D447-B403-18E687D323F7}" presName="invisiNode" presStyleLbl="node1" presStyleIdx="1" presStyleCnt="3"/>
      <dgm:spPr/>
    </dgm:pt>
    <dgm:pt modelId="{6D73DBE2-3BE2-A946-9E63-DB3FDFD81CAF}" type="pres">
      <dgm:prSet presAssocID="{62A6E5CE-5FEF-D447-B403-18E687D323F7}" presName="imagNode" presStyleLbl="fgImgPlace1" presStyleIdx="1" presStyleCnt="3" custScaleY="118305"/>
      <dgm:spPr>
        <a:solidFill>
          <a:schemeClr val="bg1"/>
        </a:solidFill>
      </dgm:spPr>
    </dgm:pt>
    <dgm:pt modelId="{916FB894-DF3D-4D40-90CA-3F81589BD7E2}" type="pres">
      <dgm:prSet presAssocID="{AC345F96-43B8-CA41-9C40-241212E74B07}" presName="sibTrans" presStyleLbl="sibTrans2D1" presStyleIdx="0" presStyleCnt="0"/>
      <dgm:spPr/>
    </dgm:pt>
    <dgm:pt modelId="{24BBD32B-F57A-224F-ABCE-3A561F19348E}" type="pres">
      <dgm:prSet presAssocID="{717E456A-9A61-3446-B77F-A8F1CB87E255}" presName="compNode" presStyleCnt="0"/>
      <dgm:spPr/>
    </dgm:pt>
    <dgm:pt modelId="{65F85E8B-C88A-894E-B7D0-D277A3CC5BDF}" type="pres">
      <dgm:prSet presAssocID="{717E456A-9A61-3446-B77F-A8F1CB87E255}" presName="node" presStyleLbl="node1" presStyleIdx="2" presStyleCnt="3">
        <dgm:presLayoutVars>
          <dgm:bulletEnabled val="1"/>
        </dgm:presLayoutVars>
      </dgm:prSet>
      <dgm:spPr/>
    </dgm:pt>
    <dgm:pt modelId="{FCEFA6A1-2323-B940-9979-D51D69A9C7C5}" type="pres">
      <dgm:prSet presAssocID="{717E456A-9A61-3446-B77F-A8F1CB87E255}" presName="invisiNode" presStyleLbl="node1" presStyleIdx="2" presStyleCnt="3"/>
      <dgm:spPr/>
    </dgm:pt>
    <dgm:pt modelId="{A0C59CF3-7214-D741-A143-7891F17A29E7}" type="pres">
      <dgm:prSet presAssocID="{717E456A-9A61-3446-B77F-A8F1CB87E255}" presName="imagNode" presStyleLbl="fgImgPlace1" presStyleIdx="2" presStyleCnt="3" custScaleY="118305"/>
      <dgm:spPr>
        <a:solidFill>
          <a:schemeClr val="bg1"/>
        </a:solidFill>
      </dgm:spPr>
    </dgm:pt>
  </dgm:ptLst>
  <dgm:cxnLst>
    <dgm:cxn modelId="{CEF77701-B0FF-4945-A5F2-57B2BF61870B}" type="presOf" srcId="{D189BB2E-443B-174C-B94F-7F01D2D2E534}" destId="{6E1C43BD-0537-724F-8FDA-EEBAE0EE966B}" srcOrd="0" destOrd="1" presId="urn:microsoft.com/office/officeart/2005/8/layout/pList2"/>
    <dgm:cxn modelId="{CC619105-F2EE-E149-82D5-C38DBDB09CBB}" type="presOf" srcId="{717E456A-9A61-3446-B77F-A8F1CB87E255}" destId="{65F85E8B-C88A-894E-B7D0-D277A3CC5BDF}" srcOrd="0" destOrd="0" presId="urn:microsoft.com/office/officeart/2005/8/layout/pList2"/>
    <dgm:cxn modelId="{05B1101B-16FD-0349-87C9-09957039F369}" srcId="{13D6CFC6-17F3-7141-A065-83856B413657}" destId="{0C9AD5BC-23F4-1D48-BB91-39AA93487CF2}" srcOrd="0" destOrd="0" parTransId="{1580F0C5-2BD8-2440-B9F5-2022EFC3D57A}" sibTransId="{42C15159-B1BD-C948-BC71-D0EDB9C67E34}"/>
    <dgm:cxn modelId="{14C38442-0862-1C45-ACA9-A24ABA001093}" type="presOf" srcId="{62A6E5CE-5FEF-D447-B403-18E687D323F7}" destId="{6E1C43BD-0537-724F-8FDA-EEBAE0EE966B}" srcOrd="0" destOrd="0" presId="urn:microsoft.com/office/officeart/2005/8/layout/pList2"/>
    <dgm:cxn modelId="{CAE14364-3951-9444-BBC3-5610D75EE523}" srcId="{0C9AD5BC-23F4-1D48-BB91-39AA93487CF2}" destId="{400B889B-463F-ED41-B770-E658E574C5D2}" srcOrd="0" destOrd="0" parTransId="{FDBA0F19-EE0D-0F40-A1C5-90C5D46B1B0E}" sibTransId="{505FDA5F-5880-E546-BE31-D5C568E04C47}"/>
    <dgm:cxn modelId="{3706D485-7438-8B4F-8FE6-1AEF6DE8A564}" type="presOf" srcId="{13D6CFC6-17F3-7141-A065-83856B413657}" destId="{EF1F2655-3040-7148-B442-B69C723363C2}" srcOrd="0" destOrd="0" presId="urn:microsoft.com/office/officeart/2005/8/layout/pList2"/>
    <dgm:cxn modelId="{7FAA6B86-AD12-5143-BE06-620DCBA700E8}" srcId="{717E456A-9A61-3446-B77F-A8F1CB87E255}" destId="{47A5C218-3C82-0A4B-9C2A-BF3E8C32522F}" srcOrd="0" destOrd="0" parTransId="{F6C3AC0D-AA1F-4648-8401-89D3273D8835}" sibTransId="{A8B149D0-D2AF-5549-B9EB-84B3913E2D70}"/>
    <dgm:cxn modelId="{B2411387-5074-004B-8F2A-E8C2A7EE2766}" type="presOf" srcId="{0C9AD5BC-23F4-1D48-BB91-39AA93487CF2}" destId="{0CCA213D-1308-6544-A9B0-7628C5CC67D0}" srcOrd="0" destOrd="0" presId="urn:microsoft.com/office/officeart/2005/8/layout/pList2"/>
    <dgm:cxn modelId="{521EE192-A0E5-524B-9FF3-A2A59EB61AD3}" type="presOf" srcId="{400B889B-463F-ED41-B770-E658E574C5D2}" destId="{0CCA213D-1308-6544-A9B0-7628C5CC67D0}" srcOrd="0" destOrd="1" presId="urn:microsoft.com/office/officeart/2005/8/layout/pList2"/>
    <dgm:cxn modelId="{999CE197-E09D-BF48-9102-287B7D8039C8}" srcId="{13D6CFC6-17F3-7141-A065-83856B413657}" destId="{62A6E5CE-5FEF-D447-B403-18E687D323F7}" srcOrd="1" destOrd="0" parTransId="{8D66AF29-5E4A-C947-8439-DB34BF5B12E7}" sibTransId="{AC345F96-43B8-CA41-9C40-241212E74B07}"/>
    <dgm:cxn modelId="{04229EA0-1A3C-574A-9A84-5155AB7F8D78}" srcId="{62A6E5CE-5FEF-D447-B403-18E687D323F7}" destId="{D189BB2E-443B-174C-B94F-7F01D2D2E534}" srcOrd="0" destOrd="0" parTransId="{93CD1924-21DF-B543-AE89-24B55197CEFF}" sibTransId="{7D879536-82A5-6E43-9858-490B16A094DE}"/>
    <dgm:cxn modelId="{08213DBB-6CB8-F748-B2E9-0B38DF61374A}" type="presOf" srcId="{47A5C218-3C82-0A4B-9C2A-BF3E8C32522F}" destId="{65F85E8B-C88A-894E-B7D0-D277A3CC5BDF}" srcOrd="0" destOrd="1" presId="urn:microsoft.com/office/officeart/2005/8/layout/pList2"/>
    <dgm:cxn modelId="{F6C7B2C6-E444-EB46-B4AC-CA90A2BABBF1}" type="presOf" srcId="{AC345F96-43B8-CA41-9C40-241212E74B07}" destId="{916FB894-DF3D-4D40-90CA-3F81589BD7E2}" srcOrd="0" destOrd="0" presId="urn:microsoft.com/office/officeart/2005/8/layout/pList2"/>
    <dgm:cxn modelId="{6CDFBED1-93DE-2D48-A5F0-48BDC6407215}" srcId="{13D6CFC6-17F3-7141-A065-83856B413657}" destId="{717E456A-9A61-3446-B77F-A8F1CB87E255}" srcOrd="2" destOrd="0" parTransId="{99114405-94AA-C34B-BD61-4FFD4ECC32CA}" sibTransId="{13C8E6EB-9909-ED4E-BD90-CD934836F1B8}"/>
    <dgm:cxn modelId="{3F7087EA-3A03-934E-A95B-49B3042AC56C}" type="presOf" srcId="{42C15159-B1BD-C948-BC71-D0EDB9C67E34}" destId="{CEB09869-1EB9-724E-B079-4EE37B3B7993}" srcOrd="0" destOrd="0" presId="urn:microsoft.com/office/officeart/2005/8/layout/pList2"/>
    <dgm:cxn modelId="{174C7CFB-EBAC-C44B-A036-4EA9DEA1E585}" type="presParOf" srcId="{EF1F2655-3040-7148-B442-B69C723363C2}" destId="{71950A99-198C-C049-BEF5-DCF23C2B294D}" srcOrd="0" destOrd="0" presId="urn:microsoft.com/office/officeart/2005/8/layout/pList2"/>
    <dgm:cxn modelId="{CBC3F07A-76FE-FE4E-9B81-C06F04C56FC7}" type="presParOf" srcId="{EF1F2655-3040-7148-B442-B69C723363C2}" destId="{7D06799D-71BE-F14E-8107-985C9FA5C38D}" srcOrd="1" destOrd="0" presId="urn:microsoft.com/office/officeart/2005/8/layout/pList2"/>
    <dgm:cxn modelId="{0C051EDA-C8D4-7E43-AD4F-6DBFE548AD30}" type="presParOf" srcId="{7D06799D-71BE-F14E-8107-985C9FA5C38D}" destId="{77528C8A-D2BD-9F46-940F-EB8DEC1E4B20}" srcOrd="0" destOrd="0" presId="urn:microsoft.com/office/officeart/2005/8/layout/pList2"/>
    <dgm:cxn modelId="{9EBB9634-3613-D941-97A6-902B356F3878}" type="presParOf" srcId="{77528C8A-D2BD-9F46-940F-EB8DEC1E4B20}" destId="{0CCA213D-1308-6544-A9B0-7628C5CC67D0}" srcOrd="0" destOrd="0" presId="urn:microsoft.com/office/officeart/2005/8/layout/pList2"/>
    <dgm:cxn modelId="{F3752B1F-0501-4F43-8A65-FD44C1E4EA71}" type="presParOf" srcId="{77528C8A-D2BD-9F46-940F-EB8DEC1E4B20}" destId="{7F96462E-96E2-2946-8D5E-4BDB76C167AD}" srcOrd="1" destOrd="0" presId="urn:microsoft.com/office/officeart/2005/8/layout/pList2"/>
    <dgm:cxn modelId="{06240272-917E-BC4D-A223-5F863B097A61}" type="presParOf" srcId="{77528C8A-D2BD-9F46-940F-EB8DEC1E4B20}" destId="{5F7AE2C2-BCDC-F348-AB1E-8381045D32A8}" srcOrd="2" destOrd="0" presId="urn:microsoft.com/office/officeart/2005/8/layout/pList2"/>
    <dgm:cxn modelId="{67329A66-7B5B-294F-A168-50ED783EDD5F}" type="presParOf" srcId="{7D06799D-71BE-F14E-8107-985C9FA5C38D}" destId="{CEB09869-1EB9-724E-B079-4EE37B3B7993}" srcOrd="1" destOrd="0" presId="urn:microsoft.com/office/officeart/2005/8/layout/pList2"/>
    <dgm:cxn modelId="{E663B8B0-D0ED-014D-84DC-04B9ED95CD73}" type="presParOf" srcId="{7D06799D-71BE-F14E-8107-985C9FA5C38D}" destId="{47154EEE-4DD0-BF4A-99B6-76810EB97C00}" srcOrd="2" destOrd="0" presId="urn:microsoft.com/office/officeart/2005/8/layout/pList2"/>
    <dgm:cxn modelId="{F939C149-A10B-BD4E-9C21-EE61C3219B81}" type="presParOf" srcId="{47154EEE-4DD0-BF4A-99B6-76810EB97C00}" destId="{6E1C43BD-0537-724F-8FDA-EEBAE0EE966B}" srcOrd="0" destOrd="0" presId="urn:microsoft.com/office/officeart/2005/8/layout/pList2"/>
    <dgm:cxn modelId="{35FA15E7-D773-2D4F-9124-DA8D9F969886}" type="presParOf" srcId="{47154EEE-4DD0-BF4A-99B6-76810EB97C00}" destId="{D6C61E35-BB87-9E49-94AE-1AEB72365C0B}" srcOrd="1" destOrd="0" presId="urn:microsoft.com/office/officeart/2005/8/layout/pList2"/>
    <dgm:cxn modelId="{C2131800-0880-3646-B034-1DF9637B19AB}" type="presParOf" srcId="{47154EEE-4DD0-BF4A-99B6-76810EB97C00}" destId="{6D73DBE2-3BE2-A946-9E63-DB3FDFD81CAF}" srcOrd="2" destOrd="0" presId="urn:microsoft.com/office/officeart/2005/8/layout/pList2"/>
    <dgm:cxn modelId="{09D63A21-BC9B-0C4F-B871-695A6A862A65}" type="presParOf" srcId="{7D06799D-71BE-F14E-8107-985C9FA5C38D}" destId="{916FB894-DF3D-4D40-90CA-3F81589BD7E2}" srcOrd="3" destOrd="0" presId="urn:microsoft.com/office/officeart/2005/8/layout/pList2"/>
    <dgm:cxn modelId="{06D95FA6-D429-3044-BD4A-B6FAB8815E7C}" type="presParOf" srcId="{7D06799D-71BE-F14E-8107-985C9FA5C38D}" destId="{24BBD32B-F57A-224F-ABCE-3A561F19348E}" srcOrd="4" destOrd="0" presId="urn:microsoft.com/office/officeart/2005/8/layout/pList2"/>
    <dgm:cxn modelId="{C5158626-7254-574C-9DCE-190320C64FED}" type="presParOf" srcId="{24BBD32B-F57A-224F-ABCE-3A561F19348E}" destId="{65F85E8B-C88A-894E-B7D0-D277A3CC5BDF}" srcOrd="0" destOrd="0" presId="urn:microsoft.com/office/officeart/2005/8/layout/pList2"/>
    <dgm:cxn modelId="{BF811164-BF2F-A845-8DF4-64A064090B48}" type="presParOf" srcId="{24BBD32B-F57A-224F-ABCE-3A561F19348E}" destId="{FCEFA6A1-2323-B940-9979-D51D69A9C7C5}" srcOrd="1" destOrd="0" presId="urn:microsoft.com/office/officeart/2005/8/layout/pList2"/>
    <dgm:cxn modelId="{6672CA45-E061-7345-B121-B5BAE9709AD1}" type="presParOf" srcId="{24BBD32B-F57A-224F-ABCE-3A561F19348E}" destId="{A0C59CF3-7214-D741-A143-7891F17A29E7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29CA0E37-B777-1B45-8D42-5505C7EF4DD6}">
      <dgm:prSet custT="1"/>
      <dgm:spPr>
        <a:solidFill>
          <a:srgbClr val="AE6300"/>
        </a:solidFill>
      </dgm:spPr>
      <dgm:t>
        <a:bodyPr/>
        <a:lstStyle/>
        <a:p>
          <a:r>
            <a:rPr lang="en-US" sz="4200" b="1" dirty="0"/>
            <a:t>JOINT APPLICATION DESIGN (JAD)</a:t>
          </a:r>
          <a:endParaRPr lang="en-MY" sz="4200" dirty="0"/>
        </a:p>
      </dgm:t>
    </dgm:pt>
    <dgm:pt modelId="{4050C5FE-8BDA-0C4E-94B9-599367D9D16D}" type="parTrans" cxnId="{5A56B747-AE64-4B4E-96CA-72F403951E9A}">
      <dgm:prSet/>
      <dgm:spPr/>
      <dgm:t>
        <a:bodyPr/>
        <a:lstStyle/>
        <a:p>
          <a:endParaRPr lang="en-GB"/>
        </a:p>
      </dgm:t>
    </dgm:pt>
    <dgm:pt modelId="{A5EB22FF-A85E-764D-B3B3-B399B012CDCD}" type="sibTrans" cxnId="{5A56B747-AE64-4B4E-96CA-72F403951E9A}">
      <dgm:prSet/>
      <dgm:spPr/>
      <dgm:t>
        <a:bodyPr/>
        <a:lstStyle/>
        <a:p>
          <a:endParaRPr lang="en-GB"/>
        </a:p>
      </dgm:t>
    </dgm:pt>
    <dgm:pt modelId="{B6695AE6-BBD2-9441-8278-405325F3463D}">
      <dgm:prSet custT="1"/>
      <dgm:spPr>
        <a:solidFill>
          <a:srgbClr val="F1D7A3"/>
        </a:solidFill>
      </dgm:spPr>
      <dgm:t>
        <a:bodyPr/>
        <a:lstStyle/>
        <a:p>
          <a:r>
            <a:rPr lang="en-US" sz="2400"/>
            <a:t>Involvement</a:t>
          </a:r>
          <a:endParaRPr lang="en-MY" sz="2400"/>
        </a:p>
      </dgm:t>
    </dgm:pt>
    <dgm:pt modelId="{F4DE0E6C-6746-464D-978D-6433814E1070}" type="parTrans" cxnId="{600A957D-D0E7-9A4D-A4C3-6061F6EB0A05}">
      <dgm:prSet/>
      <dgm:spPr/>
      <dgm:t>
        <a:bodyPr/>
        <a:lstStyle/>
        <a:p>
          <a:endParaRPr lang="en-GB"/>
        </a:p>
      </dgm:t>
    </dgm:pt>
    <dgm:pt modelId="{B1D92EC7-D55B-3347-BB0C-185AAA5D4CB0}" type="sibTrans" cxnId="{600A957D-D0E7-9A4D-A4C3-6061F6EB0A05}">
      <dgm:prSet/>
      <dgm:spPr/>
      <dgm:t>
        <a:bodyPr/>
        <a:lstStyle/>
        <a:p>
          <a:endParaRPr lang="en-GB"/>
        </a:p>
      </dgm:t>
    </dgm:pt>
    <dgm:pt modelId="{967A1BCE-145A-8245-AFDC-BDD8AAD77A95}">
      <dgm:prSet custT="1"/>
      <dgm:spPr>
        <a:solidFill>
          <a:srgbClr val="F1D7A3"/>
        </a:solidFill>
      </dgm:spPr>
      <dgm:t>
        <a:bodyPr/>
        <a:lstStyle/>
        <a:p>
          <a:r>
            <a:rPr lang="en-US" sz="2400"/>
            <a:t>Location</a:t>
          </a:r>
          <a:endParaRPr lang="en-MY" sz="2400"/>
        </a:p>
      </dgm:t>
    </dgm:pt>
    <dgm:pt modelId="{389EC7EB-5C34-414F-98C7-6586EBDCAF77}" type="parTrans" cxnId="{A95A8774-DB95-994E-963A-93A2A00FE51A}">
      <dgm:prSet/>
      <dgm:spPr/>
      <dgm:t>
        <a:bodyPr/>
        <a:lstStyle/>
        <a:p>
          <a:endParaRPr lang="en-GB"/>
        </a:p>
      </dgm:t>
    </dgm:pt>
    <dgm:pt modelId="{8CDB7424-7461-C848-825B-5F635DC5EBFC}" type="sibTrans" cxnId="{A95A8774-DB95-994E-963A-93A2A00FE51A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FFECDE15-43EA-BD48-9814-7BB57CB3D4EA}" type="pres">
      <dgm:prSet presAssocID="{29CA0E37-B777-1B45-8D42-5505C7EF4DD6}" presName="linNode" presStyleCnt="0"/>
      <dgm:spPr/>
    </dgm:pt>
    <dgm:pt modelId="{0F5C74DA-8593-D54A-8A8A-E5B629D54B1F}" type="pres">
      <dgm:prSet presAssocID="{29CA0E37-B777-1B45-8D42-5505C7EF4DD6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30D41C04-0840-D141-A88D-FA44AB020792}" type="pres">
      <dgm:prSet presAssocID="{29CA0E37-B777-1B45-8D42-5505C7EF4DD6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E02A8B33-3DFE-7244-9FF0-0D48E78C6C88}" type="presOf" srcId="{29CA0E37-B777-1B45-8D42-5505C7EF4DD6}" destId="{0F5C74DA-8593-D54A-8A8A-E5B629D54B1F}" srcOrd="0" destOrd="0" presId="urn:microsoft.com/office/officeart/2005/8/layout/vList5"/>
    <dgm:cxn modelId="{5A56B747-AE64-4B4E-96CA-72F403951E9A}" srcId="{66E13D44-AA4E-B140-965B-FB71BC866BAD}" destId="{29CA0E37-B777-1B45-8D42-5505C7EF4DD6}" srcOrd="0" destOrd="0" parTransId="{4050C5FE-8BDA-0C4E-94B9-599367D9D16D}" sibTransId="{A5EB22FF-A85E-764D-B3B3-B399B012CDCD}"/>
    <dgm:cxn modelId="{A95A8774-DB95-994E-963A-93A2A00FE51A}" srcId="{29CA0E37-B777-1B45-8D42-5505C7EF4DD6}" destId="{967A1BCE-145A-8245-AFDC-BDD8AAD77A95}" srcOrd="1" destOrd="0" parTransId="{389EC7EB-5C34-414F-98C7-6586EBDCAF77}" sibTransId="{8CDB7424-7461-C848-825B-5F635DC5EBFC}"/>
    <dgm:cxn modelId="{5F7DCF59-355F-EE45-88D9-481F00CCC8FF}" type="presOf" srcId="{B6695AE6-BBD2-9441-8278-405325F3463D}" destId="{30D41C04-0840-D141-A88D-FA44AB020792}" srcOrd="0" destOrd="0" presId="urn:microsoft.com/office/officeart/2005/8/layout/vList5"/>
    <dgm:cxn modelId="{600A957D-D0E7-9A4D-A4C3-6061F6EB0A05}" srcId="{29CA0E37-B777-1B45-8D42-5505C7EF4DD6}" destId="{B6695AE6-BBD2-9441-8278-405325F3463D}" srcOrd="0" destOrd="0" parTransId="{F4DE0E6C-6746-464D-978D-6433814E1070}" sibTransId="{B1D92EC7-D55B-3347-BB0C-185AAA5D4CB0}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3A69CCF8-D463-D948-BECC-30A032680D83}" type="presOf" srcId="{967A1BCE-145A-8245-AFDC-BDD8AAD77A95}" destId="{30D41C04-0840-D141-A88D-FA44AB020792}" srcOrd="0" destOrd="1" presId="urn:microsoft.com/office/officeart/2005/8/layout/vList5"/>
    <dgm:cxn modelId="{B00F0DBE-D9A6-1343-AEB6-0884DB3FBD6E}" type="presParOf" srcId="{9403BA41-611A-FA42-8804-EA979A74D0A5}" destId="{FFECDE15-43EA-BD48-9814-7BB57CB3D4EA}" srcOrd="0" destOrd="0" presId="urn:microsoft.com/office/officeart/2005/8/layout/vList5"/>
    <dgm:cxn modelId="{BFD2B0FF-E067-544A-985A-CCF976943180}" type="presParOf" srcId="{FFECDE15-43EA-BD48-9814-7BB57CB3D4EA}" destId="{0F5C74DA-8593-D54A-8A8A-E5B629D54B1F}" srcOrd="0" destOrd="0" presId="urn:microsoft.com/office/officeart/2005/8/layout/vList5"/>
    <dgm:cxn modelId="{6721DA2B-F92E-2C40-AB15-A7F4019EB3DB}" type="presParOf" srcId="{FFECDE15-43EA-BD48-9814-7BB57CB3D4EA}" destId="{30D41C04-0840-D141-A88D-FA44AB02079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E13D44-AA4E-B140-965B-FB71BC866BAD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29CA0E37-B777-1B45-8D42-5505C7EF4DD6}">
      <dgm:prSet custT="1"/>
      <dgm:spPr>
        <a:solidFill>
          <a:srgbClr val="B43500"/>
        </a:solidFill>
      </dgm:spPr>
      <dgm:t>
        <a:bodyPr/>
        <a:lstStyle/>
        <a:p>
          <a:r>
            <a:rPr lang="en-US" sz="3600" b="1" dirty="0"/>
            <a:t>QUESTIONNAIRES</a:t>
          </a:r>
          <a:endParaRPr lang="en-MY" sz="3600" dirty="0"/>
        </a:p>
      </dgm:t>
    </dgm:pt>
    <dgm:pt modelId="{4050C5FE-8BDA-0C4E-94B9-599367D9D16D}" type="parTrans" cxnId="{5A56B747-AE64-4B4E-96CA-72F403951E9A}">
      <dgm:prSet/>
      <dgm:spPr/>
      <dgm:t>
        <a:bodyPr/>
        <a:lstStyle/>
        <a:p>
          <a:endParaRPr lang="en-GB"/>
        </a:p>
      </dgm:t>
    </dgm:pt>
    <dgm:pt modelId="{A5EB22FF-A85E-764D-B3B3-B399B012CDCD}" type="sibTrans" cxnId="{5A56B747-AE64-4B4E-96CA-72F403951E9A}">
      <dgm:prSet/>
      <dgm:spPr/>
      <dgm:t>
        <a:bodyPr/>
        <a:lstStyle/>
        <a:p>
          <a:endParaRPr lang="en-GB"/>
        </a:p>
      </dgm:t>
    </dgm:pt>
    <dgm:pt modelId="{B6695AE6-BBD2-9441-8278-405325F3463D}">
      <dgm:prSet custT="1"/>
      <dgm:spPr>
        <a:solidFill>
          <a:srgbClr val="FFCB63"/>
        </a:solidFill>
      </dgm:spPr>
      <dgm:t>
        <a:bodyPr/>
        <a:lstStyle/>
        <a:p>
          <a:r>
            <a:rPr lang="en-US" sz="3200"/>
            <a:t>Writing questions</a:t>
          </a:r>
          <a:endParaRPr lang="en-MY" sz="3200" dirty="0"/>
        </a:p>
      </dgm:t>
    </dgm:pt>
    <dgm:pt modelId="{F4DE0E6C-6746-464D-978D-6433814E1070}" type="parTrans" cxnId="{600A957D-D0E7-9A4D-A4C3-6061F6EB0A05}">
      <dgm:prSet/>
      <dgm:spPr/>
      <dgm:t>
        <a:bodyPr/>
        <a:lstStyle/>
        <a:p>
          <a:endParaRPr lang="en-GB"/>
        </a:p>
      </dgm:t>
    </dgm:pt>
    <dgm:pt modelId="{B1D92EC7-D55B-3347-BB0C-185AAA5D4CB0}" type="sibTrans" cxnId="{600A957D-D0E7-9A4D-A4C3-6061F6EB0A05}">
      <dgm:prSet/>
      <dgm:spPr/>
      <dgm:t>
        <a:bodyPr/>
        <a:lstStyle/>
        <a:p>
          <a:endParaRPr lang="en-GB"/>
        </a:p>
      </dgm:t>
    </dgm:pt>
    <dgm:pt modelId="{DCE44199-2659-7E45-8A34-A7420FB6980D}">
      <dgm:prSet custT="1"/>
      <dgm:spPr>
        <a:solidFill>
          <a:srgbClr val="FFCB63"/>
        </a:solidFill>
      </dgm:spPr>
      <dgm:t>
        <a:bodyPr/>
        <a:lstStyle/>
        <a:p>
          <a:r>
            <a:rPr lang="en-US" sz="3200"/>
            <a:t>Using scales</a:t>
          </a:r>
          <a:endParaRPr lang="en-MY" sz="3200" dirty="0"/>
        </a:p>
      </dgm:t>
    </dgm:pt>
    <dgm:pt modelId="{AC33F87C-4493-D94F-AB13-6EC637A5C8B0}" type="parTrans" cxnId="{5E1A34F2-B6D5-4D45-9768-3A3779AE4080}">
      <dgm:prSet/>
      <dgm:spPr/>
      <dgm:t>
        <a:bodyPr/>
        <a:lstStyle/>
        <a:p>
          <a:endParaRPr lang="en-GB"/>
        </a:p>
      </dgm:t>
    </dgm:pt>
    <dgm:pt modelId="{F7E1C9CB-C68B-ED4F-B4A9-9A922D1A24C3}" type="sibTrans" cxnId="{5E1A34F2-B6D5-4D45-9768-3A3779AE4080}">
      <dgm:prSet/>
      <dgm:spPr/>
      <dgm:t>
        <a:bodyPr/>
        <a:lstStyle/>
        <a:p>
          <a:endParaRPr lang="en-GB"/>
        </a:p>
      </dgm:t>
    </dgm:pt>
    <dgm:pt modelId="{AF3CB381-A27C-3B46-A862-52F88BF1F6F9}">
      <dgm:prSet custT="1"/>
      <dgm:spPr>
        <a:solidFill>
          <a:srgbClr val="FFCB63"/>
        </a:solidFill>
      </dgm:spPr>
      <dgm:t>
        <a:bodyPr/>
        <a:lstStyle/>
        <a:p>
          <a:r>
            <a:rPr lang="en-US" sz="3200"/>
            <a:t>Design</a:t>
          </a:r>
          <a:endParaRPr lang="en-MY" sz="3200" dirty="0"/>
        </a:p>
      </dgm:t>
    </dgm:pt>
    <dgm:pt modelId="{B590322A-9D7C-704F-8655-10C4F464C413}" type="parTrans" cxnId="{18F74CE5-7179-B646-B36B-AED58710EC0F}">
      <dgm:prSet/>
      <dgm:spPr/>
      <dgm:t>
        <a:bodyPr/>
        <a:lstStyle/>
        <a:p>
          <a:endParaRPr lang="en-GB"/>
        </a:p>
      </dgm:t>
    </dgm:pt>
    <dgm:pt modelId="{B8E263D1-87DB-E547-AFDD-82D5D5548A0F}" type="sibTrans" cxnId="{18F74CE5-7179-B646-B36B-AED58710EC0F}">
      <dgm:prSet/>
      <dgm:spPr/>
      <dgm:t>
        <a:bodyPr/>
        <a:lstStyle/>
        <a:p>
          <a:endParaRPr lang="en-GB"/>
        </a:p>
      </dgm:t>
    </dgm:pt>
    <dgm:pt modelId="{B035703C-3020-F744-A282-E00CA9178881}">
      <dgm:prSet custT="1"/>
      <dgm:spPr>
        <a:solidFill>
          <a:srgbClr val="FFCB63"/>
        </a:solidFill>
      </dgm:spPr>
      <dgm:t>
        <a:bodyPr/>
        <a:lstStyle/>
        <a:p>
          <a:r>
            <a:rPr lang="en-US" sz="3200" dirty="0"/>
            <a:t>Administering</a:t>
          </a:r>
          <a:endParaRPr lang="en-MY" sz="3200" dirty="0"/>
        </a:p>
      </dgm:t>
    </dgm:pt>
    <dgm:pt modelId="{A6D0A50D-EF29-4F43-9AB0-D68E5DA0CE30}" type="parTrans" cxnId="{992EAEA7-FDA0-124B-A9FF-55C6663D537E}">
      <dgm:prSet/>
      <dgm:spPr/>
      <dgm:t>
        <a:bodyPr/>
        <a:lstStyle/>
        <a:p>
          <a:endParaRPr lang="en-GB"/>
        </a:p>
      </dgm:t>
    </dgm:pt>
    <dgm:pt modelId="{0734301D-5A66-4649-97BA-29B06963A6BD}" type="sibTrans" cxnId="{992EAEA7-FDA0-124B-A9FF-55C6663D537E}">
      <dgm:prSet/>
      <dgm:spPr/>
      <dgm:t>
        <a:bodyPr/>
        <a:lstStyle/>
        <a:p>
          <a:endParaRPr lang="en-GB"/>
        </a:p>
      </dgm:t>
    </dgm:pt>
    <dgm:pt modelId="{9403BA41-611A-FA42-8804-EA979A74D0A5}" type="pres">
      <dgm:prSet presAssocID="{66E13D44-AA4E-B140-965B-FB71BC866BAD}" presName="Name0" presStyleCnt="0">
        <dgm:presLayoutVars>
          <dgm:dir/>
          <dgm:animLvl val="lvl"/>
          <dgm:resizeHandles val="exact"/>
        </dgm:presLayoutVars>
      </dgm:prSet>
      <dgm:spPr/>
    </dgm:pt>
    <dgm:pt modelId="{FFECDE15-43EA-BD48-9814-7BB57CB3D4EA}" type="pres">
      <dgm:prSet presAssocID="{29CA0E37-B777-1B45-8D42-5505C7EF4DD6}" presName="linNode" presStyleCnt="0"/>
      <dgm:spPr/>
    </dgm:pt>
    <dgm:pt modelId="{0F5C74DA-8593-D54A-8A8A-E5B629D54B1F}" type="pres">
      <dgm:prSet presAssocID="{29CA0E37-B777-1B45-8D42-5505C7EF4DD6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30D41C04-0840-D141-A88D-FA44AB020792}" type="pres">
      <dgm:prSet presAssocID="{29CA0E37-B777-1B45-8D42-5505C7EF4DD6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E02A8B33-3DFE-7244-9FF0-0D48E78C6C88}" type="presOf" srcId="{29CA0E37-B777-1B45-8D42-5505C7EF4DD6}" destId="{0F5C74DA-8593-D54A-8A8A-E5B629D54B1F}" srcOrd="0" destOrd="0" presId="urn:microsoft.com/office/officeart/2005/8/layout/vList5"/>
    <dgm:cxn modelId="{7CC32D41-9757-CA46-A75A-3D5B625F8CF2}" type="presOf" srcId="{AF3CB381-A27C-3B46-A862-52F88BF1F6F9}" destId="{30D41C04-0840-D141-A88D-FA44AB020792}" srcOrd="0" destOrd="2" presId="urn:microsoft.com/office/officeart/2005/8/layout/vList5"/>
    <dgm:cxn modelId="{5A56B747-AE64-4B4E-96CA-72F403951E9A}" srcId="{66E13D44-AA4E-B140-965B-FB71BC866BAD}" destId="{29CA0E37-B777-1B45-8D42-5505C7EF4DD6}" srcOrd="0" destOrd="0" parTransId="{4050C5FE-8BDA-0C4E-94B9-599367D9D16D}" sibTransId="{A5EB22FF-A85E-764D-B3B3-B399B012CDCD}"/>
    <dgm:cxn modelId="{E28BEA6D-C5E3-BF41-AD3C-52D841FAD708}" type="presOf" srcId="{DCE44199-2659-7E45-8A34-A7420FB6980D}" destId="{30D41C04-0840-D141-A88D-FA44AB020792}" srcOrd="0" destOrd="1" presId="urn:microsoft.com/office/officeart/2005/8/layout/vList5"/>
    <dgm:cxn modelId="{5F7DCF59-355F-EE45-88D9-481F00CCC8FF}" type="presOf" srcId="{B6695AE6-BBD2-9441-8278-405325F3463D}" destId="{30D41C04-0840-D141-A88D-FA44AB020792}" srcOrd="0" destOrd="0" presId="urn:microsoft.com/office/officeart/2005/8/layout/vList5"/>
    <dgm:cxn modelId="{1F6F567B-D8C3-B648-8D52-D240602F362E}" type="presOf" srcId="{B035703C-3020-F744-A282-E00CA9178881}" destId="{30D41C04-0840-D141-A88D-FA44AB020792}" srcOrd="0" destOrd="3" presId="urn:microsoft.com/office/officeart/2005/8/layout/vList5"/>
    <dgm:cxn modelId="{600A957D-D0E7-9A4D-A4C3-6061F6EB0A05}" srcId="{29CA0E37-B777-1B45-8D42-5505C7EF4DD6}" destId="{B6695AE6-BBD2-9441-8278-405325F3463D}" srcOrd="0" destOrd="0" parTransId="{F4DE0E6C-6746-464D-978D-6433814E1070}" sibTransId="{B1D92EC7-D55B-3347-BB0C-185AAA5D4CB0}"/>
    <dgm:cxn modelId="{992EAEA7-FDA0-124B-A9FF-55C6663D537E}" srcId="{29CA0E37-B777-1B45-8D42-5505C7EF4DD6}" destId="{B035703C-3020-F744-A282-E00CA9178881}" srcOrd="3" destOrd="0" parTransId="{A6D0A50D-EF29-4F43-9AB0-D68E5DA0CE30}" sibTransId="{0734301D-5A66-4649-97BA-29B06963A6BD}"/>
    <dgm:cxn modelId="{B44465B3-51C7-1C40-9E70-8B95647CD15E}" type="presOf" srcId="{66E13D44-AA4E-B140-965B-FB71BC866BAD}" destId="{9403BA41-611A-FA42-8804-EA979A74D0A5}" srcOrd="0" destOrd="0" presId="urn:microsoft.com/office/officeart/2005/8/layout/vList5"/>
    <dgm:cxn modelId="{18F74CE5-7179-B646-B36B-AED58710EC0F}" srcId="{29CA0E37-B777-1B45-8D42-5505C7EF4DD6}" destId="{AF3CB381-A27C-3B46-A862-52F88BF1F6F9}" srcOrd="2" destOrd="0" parTransId="{B590322A-9D7C-704F-8655-10C4F464C413}" sibTransId="{B8E263D1-87DB-E547-AFDD-82D5D5548A0F}"/>
    <dgm:cxn modelId="{5E1A34F2-B6D5-4D45-9768-3A3779AE4080}" srcId="{29CA0E37-B777-1B45-8D42-5505C7EF4DD6}" destId="{DCE44199-2659-7E45-8A34-A7420FB6980D}" srcOrd="1" destOrd="0" parTransId="{AC33F87C-4493-D94F-AB13-6EC637A5C8B0}" sibTransId="{F7E1C9CB-C68B-ED4F-B4A9-9A922D1A24C3}"/>
    <dgm:cxn modelId="{B00F0DBE-D9A6-1343-AEB6-0884DB3FBD6E}" type="presParOf" srcId="{9403BA41-611A-FA42-8804-EA979A74D0A5}" destId="{FFECDE15-43EA-BD48-9814-7BB57CB3D4EA}" srcOrd="0" destOrd="0" presId="urn:microsoft.com/office/officeart/2005/8/layout/vList5"/>
    <dgm:cxn modelId="{BFD2B0FF-E067-544A-985A-CCF976943180}" type="presParOf" srcId="{FFECDE15-43EA-BD48-9814-7BB57CB3D4EA}" destId="{0F5C74DA-8593-D54A-8A8A-E5B629D54B1F}" srcOrd="0" destOrd="0" presId="urn:microsoft.com/office/officeart/2005/8/layout/vList5"/>
    <dgm:cxn modelId="{6721DA2B-F92E-2C40-AB15-A7F4019EB3DB}" type="presParOf" srcId="{FFECDE15-43EA-BD48-9814-7BB57CB3D4EA}" destId="{30D41C04-0840-D141-A88D-FA44AB02079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9981E92-858D-8545-83DE-C6D8DA22C6E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0D3E7B6A-2B1A-8241-B9F1-507D6CFE014C}">
      <dgm:prSet custT="1"/>
      <dgm:spPr/>
      <dgm:t>
        <a:bodyPr/>
        <a:lstStyle/>
        <a:p>
          <a:r>
            <a:rPr lang="en-US" sz="2400" b="1" dirty="0"/>
            <a:t>LENIENCY</a:t>
          </a:r>
          <a:endParaRPr lang="en-MY" sz="2400" dirty="0"/>
        </a:p>
      </dgm:t>
    </dgm:pt>
    <dgm:pt modelId="{6974BC1C-94F9-7946-833B-B235EC169991}" type="parTrans" cxnId="{D0B432FE-C386-8642-B654-BE1D23FF6ADA}">
      <dgm:prSet/>
      <dgm:spPr/>
      <dgm:t>
        <a:bodyPr/>
        <a:lstStyle/>
        <a:p>
          <a:endParaRPr lang="en-GB"/>
        </a:p>
      </dgm:t>
    </dgm:pt>
    <dgm:pt modelId="{6A665A60-8EE9-C447-98B6-BEC3BDBE6E1C}" type="sibTrans" cxnId="{D0B432FE-C386-8642-B654-BE1D23FF6ADA}">
      <dgm:prSet/>
      <dgm:spPr/>
      <dgm:t>
        <a:bodyPr/>
        <a:lstStyle/>
        <a:p>
          <a:endParaRPr lang="en-GB"/>
        </a:p>
      </dgm:t>
    </dgm:pt>
    <dgm:pt modelId="{EC26B233-F0D7-DB48-A786-04DF04C9EAE2}">
      <dgm:prSet/>
      <dgm:spPr/>
      <dgm:t>
        <a:bodyPr/>
        <a:lstStyle/>
        <a:p>
          <a:r>
            <a:rPr lang="en-US"/>
            <a:t>Caused by easy raters</a:t>
          </a:r>
          <a:endParaRPr lang="en-MY"/>
        </a:p>
      </dgm:t>
    </dgm:pt>
    <dgm:pt modelId="{1A36E590-ECCE-FD45-A577-D1E7740CCDED}" type="parTrans" cxnId="{AF8419C3-494B-904A-A1D0-77078C836144}">
      <dgm:prSet/>
      <dgm:spPr/>
      <dgm:t>
        <a:bodyPr/>
        <a:lstStyle/>
        <a:p>
          <a:endParaRPr lang="en-GB"/>
        </a:p>
      </dgm:t>
    </dgm:pt>
    <dgm:pt modelId="{64ADAEA7-B2C1-A049-9155-128EB9F1CF03}" type="sibTrans" cxnId="{AF8419C3-494B-904A-A1D0-77078C836144}">
      <dgm:prSet/>
      <dgm:spPr/>
      <dgm:t>
        <a:bodyPr/>
        <a:lstStyle/>
        <a:p>
          <a:endParaRPr lang="en-GB"/>
        </a:p>
      </dgm:t>
    </dgm:pt>
    <dgm:pt modelId="{C4DA4A8C-4784-2746-BEB9-C55DAA057515}">
      <dgm:prSet/>
      <dgm:spPr/>
      <dgm:t>
        <a:bodyPr/>
        <a:lstStyle/>
        <a:p>
          <a:r>
            <a:rPr lang="en-US" dirty="0"/>
            <a:t>Leniency error is the tendency of a manager to rate an employee higher than his actual performance.</a:t>
          </a:r>
          <a:endParaRPr lang="en-MY" dirty="0"/>
        </a:p>
      </dgm:t>
    </dgm:pt>
    <dgm:pt modelId="{59E0531A-02A3-9146-8CC4-E857AAFD52BA}" type="parTrans" cxnId="{E7E0F6F1-F329-CA4D-92C7-448C24297BCF}">
      <dgm:prSet/>
      <dgm:spPr/>
      <dgm:t>
        <a:bodyPr/>
        <a:lstStyle/>
        <a:p>
          <a:endParaRPr lang="en-GB"/>
        </a:p>
      </dgm:t>
    </dgm:pt>
    <dgm:pt modelId="{DC8066F5-B28B-1344-B3D4-8E33EFA6BA38}" type="sibTrans" cxnId="{E7E0F6F1-F329-CA4D-92C7-448C24297BCF}">
      <dgm:prSet/>
      <dgm:spPr/>
      <dgm:t>
        <a:bodyPr/>
        <a:lstStyle/>
        <a:p>
          <a:endParaRPr lang="en-GB"/>
        </a:p>
      </dgm:t>
    </dgm:pt>
    <dgm:pt modelId="{A85AAD38-9B53-7A44-9D09-79DBF0D0465C}">
      <dgm:prSet/>
      <dgm:spPr/>
      <dgm:t>
        <a:bodyPr/>
        <a:lstStyle/>
        <a:p>
          <a:r>
            <a:rPr lang="en-US"/>
            <a:t>Reasons that a manager might do this could include avoiding confrontations, or feeling that by giving the employee a high rating, he will work harder to live up to the rating.</a:t>
          </a:r>
          <a:endParaRPr lang="en-MY"/>
        </a:p>
      </dgm:t>
    </dgm:pt>
    <dgm:pt modelId="{5905E1EF-49E8-E348-864E-0588AFB84D3C}" type="parTrans" cxnId="{0DA63F91-DE41-4C43-8604-DA2BB9C9924A}">
      <dgm:prSet/>
      <dgm:spPr/>
      <dgm:t>
        <a:bodyPr/>
        <a:lstStyle/>
        <a:p>
          <a:endParaRPr lang="en-GB"/>
        </a:p>
      </dgm:t>
    </dgm:pt>
    <dgm:pt modelId="{A8ADCABF-439A-094B-92EE-B03C3F8D6674}" type="sibTrans" cxnId="{0DA63F91-DE41-4C43-8604-DA2BB9C9924A}">
      <dgm:prSet/>
      <dgm:spPr/>
      <dgm:t>
        <a:bodyPr/>
        <a:lstStyle/>
        <a:p>
          <a:endParaRPr lang="en-GB"/>
        </a:p>
      </dgm:t>
    </dgm:pt>
    <dgm:pt modelId="{E3B62812-070B-314F-B08F-8598D5584D3F}">
      <dgm:prSet custT="1"/>
      <dgm:spPr/>
      <dgm:t>
        <a:bodyPr/>
        <a:lstStyle/>
        <a:p>
          <a:r>
            <a:rPr lang="en-US" sz="2400" b="1" dirty="0"/>
            <a:t>CENTRAL TENDENCY</a:t>
          </a:r>
          <a:endParaRPr lang="en-MY" sz="2400" dirty="0"/>
        </a:p>
      </dgm:t>
    </dgm:pt>
    <dgm:pt modelId="{6E371AF9-69A1-F940-B03A-B2A207F930C7}" type="parTrans" cxnId="{570DAAB2-CF25-FC49-B266-9A524328BE34}">
      <dgm:prSet/>
      <dgm:spPr/>
      <dgm:t>
        <a:bodyPr/>
        <a:lstStyle/>
        <a:p>
          <a:endParaRPr lang="en-GB"/>
        </a:p>
      </dgm:t>
    </dgm:pt>
    <dgm:pt modelId="{39424457-9860-2E40-924D-C0C1503B8A8D}" type="sibTrans" cxnId="{570DAAB2-CF25-FC49-B266-9A524328BE34}">
      <dgm:prSet/>
      <dgm:spPr/>
      <dgm:t>
        <a:bodyPr/>
        <a:lstStyle/>
        <a:p>
          <a:endParaRPr lang="en-GB"/>
        </a:p>
      </dgm:t>
    </dgm:pt>
    <dgm:pt modelId="{F02BF83B-749D-8949-8042-48AAD41CB891}">
      <dgm:prSet/>
      <dgm:spPr/>
      <dgm:t>
        <a:bodyPr/>
        <a:lstStyle/>
        <a:p>
          <a:r>
            <a:rPr lang="en-US" dirty="0"/>
            <a:t>Central tendency occurs when respondents rate everything as average</a:t>
          </a:r>
          <a:endParaRPr lang="en-MY" dirty="0"/>
        </a:p>
      </dgm:t>
    </dgm:pt>
    <dgm:pt modelId="{24B16A0B-13D2-134E-9ACA-F5209DBAD5BE}" type="parTrans" cxnId="{154040D7-DD1F-7F42-8AF3-D0BFC96387B9}">
      <dgm:prSet/>
      <dgm:spPr/>
      <dgm:t>
        <a:bodyPr/>
        <a:lstStyle/>
        <a:p>
          <a:endParaRPr lang="en-GB"/>
        </a:p>
      </dgm:t>
    </dgm:pt>
    <dgm:pt modelId="{737D5425-A52D-4C4E-AA42-A6D0C27BA7A3}" type="sibTrans" cxnId="{154040D7-DD1F-7F42-8AF3-D0BFC96387B9}">
      <dgm:prSet/>
      <dgm:spPr/>
      <dgm:t>
        <a:bodyPr/>
        <a:lstStyle/>
        <a:p>
          <a:endParaRPr lang="en-GB"/>
        </a:p>
      </dgm:t>
    </dgm:pt>
    <dgm:pt modelId="{98A61A53-9CEC-5A49-B310-3B8B32F6047E}">
      <dgm:prSet/>
      <dgm:spPr/>
      <dgm:t>
        <a:bodyPr/>
        <a:lstStyle/>
        <a:p>
          <a:r>
            <a:rPr lang="en-US"/>
            <a:t>Improve by making the differences smaller at the two ends</a:t>
          </a:r>
          <a:endParaRPr lang="en-MY"/>
        </a:p>
      </dgm:t>
    </dgm:pt>
    <dgm:pt modelId="{3CF18EEE-6A21-1C45-8B92-2632E158AD22}" type="parTrans" cxnId="{5EDA4CFC-BFCE-F246-B098-AEEB202D4425}">
      <dgm:prSet/>
      <dgm:spPr/>
      <dgm:t>
        <a:bodyPr/>
        <a:lstStyle/>
        <a:p>
          <a:endParaRPr lang="en-GB"/>
        </a:p>
      </dgm:t>
    </dgm:pt>
    <dgm:pt modelId="{16DB6297-C99C-8546-9BED-E7FA332EE439}" type="sibTrans" cxnId="{5EDA4CFC-BFCE-F246-B098-AEEB202D4425}">
      <dgm:prSet/>
      <dgm:spPr/>
      <dgm:t>
        <a:bodyPr/>
        <a:lstStyle/>
        <a:p>
          <a:endParaRPr lang="en-GB"/>
        </a:p>
      </dgm:t>
    </dgm:pt>
    <dgm:pt modelId="{C580E2C2-3F81-DB43-9A26-2C10B996B3CE}">
      <dgm:prSet/>
      <dgm:spPr/>
      <dgm:t>
        <a:bodyPr/>
        <a:lstStyle/>
        <a:p>
          <a:r>
            <a:rPr lang="en-US"/>
            <a:t>Adjust the strength of the descriptors</a:t>
          </a:r>
          <a:endParaRPr lang="en-MY"/>
        </a:p>
      </dgm:t>
    </dgm:pt>
    <dgm:pt modelId="{29502155-86BD-3142-A3BE-A2D27448D4F4}" type="parTrans" cxnId="{EAE8323D-4596-D546-B232-75855A6C708C}">
      <dgm:prSet/>
      <dgm:spPr/>
      <dgm:t>
        <a:bodyPr/>
        <a:lstStyle/>
        <a:p>
          <a:endParaRPr lang="en-GB"/>
        </a:p>
      </dgm:t>
    </dgm:pt>
    <dgm:pt modelId="{1237A1D2-01AC-E64D-8F8F-FED1FA4C39A6}" type="sibTrans" cxnId="{EAE8323D-4596-D546-B232-75855A6C708C}">
      <dgm:prSet/>
      <dgm:spPr/>
      <dgm:t>
        <a:bodyPr/>
        <a:lstStyle/>
        <a:p>
          <a:endParaRPr lang="en-GB"/>
        </a:p>
      </dgm:t>
    </dgm:pt>
    <dgm:pt modelId="{A58EC47B-6773-A447-8F30-748EBDC9B2BC}">
      <dgm:prSet/>
      <dgm:spPr/>
      <dgm:t>
        <a:bodyPr/>
        <a:lstStyle/>
        <a:p>
          <a:r>
            <a:rPr lang="en-US"/>
            <a:t>Create a scale with more points</a:t>
          </a:r>
          <a:endParaRPr lang="en-MY"/>
        </a:p>
      </dgm:t>
    </dgm:pt>
    <dgm:pt modelId="{8B565ADB-F5C5-D944-9173-404800BAAC1B}" type="parTrans" cxnId="{2911F8F3-DFE8-1D4D-9EBA-CDA78EABFF12}">
      <dgm:prSet/>
      <dgm:spPr/>
      <dgm:t>
        <a:bodyPr/>
        <a:lstStyle/>
        <a:p>
          <a:endParaRPr lang="en-GB"/>
        </a:p>
      </dgm:t>
    </dgm:pt>
    <dgm:pt modelId="{C5C79134-0D12-E44F-9B3A-591829274A08}" type="sibTrans" cxnId="{2911F8F3-DFE8-1D4D-9EBA-CDA78EABFF12}">
      <dgm:prSet/>
      <dgm:spPr/>
      <dgm:t>
        <a:bodyPr/>
        <a:lstStyle/>
        <a:p>
          <a:endParaRPr lang="en-GB"/>
        </a:p>
      </dgm:t>
    </dgm:pt>
    <dgm:pt modelId="{B2DBC47E-1994-E241-B1DF-2B8AF68D2A81}">
      <dgm:prSet custT="1"/>
      <dgm:spPr/>
      <dgm:t>
        <a:bodyPr/>
        <a:lstStyle/>
        <a:p>
          <a:r>
            <a:rPr lang="en-US" sz="2400" b="1" dirty="0"/>
            <a:t>HALO EFFECT </a:t>
          </a:r>
          <a:endParaRPr lang="en-MY" sz="2400" dirty="0"/>
        </a:p>
      </dgm:t>
    </dgm:pt>
    <dgm:pt modelId="{3FD9B913-150C-BE44-A6EF-6FC9CA016709}" type="parTrans" cxnId="{4CCD7660-1F7E-C442-B1B5-2A29B51EB0DC}">
      <dgm:prSet/>
      <dgm:spPr/>
      <dgm:t>
        <a:bodyPr/>
        <a:lstStyle/>
        <a:p>
          <a:endParaRPr lang="en-GB"/>
        </a:p>
      </dgm:t>
    </dgm:pt>
    <dgm:pt modelId="{1BF18772-0628-E742-B5FC-DAED77D471B7}" type="sibTrans" cxnId="{4CCD7660-1F7E-C442-B1B5-2A29B51EB0DC}">
      <dgm:prSet/>
      <dgm:spPr/>
      <dgm:t>
        <a:bodyPr/>
        <a:lstStyle/>
        <a:p>
          <a:endParaRPr lang="en-GB"/>
        </a:p>
      </dgm:t>
    </dgm:pt>
    <dgm:pt modelId="{8B1281BB-6B56-9644-976E-465BD2750920}">
      <dgm:prSet/>
      <dgm:spPr/>
      <dgm:t>
        <a:bodyPr/>
        <a:lstStyle/>
        <a:p>
          <a:r>
            <a:rPr lang="en-US" dirty="0"/>
            <a:t>When the impression formed in one question carries into the next question.</a:t>
          </a:r>
          <a:endParaRPr lang="en-MY" dirty="0"/>
        </a:p>
      </dgm:t>
    </dgm:pt>
    <dgm:pt modelId="{373D5EFF-8714-3940-AF08-40EE320A3C2E}" type="parTrans" cxnId="{9674C659-4671-924F-94B0-BFDCA3E3E2B1}">
      <dgm:prSet/>
      <dgm:spPr/>
      <dgm:t>
        <a:bodyPr/>
        <a:lstStyle/>
        <a:p>
          <a:endParaRPr lang="en-GB"/>
        </a:p>
      </dgm:t>
    </dgm:pt>
    <dgm:pt modelId="{629040AB-3E05-5745-979E-4EC482337763}" type="sibTrans" cxnId="{9674C659-4671-924F-94B0-BFDCA3E3E2B1}">
      <dgm:prSet/>
      <dgm:spPr/>
      <dgm:t>
        <a:bodyPr/>
        <a:lstStyle/>
        <a:p>
          <a:endParaRPr lang="en-GB"/>
        </a:p>
      </dgm:t>
    </dgm:pt>
    <dgm:pt modelId="{38D63B70-17AE-C546-914C-4EB4FB47AFAB}">
      <dgm:prSet/>
      <dgm:spPr/>
      <dgm:t>
        <a:bodyPr/>
        <a:lstStyle/>
        <a:p>
          <a:r>
            <a:rPr lang="en-US" dirty="0"/>
            <a:t>The halo effect is when a manager forms a positive impression of an employee's skill in one area and then gives her high ratings across all rating criteria</a:t>
          </a:r>
          <a:endParaRPr lang="en-MY" dirty="0"/>
        </a:p>
      </dgm:t>
    </dgm:pt>
    <dgm:pt modelId="{4696044B-554E-AA47-8F89-142353D0467B}" type="parTrans" cxnId="{FC7BC0F3-5B8A-BF44-B7A9-A9C696520256}">
      <dgm:prSet/>
      <dgm:spPr/>
      <dgm:t>
        <a:bodyPr/>
        <a:lstStyle/>
        <a:p>
          <a:endParaRPr lang="en-GB"/>
        </a:p>
      </dgm:t>
    </dgm:pt>
    <dgm:pt modelId="{E8DF4819-C758-E54A-9920-5E023415742B}" type="sibTrans" cxnId="{FC7BC0F3-5B8A-BF44-B7A9-A9C696520256}">
      <dgm:prSet/>
      <dgm:spPr/>
      <dgm:t>
        <a:bodyPr/>
        <a:lstStyle/>
        <a:p>
          <a:endParaRPr lang="en-GB"/>
        </a:p>
      </dgm:t>
    </dgm:pt>
    <dgm:pt modelId="{C13A7832-BD98-1F44-A16C-1F7A4D36E64E}">
      <dgm:prSet/>
      <dgm:spPr/>
      <dgm:t>
        <a:bodyPr/>
        <a:lstStyle/>
        <a:p>
          <a:r>
            <a:rPr lang="en-US"/>
            <a:t>Solution is to place one trait on each page of questionnaire</a:t>
          </a:r>
          <a:endParaRPr lang="en-MY"/>
        </a:p>
      </dgm:t>
    </dgm:pt>
    <dgm:pt modelId="{D6523E2E-2934-1D41-A401-663AE5170EE2}" type="parTrans" cxnId="{6D6979FE-7272-3A48-AD24-E28DB9A8F8E4}">
      <dgm:prSet/>
      <dgm:spPr/>
      <dgm:t>
        <a:bodyPr/>
        <a:lstStyle/>
        <a:p>
          <a:endParaRPr lang="en-GB"/>
        </a:p>
      </dgm:t>
    </dgm:pt>
    <dgm:pt modelId="{DA1AFD12-8938-4542-AF36-43B8F693DF41}" type="sibTrans" cxnId="{6D6979FE-7272-3A48-AD24-E28DB9A8F8E4}">
      <dgm:prSet/>
      <dgm:spPr/>
      <dgm:t>
        <a:bodyPr/>
        <a:lstStyle/>
        <a:p>
          <a:endParaRPr lang="en-GB"/>
        </a:p>
      </dgm:t>
    </dgm:pt>
    <dgm:pt modelId="{785BCB03-749D-6044-947E-B7B4CA58FE86}" type="pres">
      <dgm:prSet presAssocID="{09981E92-858D-8545-83DE-C6D8DA22C6ED}" presName="Name0" presStyleCnt="0">
        <dgm:presLayoutVars>
          <dgm:dir/>
          <dgm:animLvl val="lvl"/>
          <dgm:resizeHandles val="exact"/>
        </dgm:presLayoutVars>
      </dgm:prSet>
      <dgm:spPr/>
    </dgm:pt>
    <dgm:pt modelId="{ED8767D4-975F-CA4A-B953-9E75F0640775}" type="pres">
      <dgm:prSet presAssocID="{0D3E7B6A-2B1A-8241-B9F1-507D6CFE014C}" presName="composite" presStyleCnt="0"/>
      <dgm:spPr/>
    </dgm:pt>
    <dgm:pt modelId="{A6A50FB6-A32F-B341-BEFD-FC92808EFD23}" type="pres">
      <dgm:prSet presAssocID="{0D3E7B6A-2B1A-8241-B9F1-507D6CFE014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67BD8D7-6A01-9846-9EDB-770F36CBE2D5}" type="pres">
      <dgm:prSet presAssocID="{0D3E7B6A-2B1A-8241-B9F1-507D6CFE014C}" presName="desTx" presStyleLbl="alignAccFollowNode1" presStyleIdx="0" presStyleCnt="3">
        <dgm:presLayoutVars>
          <dgm:bulletEnabled val="1"/>
        </dgm:presLayoutVars>
      </dgm:prSet>
      <dgm:spPr/>
    </dgm:pt>
    <dgm:pt modelId="{C4AA1251-ABA3-9A47-8F35-06FA659485BC}" type="pres">
      <dgm:prSet presAssocID="{6A665A60-8EE9-C447-98B6-BEC3BDBE6E1C}" presName="space" presStyleCnt="0"/>
      <dgm:spPr/>
    </dgm:pt>
    <dgm:pt modelId="{2518EE52-A045-4146-AEB7-D8F30631D8FB}" type="pres">
      <dgm:prSet presAssocID="{E3B62812-070B-314F-B08F-8598D5584D3F}" presName="composite" presStyleCnt="0"/>
      <dgm:spPr/>
    </dgm:pt>
    <dgm:pt modelId="{9A988D13-8698-414E-BD94-C1277274956C}" type="pres">
      <dgm:prSet presAssocID="{E3B62812-070B-314F-B08F-8598D5584D3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C596071-4B8B-3E4A-A3FC-16D899D7A78D}" type="pres">
      <dgm:prSet presAssocID="{E3B62812-070B-314F-B08F-8598D5584D3F}" presName="desTx" presStyleLbl="alignAccFollowNode1" presStyleIdx="1" presStyleCnt="3">
        <dgm:presLayoutVars>
          <dgm:bulletEnabled val="1"/>
        </dgm:presLayoutVars>
      </dgm:prSet>
      <dgm:spPr/>
    </dgm:pt>
    <dgm:pt modelId="{6F590FB1-A918-7F4E-85E5-C7A48EAE7C7B}" type="pres">
      <dgm:prSet presAssocID="{39424457-9860-2E40-924D-C0C1503B8A8D}" presName="space" presStyleCnt="0"/>
      <dgm:spPr/>
    </dgm:pt>
    <dgm:pt modelId="{4B2B1FEC-4358-1045-B09A-8928E8F9D954}" type="pres">
      <dgm:prSet presAssocID="{B2DBC47E-1994-E241-B1DF-2B8AF68D2A81}" presName="composite" presStyleCnt="0"/>
      <dgm:spPr/>
    </dgm:pt>
    <dgm:pt modelId="{521B96D2-3633-1848-B68B-422737C83EDA}" type="pres">
      <dgm:prSet presAssocID="{B2DBC47E-1994-E241-B1DF-2B8AF68D2A8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03C1A5F-82E2-7C41-9543-2B59E3569199}" type="pres">
      <dgm:prSet presAssocID="{B2DBC47E-1994-E241-B1DF-2B8AF68D2A8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B92A603-D157-7143-AE9B-73DC88B1CD11}" type="presOf" srcId="{09981E92-858D-8545-83DE-C6D8DA22C6ED}" destId="{785BCB03-749D-6044-947E-B7B4CA58FE86}" srcOrd="0" destOrd="0" presId="urn:microsoft.com/office/officeart/2005/8/layout/hList1"/>
    <dgm:cxn modelId="{AD769D07-5796-AC46-A6A1-641A243193DD}" type="presOf" srcId="{C4DA4A8C-4784-2746-BEB9-C55DAA057515}" destId="{C67BD8D7-6A01-9846-9EDB-770F36CBE2D5}" srcOrd="0" destOrd="1" presId="urn:microsoft.com/office/officeart/2005/8/layout/hList1"/>
    <dgm:cxn modelId="{2BF4922B-B796-AC41-9886-DC2C204FC602}" type="presOf" srcId="{A58EC47B-6773-A447-8F30-748EBDC9B2BC}" destId="{9C596071-4B8B-3E4A-A3FC-16D899D7A78D}" srcOrd="0" destOrd="3" presId="urn:microsoft.com/office/officeart/2005/8/layout/hList1"/>
    <dgm:cxn modelId="{57F39C2F-9072-0046-8674-B47321EEA25A}" type="presOf" srcId="{C580E2C2-3F81-DB43-9A26-2C10B996B3CE}" destId="{9C596071-4B8B-3E4A-A3FC-16D899D7A78D}" srcOrd="0" destOrd="2" presId="urn:microsoft.com/office/officeart/2005/8/layout/hList1"/>
    <dgm:cxn modelId="{EAE8323D-4596-D546-B232-75855A6C708C}" srcId="{E3B62812-070B-314F-B08F-8598D5584D3F}" destId="{C580E2C2-3F81-DB43-9A26-2C10B996B3CE}" srcOrd="2" destOrd="0" parTransId="{29502155-86BD-3142-A3BE-A2D27448D4F4}" sibTransId="{1237A1D2-01AC-E64D-8F8F-FED1FA4C39A6}"/>
    <dgm:cxn modelId="{2F39BB40-2EFA-334E-95F4-68A2587432DB}" type="presOf" srcId="{98A61A53-9CEC-5A49-B310-3B8B32F6047E}" destId="{9C596071-4B8B-3E4A-A3FC-16D899D7A78D}" srcOrd="0" destOrd="1" presId="urn:microsoft.com/office/officeart/2005/8/layout/hList1"/>
    <dgm:cxn modelId="{00F74A5B-1FDD-B843-B1F4-024D1B2E9549}" type="presOf" srcId="{B2DBC47E-1994-E241-B1DF-2B8AF68D2A81}" destId="{521B96D2-3633-1848-B68B-422737C83EDA}" srcOrd="0" destOrd="0" presId="urn:microsoft.com/office/officeart/2005/8/layout/hList1"/>
    <dgm:cxn modelId="{4CCD7660-1F7E-C442-B1B5-2A29B51EB0DC}" srcId="{09981E92-858D-8545-83DE-C6D8DA22C6ED}" destId="{B2DBC47E-1994-E241-B1DF-2B8AF68D2A81}" srcOrd="2" destOrd="0" parTransId="{3FD9B913-150C-BE44-A6EF-6FC9CA016709}" sibTransId="{1BF18772-0628-E742-B5FC-DAED77D471B7}"/>
    <dgm:cxn modelId="{72AEAA63-0EAC-5244-B4E0-C1FC92DF509F}" type="presOf" srcId="{E3B62812-070B-314F-B08F-8598D5584D3F}" destId="{9A988D13-8698-414E-BD94-C1277274956C}" srcOrd="0" destOrd="0" presId="urn:microsoft.com/office/officeart/2005/8/layout/hList1"/>
    <dgm:cxn modelId="{F7BF4E4A-ED6A-9846-9F60-099AA4E0780B}" type="presOf" srcId="{38D63B70-17AE-C546-914C-4EB4FB47AFAB}" destId="{503C1A5F-82E2-7C41-9543-2B59E3569199}" srcOrd="0" destOrd="1" presId="urn:microsoft.com/office/officeart/2005/8/layout/hList1"/>
    <dgm:cxn modelId="{EC1C904A-8803-C344-93EB-ED02090E4DC8}" type="presOf" srcId="{8B1281BB-6B56-9644-976E-465BD2750920}" destId="{503C1A5F-82E2-7C41-9543-2B59E3569199}" srcOrd="0" destOrd="0" presId="urn:microsoft.com/office/officeart/2005/8/layout/hList1"/>
    <dgm:cxn modelId="{6D486C57-9701-7D42-AF62-DFFD6DEEAF44}" type="presOf" srcId="{C13A7832-BD98-1F44-A16C-1F7A4D36E64E}" destId="{503C1A5F-82E2-7C41-9543-2B59E3569199}" srcOrd="0" destOrd="2" presId="urn:microsoft.com/office/officeart/2005/8/layout/hList1"/>
    <dgm:cxn modelId="{9674C659-4671-924F-94B0-BFDCA3E3E2B1}" srcId="{B2DBC47E-1994-E241-B1DF-2B8AF68D2A81}" destId="{8B1281BB-6B56-9644-976E-465BD2750920}" srcOrd="0" destOrd="0" parTransId="{373D5EFF-8714-3940-AF08-40EE320A3C2E}" sibTransId="{629040AB-3E05-5745-979E-4EC482337763}"/>
    <dgm:cxn modelId="{0DA63F91-DE41-4C43-8604-DA2BB9C9924A}" srcId="{0D3E7B6A-2B1A-8241-B9F1-507D6CFE014C}" destId="{A85AAD38-9B53-7A44-9D09-79DBF0D0465C}" srcOrd="2" destOrd="0" parTransId="{5905E1EF-49E8-E348-864E-0588AFB84D3C}" sibTransId="{A8ADCABF-439A-094B-92EE-B03C3F8D6674}"/>
    <dgm:cxn modelId="{570DAAB2-CF25-FC49-B266-9A524328BE34}" srcId="{09981E92-858D-8545-83DE-C6D8DA22C6ED}" destId="{E3B62812-070B-314F-B08F-8598D5584D3F}" srcOrd="1" destOrd="0" parTransId="{6E371AF9-69A1-F940-B03A-B2A207F930C7}" sibTransId="{39424457-9860-2E40-924D-C0C1503B8A8D}"/>
    <dgm:cxn modelId="{05F1C6B8-6C04-D646-8053-DB651E3A1E2A}" type="presOf" srcId="{F02BF83B-749D-8949-8042-48AAD41CB891}" destId="{9C596071-4B8B-3E4A-A3FC-16D899D7A78D}" srcOrd="0" destOrd="0" presId="urn:microsoft.com/office/officeart/2005/8/layout/hList1"/>
    <dgm:cxn modelId="{AF8419C3-494B-904A-A1D0-77078C836144}" srcId="{0D3E7B6A-2B1A-8241-B9F1-507D6CFE014C}" destId="{EC26B233-F0D7-DB48-A786-04DF04C9EAE2}" srcOrd="0" destOrd="0" parTransId="{1A36E590-ECCE-FD45-A577-D1E7740CCDED}" sibTransId="{64ADAEA7-B2C1-A049-9155-128EB9F1CF03}"/>
    <dgm:cxn modelId="{C71B98CE-032C-874A-A20B-C88B02780611}" type="presOf" srcId="{0D3E7B6A-2B1A-8241-B9F1-507D6CFE014C}" destId="{A6A50FB6-A32F-B341-BEFD-FC92808EFD23}" srcOrd="0" destOrd="0" presId="urn:microsoft.com/office/officeart/2005/8/layout/hList1"/>
    <dgm:cxn modelId="{154040D7-DD1F-7F42-8AF3-D0BFC96387B9}" srcId="{E3B62812-070B-314F-B08F-8598D5584D3F}" destId="{F02BF83B-749D-8949-8042-48AAD41CB891}" srcOrd="0" destOrd="0" parTransId="{24B16A0B-13D2-134E-9ACA-F5209DBAD5BE}" sibTransId="{737D5425-A52D-4C4E-AA42-A6D0C27BA7A3}"/>
    <dgm:cxn modelId="{E7E0F6F1-F329-CA4D-92C7-448C24297BCF}" srcId="{0D3E7B6A-2B1A-8241-B9F1-507D6CFE014C}" destId="{C4DA4A8C-4784-2746-BEB9-C55DAA057515}" srcOrd="1" destOrd="0" parTransId="{59E0531A-02A3-9146-8CC4-E857AAFD52BA}" sibTransId="{DC8066F5-B28B-1344-B3D4-8E33EFA6BA38}"/>
    <dgm:cxn modelId="{FC7BC0F3-5B8A-BF44-B7A9-A9C696520256}" srcId="{B2DBC47E-1994-E241-B1DF-2B8AF68D2A81}" destId="{38D63B70-17AE-C546-914C-4EB4FB47AFAB}" srcOrd="1" destOrd="0" parTransId="{4696044B-554E-AA47-8F89-142353D0467B}" sibTransId="{E8DF4819-C758-E54A-9920-5E023415742B}"/>
    <dgm:cxn modelId="{2911F8F3-DFE8-1D4D-9EBA-CDA78EABFF12}" srcId="{E3B62812-070B-314F-B08F-8598D5584D3F}" destId="{A58EC47B-6773-A447-8F30-748EBDC9B2BC}" srcOrd="3" destOrd="0" parTransId="{8B565ADB-F5C5-D944-9173-404800BAAC1B}" sibTransId="{C5C79134-0D12-E44F-9B3A-591829274A08}"/>
    <dgm:cxn modelId="{1F68FCF6-BA04-7148-8738-6EBB697A83F5}" type="presOf" srcId="{EC26B233-F0D7-DB48-A786-04DF04C9EAE2}" destId="{C67BD8D7-6A01-9846-9EDB-770F36CBE2D5}" srcOrd="0" destOrd="0" presId="urn:microsoft.com/office/officeart/2005/8/layout/hList1"/>
    <dgm:cxn modelId="{093E76F7-0E17-6646-BA78-7B9DEC844C3B}" type="presOf" srcId="{A85AAD38-9B53-7A44-9D09-79DBF0D0465C}" destId="{C67BD8D7-6A01-9846-9EDB-770F36CBE2D5}" srcOrd="0" destOrd="2" presId="urn:microsoft.com/office/officeart/2005/8/layout/hList1"/>
    <dgm:cxn modelId="{5EDA4CFC-BFCE-F246-B098-AEEB202D4425}" srcId="{E3B62812-070B-314F-B08F-8598D5584D3F}" destId="{98A61A53-9CEC-5A49-B310-3B8B32F6047E}" srcOrd="1" destOrd="0" parTransId="{3CF18EEE-6A21-1C45-8B92-2632E158AD22}" sibTransId="{16DB6297-C99C-8546-9BED-E7FA332EE439}"/>
    <dgm:cxn modelId="{D0B432FE-C386-8642-B654-BE1D23FF6ADA}" srcId="{09981E92-858D-8545-83DE-C6D8DA22C6ED}" destId="{0D3E7B6A-2B1A-8241-B9F1-507D6CFE014C}" srcOrd="0" destOrd="0" parTransId="{6974BC1C-94F9-7946-833B-B235EC169991}" sibTransId="{6A665A60-8EE9-C447-98B6-BEC3BDBE6E1C}"/>
    <dgm:cxn modelId="{6D6979FE-7272-3A48-AD24-E28DB9A8F8E4}" srcId="{B2DBC47E-1994-E241-B1DF-2B8AF68D2A81}" destId="{C13A7832-BD98-1F44-A16C-1F7A4D36E64E}" srcOrd="2" destOrd="0" parTransId="{D6523E2E-2934-1D41-A401-663AE5170EE2}" sibTransId="{DA1AFD12-8938-4542-AF36-43B8F693DF41}"/>
    <dgm:cxn modelId="{B5D27217-B74B-714F-A804-547024D69714}" type="presParOf" srcId="{785BCB03-749D-6044-947E-B7B4CA58FE86}" destId="{ED8767D4-975F-CA4A-B953-9E75F0640775}" srcOrd="0" destOrd="0" presId="urn:microsoft.com/office/officeart/2005/8/layout/hList1"/>
    <dgm:cxn modelId="{0295E058-822D-754C-8161-BE75EBCC7F4E}" type="presParOf" srcId="{ED8767D4-975F-CA4A-B953-9E75F0640775}" destId="{A6A50FB6-A32F-B341-BEFD-FC92808EFD23}" srcOrd="0" destOrd="0" presId="urn:microsoft.com/office/officeart/2005/8/layout/hList1"/>
    <dgm:cxn modelId="{7BD595E7-0728-AC4C-8109-1BEF8CF67A65}" type="presParOf" srcId="{ED8767D4-975F-CA4A-B953-9E75F0640775}" destId="{C67BD8D7-6A01-9846-9EDB-770F36CBE2D5}" srcOrd="1" destOrd="0" presId="urn:microsoft.com/office/officeart/2005/8/layout/hList1"/>
    <dgm:cxn modelId="{69B9675B-BCFE-5E42-B197-4193951D4F7E}" type="presParOf" srcId="{785BCB03-749D-6044-947E-B7B4CA58FE86}" destId="{C4AA1251-ABA3-9A47-8F35-06FA659485BC}" srcOrd="1" destOrd="0" presId="urn:microsoft.com/office/officeart/2005/8/layout/hList1"/>
    <dgm:cxn modelId="{6C2622AA-57A8-204D-BFEA-2E116590CD80}" type="presParOf" srcId="{785BCB03-749D-6044-947E-B7B4CA58FE86}" destId="{2518EE52-A045-4146-AEB7-D8F30631D8FB}" srcOrd="2" destOrd="0" presId="urn:microsoft.com/office/officeart/2005/8/layout/hList1"/>
    <dgm:cxn modelId="{0368BDE5-DDC2-B043-B03E-028382F9ABE4}" type="presParOf" srcId="{2518EE52-A045-4146-AEB7-D8F30631D8FB}" destId="{9A988D13-8698-414E-BD94-C1277274956C}" srcOrd="0" destOrd="0" presId="urn:microsoft.com/office/officeart/2005/8/layout/hList1"/>
    <dgm:cxn modelId="{0BC7E8DC-689B-8542-A6C4-61A9F8DA450F}" type="presParOf" srcId="{2518EE52-A045-4146-AEB7-D8F30631D8FB}" destId="{9C596071-4B8B-3E4A-A3FC-16D899D7A78D}" srcOrd="1" destOrd="0" presId="urn:microsoft.com/office/officeart/2005/8/layout/hList1"/>
    <dgm:cxn modelId="{1671666B-45D2-FD43-B451-D374BC109A30}" type="presParOf" srcId="{785BCB03-749D-6044-947E-B7B4CA58FE86}" destId="{6F590FB1-A918-7F4E-85E5-C7A48EAE7C7B}" srcOrd="3" destOrd="0" presId="urn:microsoft.com/office/officeart/2005/8/layout/hList1"/>
    <dgm:cxn modelId="{1805B9EF-BCB3-C04B-B79A-ECAC2C16E7A1}" type="presParOf" srcId="{785BCB03-749D-6044-947E-B7B4CA58FE86}" destId="{4B2B1FEC-4358-1045-B09A-8928E8F9D954}" srcOrd="4" destOrd="0" presId="urn:microsoft.com/office/officeart/2005/8/layout/hList1"/>
    <dgm:cxn modelId="{AA739FC0-EB1F-7E44-AB67-82641ECC10E8}" type="presParOf" srcId="{4B2B1FEC-4358-1045-B09A-8928E8F9D954}" destId="{521B96D2-3633-1848-B68B-422737C83EDA}" srcOrd="0" destOrd="0" presId="urn:microsoft.com/office/officeart/2005/8/layout/hList1"/>
    <dgm:cxn modelId="{067B9940-99F3-484A-8EFB-563E4E26CCB1}" type="presParOf" srcId="{4B2B1FEC-4358-1045-B09A-8928E8F9D954}" destId="{503C1A5F-82E2-7C41-9543-2B59E356919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6B3452D-D761-0948-80D5-B820B9E51FD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GB"/>
        </a:p>
      </dgm:t>
    </dgm:pt>
    <dgm:pt modelId="{A17EFA62-67B6-CF4D-851A-50D769EB3857}">
      <dgm:prSet/>
      <dgm:spPr/>
      <dgm:t>
        <a:bodyPr/>
        <a:lstStyle/>
        <a:p>
          <a:r>
            <a:rPr lang="en-US" dirty="0"/>
            <a:t>Who in the organization should receive the questionnaire?</a:t>
          </a:r>
          <a:endParaRPr lang="en-MY" dirty="0"/>
        </a:p>
      </dgm:t>
    </dgm:pt>
    <dgm:pt modelId="{453A3D45-0889-A045-B33A-F65A63DBF391}" type="parTrans" cxnId="{7215942E-93C7-FE4D-83F1-35962DC0930D}">
      <dgm:prSet/>
      <dgm:spPr/>
      <dgm:t>
        <a:bodyPr/>
        <a:lstStyle/>
        <a:p>
          <a:endParaRPr lang="en-GB"/>
        </a:p>
      </dgm:t>
    </dgm:pt>
    <dgm:pt modelId="{594FB6C2-7213-6649-9515-70A31434A067}" type="sibTrans" cxnId="{7215942E-93C7-FE4D-83F1-35962DC0930D}">
      <dgm:prSet/>
      <dgm:spPr/>
      <dgm:t>
        <a:bodyPr/>
        <a:lstStyle/>
        <a:p>
          <a:endParaRPr lang="en-GB"/>
        </a:p>
      </dgm:t>
    </dgm:pt>
    <dgm:pt modelId="{89290A6D-B167-4C47-B47D-187A11629A53}">
      <dgm:prSet/>
      <dgm:spPr/>
      <dgm:t>
        <a:bodyPr/>
        <a:lstStyle/>
        <a:p>
          <a:r>
            <a:rPr lang="en-US"/>
            <a:t>How should the questionnaire be administered?</a:t>
          </a:r>
          <a:endParaRPr lang="en-MY"/>
        </a:p>
      </dgm:t>
    </dgm:pt>
    <dgm:pt modelId="{E654B399-24B9-CD4C-BD28-09E3CD9FB616}" type="parTrans" cxnId="{2CFAC576-DD66-EC48-A829-E2C5487BB66A}">
      <dgm:prSet/>
      <dgm:spPr/>
      <dgm:t>
        <a:bodyPr/>
        <a:lstStyle/>
        <a:p>
          <a:endParaRPr lang="en-GB"/>
        </a:p>
      </dgm:t>
    </dgm:pt>
    <dgm:pt modelId="{46412770-F20D-BC42-89A5-CF591F969391}" type="sibTrans" cxnId="{2CFAC576-DD66-EC48-A829-E2C5487BB66A}">
      <dgm:prSet/>
      <dgm:spPr/>
      <dgm:t>
        <a:bodyPr/>
        <a:lstStyle/>
        <a:p>
          <a:endParaRPr lang="en-GB"/>
        </a:p>
      </dgm:t>
    </dgm:pt>
    <dgm:pt modelId="{29A58EC9-1A22-5F4D-8BE2-F7173FE1FD00}" type="pres">
      <dgm:prSet presAssocID="{F6B3452D-D761-0948-80D5-B820B9E51FDD}" presName="linear" presStyleCnt="0">
        <dgm:presLayoutVars>
          <dgm:animLvl val="lvl"/>
          <dgm:resizeHandles val="exact"/>
        </dgm:presLayoutVars>
      </dgm:prSet>
      <dgm:spPr/>
    </dgm:pt>
    <dgm:pt modelId="{BB5423EF-2730-754D-B6A4-CE0E31EFD240}" type="pres">
      <dgm:prSet presAssocID="{A17EFA62-67B6-CF4D-851A-50D769EB385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6107011-0FB6-B946-8147-5E96B6C0E30D}" type="pres">
      <dgm:prSet presAssocID="{594FB6C2-7213-6649-9515-70A31434A067}" presName="spacer" presStyleCnt="0"/>
      <dgm:spPr/>
    </dgm:pt>
    <dgm:pt modelId="{E4F45024-D073-E74D-83E3-7FA0A5FCCEAC}" type="pres">
      <dgm:prSet presAssocID="{89290A6D-B167-4C47-B47D-187A11629A5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215942E-93C7-FE4D-83F1-35962DC0930D}" srcId="{F6B3452D-D761-0948-80D5-B820B9E51FDD}" destId="{A17EFA62-67B6-CF4D-851A-50D769EB3857}" srcOrd="0" destOrd="0" parTransId="{453A3D45-0889-A045-B33A-F65A63DBF391}" sibTransId="{594FB6C2-7213-6649-9515-70A31434A067}"/>
    <dgm:cxn modelId="{35263C3D-38FD-3F4B-AFB5-5D6BE1CE4415}" type="presOf" srcId="{A17EFA62-67B6-CF4D-851A-50D769EB3857}" destId="{BB5423EF-2730-754D-B6A4-CE0E31EFD240}" srcOrd="0" destOrd="0" presId="urn:microsoft.com/office/officeart/2005/8/layout/vList2"/>
    <dgm:cxn modelId="{2CFAC576-DD66-EC48-A829-E2C5487BB66A}" srcId="{F6B3452D-D761-0948-80D5-B820B9E51FDD}" destId="{89290A6D-B167-4C47-B47D-187A11629A53}" srcOrd="1" destOrd="0" parTransId="{E654B399-24B9-CD4C-BD28-09E3CD9FB616}" sibTransId="{46412770-F20D-BC42-89A5-CF591F969391}"/>
    <dgm:cxn modelId="{79E84A93-4F05-5347-993E-CBF2F2B2BE68}" type="presOf" srcId="{89290A6D-B167-4C47-B47D-187A11629A53}" destId="{E4F45024-D073-E74D-83E3-7FA0A5FCCEAC}" srcOrd="0" destOrd="0" presId="urn:microsoft.com/office/officeart/2005/8/layout/vList2"/>
    <dgm:cxn modelId="{CCC3B8C0-2306-A44D-BC16-CC574762864C}" type="presOf" srcId="{F6B3452D-D761-0948-80D5-B820B9E51FDD}" destId="{29A58EC9-1A22-5F4D-8BE2-F7173FE1FD00}" srcOrd="0" destOrd="0" presId="urn:microsoft.com/office/officeart/2005/8/layout/vList2"/>
    <dgm:cxn modelId="{90A12E97-F9E3-6F43-95A3-CE02F0A66AF0}" type="presParOf" srcId="{29A58EC9-1A22-5F4D-8BE2-F7173FE1FD00}" destId="{BB5423EF-2730-754D-B6A4-CE0E31EFD240}" srcOrd="0" destOrd="0" presId="urn:microsoft.com/office/officeart/2005/8/layout/vList2"/>
    <dgm:cxn modelId="{586278D2-E0E1-DD44-89CA-6CD7C5EA1976}" type="presParOf" srcId="{29A58EC9-1A22-5F4D-8BE2-F7173FE1FD00}" destId="{66107011-0FB6-B946-8147-5E96B6C0E30D}" srcOrd="1" destOrd="0" presId="urn:microsoft.com/office/officeart/2005/8/layout/vList2"/>
    <dgm:cxn modelId="{8C6EA5A8-95B3-0B42-B7A9-2930000BEB73}" type="presParOf" srcId="{29A58EC9-1A22-5F4D-8BE2-F7173FE1FD00}" destId="{E4F45024-D073-E74D-83E3-7FA0A5FCCEA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44A406-9567-204D-9E84-60F98F7D9983}">
      <dsp:nvSpPr>
        <dsp:cNvPr id="0" name=""/>
        <dsp:cNvSpPr/>
      </dsp:nvSpPr>
      <dsp:spPr>
        <a:xfrm rot="5400000">
          <a:off x="7153674" y="-2898758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Interview preparation</a:t>
          </a:r>
          <a:endParaRPr lang="en-MY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Question types</a:t>
          </a:r>
          <a:endParaRPr lang="en-MY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Arranging questions</a:t>
          </a:r>
          <a:endParaRPr lang="en-MY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The interview report</a:t>
          </a:r>
          <a:endParaRPr lang="en-MY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User Stories </a:t>
          </a:r>
          <a:endParaRPr lang="en-MY" sz="1400" kern="1200"/>
        </a:p>
      </dsp:txBody>
      <dsp:txXfrm rot="-5400000">
        <a:off x="4103370" y="209846"/>
        <a:ext cx="7236580" cy="1077671"/>
      </dsp:txXfrm>
    </dsp:sp>
    <dsp:sp modelId="{3E0D387A-B967-1140-8AD6-3ED717D320AA}">
      <dsp:nvSpPr>
        <dsp:cNvPr id="0" name=""/>
        <dsp:cNvSpPr/>
      </dsp:nvSpPr>
      <dsp:spPr>
        <a:xfrm>
          <a:off x="0" y="2261"/>
          <a:ext cx="4103370" cy="14928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INTERVIEWING </a:t>
          </a:r>
          <a:endParaRPr lang="en-MY" sz="3500" kern="1200"/>
        </a:p>
      </dsp:txBody>
      <dsp:txXfrm>
        <a:off x="72874" y="75135"/>
        <a:ext cx="3957622" cy="1347091"/>
      </dsp:txXfrm>
    </dsp:sp>
    <dsp:sp modelId="{30D41C04-0840-D141-A88D-FA44AB020792}">
      <dsp:nvSpPr>
        <dsp:cNvPr id="0" name=""/>
        <dsp:cNvSpPr/>
      </dsp:nvSpPr>
      <dsp:spPr>
        <a:xfrm rot="5400000">
          <a:off x="7153674" y="-1331277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Involvement</a:t>
          </a:r>
          <a:endParaRPr lang="en-MY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Location</a:t>
          </a:r>
          <a:endParaRPr lang="en-MY" sz="1600" kern="1200"/>
        </a:p>
      </dsp:txBody>
      <dsp:txXfrm rot="-5400000">
        <a:off x="4103370" y="1777327"/>
        <a:ext cx="7236580" cy="1077671"/>
      </dsp:txXfrm>
    </dsp:sp>
    <dsp:sp modelId="{0F5C74DA-8593-D54A-8A8A-E5B629D54B1F}">
      <dsp:nvSpPr>
        <dsp:cNvPr id="0" name=""/>
        <dsp:cNvSpPr/>
      </dsp:nvSpPr>
      <dsp:spPr>
        <a:xfrm>
          <a:off x="0" y="1569742"/>
          <a:ext cx="4103370" cy="1492839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JOINT APPLICATION DESIGN (JAD)</a:t>
          </a:r>
          <a:endParaRPr lang="en-MY" sz="3500" kern="1200"/>
        </a:p>
      </dsp:txBody>
      <dsp:txXfrm>
        <a:off x="72874" y="1642616"/>
        <a:ext cx="3957622" cy="1347091"/>
      </dsp:txXfrm>
    </dsp:sp>
    <dsp:sp modelId="{0EF433D6-DF43-904C-ADEA-ABBA75D6F29B}">
      <dsp:nvSpPr>
        <dsp:cNvPr id="0" name=""/>
        <dsp:cNvSpPr/>
      </dsp:nvSpPr>
      <dsp:spPr>
        <a:xfrm rot="5400000">
          <a:off x="7153674" y="236203"/>
          <a:ext cx="1194271" cy="7294880"/>
        </a:xfrm>
        <a:prstGeom prst="round2Same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Writing questions</a:t>
          </a:r>
          <a:endParaRPr lang="en-MY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Using scales</a:t>
          </a:r>
          <a:endParaRPr lang="en-MY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Design</a:t>
          </a:r>
          <a:endParaRPr lang="en-MY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Administering</a:t>
          </a:r>
          <a:endParaRPr lang="en-MY" sz="1600" kern="1200" dirty="0"/>
        </a:p>
      </dsp:txBody>
      <dsp:txXfrm rot="-5400000">
        <a:off x="4103370" y="3344807"/>
        <a:ext cx="7236580" cy="1077671"/>
      </dsp:txXfrm>
    </dsp:sp>
    <dsp:sp modelId="{282AF86B-5651-D740-B3E2-314500A8BB47}">
      <dsp:nvSpPr>
        <dsp:cNvPr id="0" name=""/>
        <dsp:cNvSpPr/>
      </dsp:nvSpPr>
      <dsp:spPr>
        <a:xfrm>
          <a:off x="0" y="3137224"/>
          <a:ext cx="4103370" cy="1492839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QUESTIONNAIRES</a:t>
          </a:r>
          <a:endParaRPr lang="en-MY" sz="3500" kern="1200"/>
        </a:p>
      </dsp:txBody>
      <dsp:txXfrm>
        <a:off x="72874" y="3210098"/>
        <a:ext cx="3957622" cy="13470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44A406-9567-204D-9E84-60F98F7D9983}">
      <dsp:nvSpPr>
        <dsp:cNvPr id="0" name=""/>
        <dsp:cNvSpPr/>
      </dsp:nvSpPr>
      <dsp:spPr>
        <a:xfrm rot="5400000">
          <a:off x="6239546" y="-1758360"/>
          <a:ext cx="3022527" cy="729488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Interview preparation</a:t>
          </a:r>
          <a:endParaRPr lang="en-MY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Question types</a:t>
          </a:r>
          <a:endParaRPr lang="en-MY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Arranging questions</a:t>
          </a:r>
          <a:endParaRPr lang="en-MY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The interview report</a:t>
          </a:r>
          <a:endParaRPr lang="en-MY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User Stories </a:t>
          </a:r>
          <a:endParaRPr lang="en-MY" sz="3200" kern="1200" dirty="0"/>
        </a:p>
      </dsp:txBody>
      <dsp:txXfrm rot="-5400000">
        <a:off x="4103370" y="525364"/>
        <a:ext cx="7147332" cy="2727431"/>
      </dsp:txXfrm>
    </dsp:sp>
    <dsp:sp modelId="{3E0D387A-B967-1140-8AD6-3ED717D320AA}">
      <dsp:nvSpPr>
        <dsp:cNvPr id="0" name=""/>
        <dsp:cNvSpPr/>
      </dsp:nvSpPr>
      <dsp:spPr>
        <a:xfrm>
          <a:off x="0" y="0"/>
          <a:ext cx="4103370" cy="37781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kern="1200" dirty="0"/>
            <a:t>INTERVIEWING </a:t>
          </a:r>
          <a:endParaRPr lang="en-MY" sz="4200" kern="1200" dirty="0"/>
        </a:p>
      </dsp:txBody>
      <dsp:txXfrm>
        <a:off x="184435" y="184435"/>
        <a:ext cx="3734500" cy="34092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98223-98FD-E341-82D0-8E10982F1E3B}">
      <dsp:nvSpPr>
        <dsp:cNvPr id="0" name=""/>
        <dsp:cNvSpPr/>
      </dsp:nvSpPr>
      <dsp:spPr>
        <a:xfrm>
          <a:off x="2646623" y="2091"/>
          <a:ext cx="2977450" cy="9146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Reading background material</a:t>
          </a:r>
          <a:endParaRPr lang="en-MY" sz="2400" kern="1200"/>
        </a:p>
      </dsp:txBody>
      <dsp:txXfrm>
        <a:off x="2691273" y="46741"/>
        <a:ext cx="2888150" cy="825362"/>
      </dsp:txXfrm>
    </dsp:sp>
    <dsp:sp modelId="{37D842A7-2FF4-734C-B854-038ADC8E59A3}">
      <dsp:nvSpPr>
        <dsp:cNvPr id="0" name=""/>
        <dsp:cNvSpPr/>
      </dsp:nvSpPr>
      <dsp:spPr>
        <a:xfrm>
          <a:off x="2646623" y="962488"/>
          <a:ext cx="2977450" cy="914662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Establishing interview objectives</a:t>
          </a:r>
          <a:endParaRPr lang="en-MY" sz="2400" kern="1200"/>
        </a:p>
      </dsp:txBody>
      <dsp:txXfrm>
        <a:off x="2691273" y="1007138"/>
        <a:ext cx="2888150" cy="825362"/>
      </dsp:txXfrm>
    </dsp:sp>
    <dsp:sp modelId="{42F5A194-ACFC-264C-A0FA-91D6143BECCC}">
      <dsp:nvSpPr>
        <dsp:cNvPr id="0" name=""/>
        <dsp:cNvSpPr/>
      </dsp:nvSpPr>
      <dsp:spPr>
        <a:xfrm>
          <a:off x="2646623" y="1922884"/>
          <a:ext cx="2977450" cy="914662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Deciding whom to interview</a:t>
          </a:r>
          <a:endParaRPr lang="en-MY" sz="2400" kern="1200" dirty="0"/>
        </a:p>
      </dsp:txBody>
      <dsp:txXfrm>
        <a:off x="2691273" y="1967534"/>
        <a:ext cx="2888150" cy="825362"/>
      </dsp:txXfrm>
    </dsp:sp>
    <dsp:sp modelId="{B3B02B80-D76F-3E42-AA2B-458F4780CAC1}">
      <dsp:nvSpPr>
        <dsp:cNvPr id="0" name=""/>
        <dsp:cNvSpPr/>
      </dsp:nvSpPr>
      <dsp:spPr>
        <a:xfrm>
          <a:off x="2646623" y="2883280"/>
          <a:ext cx="2977450" cy="914662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Preparing the interviewee</a:t>
          </a:r>
          <a:endParaRPr lang="en-MY" sz="2400" kern="1200"/>
        </a:p>
      </dsp:txBody>
      <dsp:txXfrm>
        <a:off x="2691273" y="2927930"/>
        <a:ext cx="2888150" cy="825362"/>
      </dsp:txXfrm>
    </dsp:sp>
    <dsp:sp modelId="{771BE8F5-BC3B-8A4C-8741-51B65F15F1B2}">
      <dsp:nvSpPr>
        <dsp:cNvPr id="0" name=""/>
        <dsp:cNvSpPr/>
      </dsp:nvSpPr>
      <dsp:spPr>
        <a:xfrm>
          <a:off x="2646623" y="3843676"/>
          <a:ext cx="2977450" cy="91466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Deciding on question types and structure</a:t>
          </a:r>
          <a:endParaRPr lang="en-MY" sz="2400" kern="1200"/>
        </a:p>
      </dsp:txBody>
      <dsp:txXfrm>
        <a:off x="2691273" y="3888326"/>
        <a:ext cx="2888150" cy="8253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C03A0-CF78-5746-953A-89ABD9CDD0E2}">
      <dsp:nvSpPr>
        <dsp:cNvPr id="0" name=""/>
        <dsp:cNvSpPr/>
      </dsp:nvSpPr>
      <dsp:spPr>
        <a:xfrm>
          <a:off x="0" y="3644"/>
          <a:ext cx="11697538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BIPOLAR QUESTIONS</a:t>
          </a:r>
          <a:endParaRPr lang="en-MY" sz="2500" kern="1200"/>
        </a:p>
      </dsp:txBody>
      <dsp:txXfrm>
        <a:off x="29271" y="32915"/>
        <a:ext cx="11638996" cy="541083"/>
      </dsp:txXfrm>
    </dsp:sp>
    <dsp:sp modelId="{DD5847BC-E6AD-5546-B5D1-064AFD58F9FF}">
      <dsp:nvSpPr>
        <dsp:cNvPr id="0" name=""/>
        <dsp:cNvSpPr/>
      </dsp:nvSpPr>
      <dsp:spPr>
        <a:xfrm>
          <a:off x="0" y="603269"/>
          <a:ext cx="11697538" cy="1371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1397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 special kind of closed question</a:t>
          </a:r>
          <a:endParaRPr lang="en-MY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Bipolar questions are those that may be answered with a “yes” or “no” or “agree” or “disagree”</a:t>
          </a:r>
          <a:endParaRPr lang="en-MY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Bipolar questions should be used carefully</a:t>
          </a:r>
          <a:endParaRPr lang="en-MY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Probing questions elicit more detail about previous questions</a:t>
          </a:r>
          <a:endParaRPr lang="en-MY" sz="2000" kern="1200"/>
        </a:p>
      </dsp:txBody>
      <dsp:txXfrm>
        <a:off x="0" y="603269"/>
        <a:ext cx="11697538" cy="1371375"/>
      </dsp:txXfrm>
    </dsp:sp>
    <dsp:sp modelId="{EE1DE72F-4D02-EF4A-9EF3-30C148BE0826}">
      <dsp:nvSpPr>
        <dsp:cNvPr id="0" name=""/>
        <dsp:cNvSpPr/>
      </dsp:nvSpPr>
      <dsp:spPr>
        <a:xfrm>
          <a:off x="0" y="1974644"/>
          <a:ext cx="11697538" cy="59962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PROBE QUESTIONS</a:t>
          </a:r>
          <a:endParaRPr lang="en-MY" sz="2500" kern="1200"/>
        </a:p>
      </dsp:txBody>
      <dsp:txXfrm>
        <a:off x="29271" y="2003915"/>
        <a:ext cx="11638996" cy="541083"/>
      </dsp:txXfrm>
    </dsp:sp>
    <dsp:sp modelId="{5BB3E7DA-AD3C-2A40-A6EA-E9272EF5DBF1}">
      <dsp:nvSpPr>
        <dsp:cNvPr id="0" name=""/>
        <dsp:cNvSpPr/>
      </dsp:nvSpPr>
      <dsp:spPr>
        <a:xfrm>
          <a:off x="0" y="2574269"/>
          <a:ext cx="11697538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1397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The purpose of probing questions is:</a:t>
          </a:r>
          <a:endParaRPr lang="en-MY" sz="2000" kern="120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To get more meaning</a:t>
          </a:r>
          <a:endParaRPr lang="en-MY" sz="2000" kern="120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To clarify</a:t>
          </a:r>
          <a:endParaRPr lang="en-MY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To draw out and expand on the interviewee’s point</a:t>
          </a:r>
          <a:endParaRPr lang="en-MY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May be either open-ended or closed</a:t>
          </a:r>
          <a:endParaRPr lang="en-MY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E.g., “Why?” or “Please explain more for me”</a:t>
          </a:r>
          <a:endParaRPr lang="en-MY" sz="2000" kern="1200"/>
        </a:p>
      </dsp:txBody>
      <dsp:txXfrm>
        <a:off x="0" y="2574269"/>
        <a:ext cx="11697538" cy="207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50A99-198C-C049-BEF5-DCF23C2B294D}">
      <dsp:nvSpPr>
        <dsp:cNvPr id="0" name=""/>
        <dsp:cNvSpPr/>
      </dsp:nvSpPr>
      <dsp:spPr>
        <a:xfrm>
          <a:off x="0" y="0"/>
          <a:ext cx="11512460" cy="22746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AE2C2-BCDC-F348-AB1E-8381045D32A8}">
      <dsp:nvSpPr>
        <dsp:cNvPr id="0" name=""/>
        <dsp:cNvSpPr/>
      </dsp:nvSpPr>
      <dsp:spPr>
        <a:xfrm>
          <a:off x="345373" y="150619"/>
          <a:ext cx="3381785" cy="1973459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A213D-1308-6544-A9B0-7628C5CC67D0}">
      <dsp:nvSpPr>
        <dsp:cNvPr id="0" name=""/>
        <dsp:cNvSpPr/>
      </dsp:nvSpPr>
      <dsp:spPr>
        <a:xfrm rot="10800000">
          <a:off x="345373" y="2274697"/>
          <a:ext cx="3381785" cy="2780186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PYRAMID </a:t>
          </a:r>
          <a:endParaRPr lang="en-MY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Starting with closed questions and working toward open-ended questions</a:t>
          </a:r>
          <a:endParaRPr lang="en-MY" sz="2300" kern="1200" dirty="0"/>
        </a:p>
      </dsp:txBody>
      <dsp:txXfrm rot="10800000">
        <a:off x="430873" y="2274697"/>
        <a:ext cx="3210785" cy="2694686"/>
      </dsp:txXfrm>
    </dsp:sp>
    <dsp:sp modelId="{6D73DBE2-3BE2-A946-9E63-DB3FDFD81CAF}">
      <dsp:nvSpPr>
        <dsp:cNvPr id="0" name=""/>
        <dsp:cNvSpPr/>
      </dsp:nvSpPr>
      <dsp:spPr>
        <a:xfrm>
          <a:off x="4065337" y="150619"/>
          <a:ext cx="3381785" cy="1973459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C43BD-0537-724F-8FDA-EEBAE0EE966B}">
      <dsp:nvSpPr>
        <dsp:cNvPr id="0" name=""/>
        <dsp:cNvSpPr/>
      </dsp:nvSpPr>
      <dsp:spPr>
        <a:xfrm rot="10800000">
          <a:off x="4065337" y="2274697"/>
          <a:ext cx="3381785" cy="2780186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FUNNEL </a:t>
          </a:r>
          <a:endParaRPr lang="en-MY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Starting with open-ended questions and working toward closed questions</a:t>
          </a:r>
          <a:endParaRPr lang="en-MY" sz="2300" kern="1200" dirty="0"/>
        </a:p>
      </dsp:txBody>
      <dsp:txXfrm rot="10800000">
        <a:off x="4150837" y="2274697"/>
        <a:ext cx="3210785" cy="2694686"/>
      </dsp:txXfrm>
    </dsp:sp>
    <dsp:sp modelId="{A0C59CF3-7214-D741-A143-7891F17A29E7}">
      <dsp:nvSpPr>
        <dsp:cNvPr id="0" name=""/>
        <dsp:cNvSpPr/>
      </dsp:nvSpPr>
      <dsp:spPr>
        <a:xfrm>
          <a:off x="7785301" y="150619"/>
          <a:ext cx="3381785" cy="1973459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85E8B-C88A-894E-B7D0-D277A3CC5BDF}">
      <dsp:nvSpPr>
        <dsp:cNvPr id="0" name=""/>
        <dsp:cNvSpPr/>
      </dsp:nvSpPr>
      <dsp:spPr>
        <a:xfrm rot="10800000">
          <a:off x="7785301" y="2274697"/>
          <a:ext cx="3381785" cy="2780186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DIAMOND </a:t>
          </a:r>
          <a:endParaRPr lang="en-MY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Starting with closed, moving toward open-ended, and ending with closed questions</a:t>
          </a:r>
          <a:endParaRPr lang="en-MY" sz="2300" kern="1200" dirty="0"/>
        </a:p>
      </dsp:txBody>
      <dsp:txXfrm rot="10800000">
        <a:off x="7870801" y="2274697"/>
        <a:ext cx="3210785" cy="26946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41C04-0840-D141-A88D-FA44AB020792}">
      <dsp:nvSpPr>
        <dsp:cNvPr id="0" name=""/>
        <dsp:cNvSpPr/>
      </dsp:nvSpPr>
      <dsp:spPr>
        <a:xfrm rot="5400000">
          <a:off x="6449139" y="-2020351"/>
          <a:ext cx="2603341" cy="7294880"/>
        </a:xfrm>
        <a:prstGeom prst="round2SameRect">
          <a:avLst/>
        </a:prstGeom>
        <a:solidFill>
          <a:srgbClr val="F1D7A3"/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Involvement</a:t>
          </a:r>
          <a:endParaRPr lang="en-MY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Location</a:t>
          </a:r>
          <a:endParaRPr lang="en-MY" sz="2400" kern="1200"/>
        </a:p>
      </dsp:txBody>
      <dsp:txXfrm rot="-5400000">
        <a:off x="4103370" y="452503"/>
        <a:ext cx="7167795" cy="2349171"/>
      </dsp:txXfrm>
    </dsp:sp>
    <dsp:sp modelId="{0F5C74DA-8593-D54A-8A8A-E5B629D54B1F}">
      <dsp:nvSpPr>
        <dsp:cNvPr id="0" name=""/>
        <dsp:cNvSpPr/>
      </dsp:nvSpPr>
      <dsp:spPr>
        <a:xfrm>
          <a:off x="0" y="0"/>
          <a:ext cx="4103370" cy="3254177"/>
        </a:xfrm>
        <a:prstGeom prst="roundRect">
          <a:avLst/>
        </a:prstGeom>
        <a:solidFill>
          <a:srgbClr val="AE63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kern="1200" dirty="0"/>
            <a:t>JOINT APPLICATION DESIGN (JAD)</a:t>
          </a:r>
          <a:endParaRPr lang="en-MY" sz="4200" kern="1200" dirty="0"/>
        </a:p>
      </dsp:txBody>
      <dsp:txXfrm>
        <a:off x="158856" y="158856"/>
        <a:ext cx="3785658" cy="29364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41C04-0840-D141-A88D-FA44AB020792}">
      <dsp:nvSpPr>
        <dsp:cNvPr id="0" name=""/>
        <dsp:cNvSpPr/>
      </dsp:nvSpPr>
      <dsp:spPr>
        <a:xfrm rot="5400000">
          <a:off x="6432700" y="-1999803"/>
          <a:ext cx="2636219" cy="7294880"/>
        </a:xfrm>
        <a:prstGeom prst="round2SameRect">
          <a:avLst/>
        </a:prstGeom>
        <a:solidFill>
          <a:srgbClr val="FFCB63"/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Writing questions</a:t>
          </a:r>
          <a:endParaRPr lang="en-MY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Using scales</a:t>
          </a:r>
          <a:endParaRPr lang="en-MY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Design</a:t>
          </a:r>
          <a:endParaRPr lang="en-MY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Administering</a:t>
          </a:r>
          <a:endParaRPr lang="en-MY" sz="3200" kern="1200" dirty="0"/>
        </a:p>
      </dsp:txBody>
      <dsp:txXfrm rot="-5400000">
        <a:off x="4103370" y="458217"/>
        <a:ext cx="7166190" cy="2378839"/>
      </dsp:txXfrm>
    </dsp:sp>
    <dsp:sp modelId="{0F5C74DA-8593-D54A-8A8A-E5B629D54B1F}">
      <dsp:nvSpPr>
        <dsp:cNvPr id="0" name=""/>
        <dsp:cNvSpPr/>
      </dsp:nvSpPr>
      <dsp:spPr>
        <a:xfrm>
          <a:off x="0" y="0"/>
          <a:ext cx="4103370" cy="3295274"/>
        </a:xfrm>
        <a:prstGeom prst="roundRect">
          <a:avLst/>
        </a:prstGeom>
        <a:solidFill>
          <a:srgbClr val="B435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QUESTIONNAIRES</a:t>
          </a:r>
          <a:endParaRPr lang="en-MY" sz="3600" kern="1200" dirty="0"/>
        </a:p>
      </dsp:txBody>
      <dsp:txXfrm>
        <a:off x="160862" y="160862"/>
        <a:ext cx="3781646" cy="29735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50FB6-A32F-B341-BEFD-FC92808EFD23}">
      <dsp:nvSpPr>
        <dsp:cNvPr id="0" name=""/>
        <dsp:cNvSpPr/>
      </dsp:nvSpPr>
      <dsp:spPr>
        <a:xfrm>
          <a:off x="3446" y="125949"/>
          <a:ext cx="3360611" cy="547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LENIENCY</a:t>
          </a:r>
          <a:endParaRPr lang="en-MY" sz="2400" kern="1200" dirty="0"/>
        </a:p>
      </dsp:txBody>
      <dsp:txXfrm>
        <a:off x="3446" y="125949"/>
        <a:ext cx="3360611" cy="547200"/>
      </dsp:txXfrm>
    </dsp:sp>
    <dsp:sp modelId="{C67BD8D7-6A01-9846-9EDB-770F36CBE2D5}">
      <dsp:nvSpPr>
        <dsp:cNvPr id="0" name=""/>
        <dsp:cNvSpPr/>
      </dsp:nvSpPr>
      <dsp:spPr>
        <a:xfrm>
          <a:off x="3446" y="673149"/>
          <a:ext cx="3360611" cy="354653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Caused by easy raters</a:t>
          </a:r>
          <a:endParaRPr lang="en-MY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Leniency error is the tendency of a manager to rate an employee higher than his actual performance.</a:t>
          </a:r>
          <a:endParaRPr lang="en-MY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Reasons that a manager might do this could include avoiding confrontations, or feeling that by giving the employee a high rating, he will work harder to live up to the rating.</a:t>
          </a:r>
          <a:endParaRPr lang="en-MY" sz="1900" kern="1200"/>
        </a:p>
      </dsp:txBody>
      <dsp:txXfrm>
        <a:off x="3446" y="673149"/>
        <a:ext cx="3360611" cy="3546539"/>
      </dsp:txXfrm>
    </dsp:sp>
    <dsp:sp modelId="{9A988D13-8698-414E-BD94-C1277274956C}">
      <dsp:nvSpPr>
        <dsp:cNvPr id="0" name=""/>
        <dsp:cNvSpPr/>
      </dsp:nvSpPr>
      <dsp:spPr>
        <a:xfrm>
          <a:off x="3834543" y="125949"/>
          <a:ext cx="3360611" cy="547200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CENTRAL TENDENCY</a:t>
          </a:r>
          <a:endParaRPr lang="en-MY" sz="2400" kern="1200" dirty="0"/>
        </a:p>
      </dsp:txBody>
      <dsp:txXfrm>
        <a:off x="3834543" y="125949"/>
        <a:ext cx="3360611" cy="547200"/>
      </dsp:txXfrm>
    </dsp:sp>
    <dsp:sp modelId="{9C596071-4B8B-3E4A-A3FC-16D899D7A78D}">
      <dsp:nvSpPr>
        <dsp:cNvPr id="0" name=""/>
        <dsp:cNvSpPr/>
      </dsp:nvSpPr>
      <dsp:spPr>
        <a:xfrm>
          <a:off x="3834543" y="673149"/>
          <a:ext cx="3360611" cy="3546539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Central tendency occurs when respondents rate everything as average</a:t>
          </a:r>
          <a:endParaRPr lang="en-MY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Improve by making the differences smaller at the two ends</a:t>
          </a:r>
          <a:endParaRPr lang="en-MY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Adjust the strength of the descriptors</a:t>
          </a:r>
          <a:endParaRPr lang="en-MY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Create a scale with more points</a:t>
          </a:r>
          <a:endParaRPr lang="en-MY" sz="1900" kern="1200"/>
        </a:p>
      </dsp:txBody>
      <dsp:txXfrm>
        <a:off x="3834543" y="673149"/>
        <a:ext cx="3360611" cy="3546539"/>
      </dsp:txXfrm>
    </dsp:sp>
    <dsp:sp modelId="{521B96D2-3633-1848-B68B-422737C83EDA}">
      <dsp:nvSpPr>
        <dsp:cNvPr id="0" name=""/>
        <dsp:cNvSpPr/>
      </dsp:nvSpPr>
      <dsp:spPr>
        <a:xfrm>
          <a:off x="7665640" y="125949"/>
          <a:ext cx="3360611" cy="54720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HALO EFFECT </a:t>
          </a:r>
          <a:endParaRPr lang="en-MY" sz="2400" kern="1200" dirty="0"/>
        </a:p>
      </dsp:txBody>
      <dsp:txXfrm>
        <a:off x="7665640" y="125949"/>
        <a:ext cx="3360611" cy="547200"/>
      </dsp:txXfrm>
    </dsp:sp>
    <dsp:sp modelId="{503C1A5F-82E2-7C41-9543-2B59E3569199}">
      <dsp:nvSpPr>
        <dsp:cNvPr id="0" name=""/>
        <dsp:cNvSpPr/>
      </dsp:nvSpPr>
      <dsp:spPr>
        <a:xfrm>
          <a:off x="7665640" y="673149"/>
          <a:ext cx="3360611" cy="3546539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When the impression formed in one question carries into the next question.</a:t>
          </a:r>
          <a:endParaRPr lang="en-MY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The halo effect is when a manager forms a positive impression of an employee's skill in one area and then gives her high ratings across all rating criteria</a:t>
          </a:r>
          <a:endParaRPr lang="en-MY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Solution is to place one trait on each page of questionnaire</a:t>
          </a:r>
          <a:endParaRPr lang="en-MY" sz="1900" kern="1200"/>
        </a:p>
      </dsp:txBody>
      <dsp:txXfrm>
        <a:off x="7665640" y="673149"/>
        <a:ext cx="3360611" cy="35465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423EF-2730-754D-B6A4-CE0E31EFD240}">
      <dsp:nvSpPr>
        <dsp:cNvPr id="0" name=""/>
        <dsp:cNvSpPr/>
      </dsp:nvSpPr>
      <dsp:spPr>
        <a:xfrm>
          <a:off x="0" y="190743"/>
          <a:ext cx="10739918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Who in the organization should receive the questionnaire?</a:t>
          </a:r>
          <a:endParaRPr lang="en-MY" sz="3400" kern="1200" dirty="0"/>
        </a:p>
      </dsp:txBody>
      <dsp:txXfrm>
        <a:off x="39809" y="230552"/>
        <a:ext cx="10660300" cy="735872"/>
      </dsp:txXfrm>
    </dsp:sp>
    <dsp:sp modelId="{E4F45024-D073-E74D-83E3-7FA0A5FCCEAC}">
      <dsp:nvSpPr>
        <dsp:cNvPr id="0" name=""/>
        <dsp:cNvSpPr/>
      </dsp:nvSpPr>
      <dsp:spPr>
        <a:xfrm>
          <a:off x="0" y="1104153"/>
          <a:ext cx="10739918" cy="81549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How should the questionnaire be administered?</a:t>
          </a:r>
          <a:endParaRPr lang="en-MY" sz="3400" kern="1200"/>
        </a:p>
      </dsp:txBody>
      <dsp:txXfrm>
        <a:off x="39809" y="1143962"/>
        <a:ext cx="10660300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FBB964-91EE-6D44-9245-6E870FE24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FCBC2-74CA-194C-A913-723B8183E3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BC8F580-752C-4144-A7C0-D9E2449D0345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7D2939F-3B94-A446-A0D1-0F801799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BF076F-1D3C-3E48-89BD-E060B7D92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19D35-AF4C-5F49-A32D-FABFE352C2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05E62-A327-8F4A-96E5-02D47B34D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EE6678C-B846-4645-BFC0-6717EC24A3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E6678C-B846-4645-BFC0-6717EC24A31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38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21E4C69B-8559-7E49-B84F-BF5E5CA993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1EB817A-197F-1445-8849-52399154E04D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5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BA4B8229-556D-8D4F-BD33-48889D451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C0640847-8112-C244-8855-7B0F65B71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Opinions—may be more revealing and more important then facts. By seeking opinion rather then fact you can discover key problems.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Feelings—you can understand the organization’s culture more fully by listening to the feelings of the respondent.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Goals – project the organization’s future. You may not be able to determine goals through any other method.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HCI – the ergonomic aspects, the system usability, how pleasing and enjoyable the system is, and how useful it is in supporting individual tasks.</a:t>
            </a:r>
          </a:p>
        </p:txBody>
      </p:sp>
    </p:spTree>
    <p:extLst>
      <p:ext uri="{BB962C8B-B14F-4D97-AF65-F5344CB8AC3E}">
        <p14:creationId xmlns:p14="http://schemas.microsoft.com/office/powerpoint/2010/main" val="3918916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E58B0760-85B2-5042-8B5E-F32499E58C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5A961D1-A108-9A47-B415-E4DCEABC6E9D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6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2FAD159D-CE1A-CE43-9739-842E2531E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9FD5F7B1-D08E-1A4B-BD8A-C40BDDB32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1000"/>
              <a:t>Reading background material—read and understand as much background information about the interviewees and their organization as possible.</a:t>
            </a:r>
          </a:p>
          <a:p>
            <a:pPr marL="628650" lvl="1" indent="-171450" eaLnBrk="1" hangingPunct="1">
              <a:buFontTx/>
              <a:buChar char="•"/>
            </a:pPr>
            <a:r>
              <a:rPr lang="en-US" altLang="en-US" sz="1000"/>
              <a:t>Corporate website</a:t>
            </a:r>
          </a:p>
          <a:p>
            <a:pPr marL="628650" lvl="1" indent="-171450" eaLnBrk="1" hangingPunct="1">
              <a:buFontTx/>
              <a:buChar char="•"/>
            </a:pPr>
            <a:r>
              <a:rPr lang="en-US" altLang="en-US" sz="1000"/>
              <a:t>Current annual report</a:t>
            </a:r>
          </a:p>
          <a:p>
            <a:pPr marL="628650" lvl="1" indent="-171450" eaLnBrk="1" hangingPunct="1">
              <a:buFontTx/>
              <a:buChar char="•"/>
            </a:pPr>
            <a:r>
              <a:rPr lang="en-US" altLang="en-US" sz="1000"/>
              <a:t>Corporate news letter</a:t>
            </a:r>
          </a:p>
          <a:p>
            <a:pPr marL="628650" lvl="1" indent="-171450" eaLnBrk="1" hangingPunct="1">
              <a:buFontTx/>
              <a:buChar char="•"/>
            </a:pPr>
            <a:r>
              <a:rPr lang="en-US" altLang="en-US" sz="1000"/>
              <a:t>Any publication sent out to explain the organization to the public</a:t>
            </a:r>
          </a:p>
          <a:p>
            <a:pPr marL="628650" lvl="1" indent="-171450" eaLnBrk="1" hangingPunct="1">
              <a:buFontTx/>
              <a:buChar char="•"/>
            </a:pPr>
            <a:r>
              <a:rPr lang="en-US" altLang="en-US" sz="1000"/>
              <a:t>Standard &amp; Poor’s</a:t>
            </a:r>
          </a:p>
          <a:p>
            <a:pPr marL="628650" lvl="1" indent="-171450" eaLnBrk="1" hangingPunct="1">
              <a:buFontTx/>
              <a:buChar char="•"/>
            </a:pPr>
            <a:endParaRPr lang="en-US" altLang="en-US" sz="1000"/>
          </a:p>
          <a:p>
            <a:pPr eaLnBrk="1" hangingPunct="1"/>
            <a:r>
              <a:rPr lang="en-US" altLang="en-US" sz="1000"/>
              <a:t>Trying to build a common vocabulary to phrase interview questions and to maximize the interview time.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Establishing interview objectives—four to six key areas concerning HCI, information processing and decision-making behavior.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Deciding whom to interview—strive for balance so that as many users’ needs are addressed as possible.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Preparing the interviewee—call ahead;  keep to 45 minutes to an hour at the most.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Deciding on question types and structure—write questions to cover the key areas of decision making that you discovered when you ascertained interview objectives.</a:t>
            </a:r>
          </a:p>
          <a:p>
            <a:pPr eaLnBrk="1" hangingPunct="1"/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39266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EF8E1B3E-02FC-E04E-9113-A656438CF3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DB604F-6A91-2D46-923F-0B5A225AD38D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7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198E053-5A20-ED4E-A15E-81D3283A8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AFFFD769-C960-9140-9552-88E9AE272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Each question type can accomplish something a little different from the other, and each has benefits and drawbacks.</a:t>
            </a:r>
          </a:p>
        </p:txBody>
      </p:sp>
    </p:spTree>
    <p:extLst>
      <p:ext uri="{BB962C8B-B14F-4D97-AF65-F5344CB8AC3E}">
        <p14:creationId xmlns:p14="http://schemas.microsoft.com/office/powerpoint/2010/main" val="3717786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F0DE6C32-85F9-A843-9EC3-CB78D5A97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1EB7C90-44C2-BB42-A513-ADFDEC01B67E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8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D09B3DE0-E7E3-774A-9023-75B730F11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FF5ED0E9-B13B-3948-937C-841ED915E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“Open” actually describes the interviewee’s options for responding. They are open.</a:t>
            </a:r>
          </a:p>
        </p:txBody>
      </p:sp>
    </p:spTree>
    <p:extLst>
      <p:ext uri="{BB962C8B-B14F-4D97-AF65-F5344CB8AC3E}">
        <p14:creationId xmlns:p14="http://schemas.microsoft.com/office/powerpoint/2010/main" val="3750279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F0DE6C32-85F9-A843-9EC3-CB78D5A97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1EB7C90-44C2-BB42-A513-ADFDEC01B67E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9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D09B3DE0-E7E3-774A-9023-75B730F11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FF5ED0E9-B13B-3948-937C-841ED915E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“Open” actually describes the interviewee’s options for responding. They are open.</a:t>
            </a:r>
          </a:p>
        </p:txBody>
      </p:sp>
    </p:spTree>
    <p:extLst>
      <p:ext uri="{BB962C8B-B14F-4D97-AF65-F5344CB8AC3E}">
        <p14:creationId xmlns:p14="http://schemas.microsoft.com/office/powerpoint/2010/main" val="3508659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A8A6F3C2-C292-744C-9124-77905CF577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6396963-F1FD-4548-A5B4-2B6352A3726D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10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2C18DA9-E025-4944-83DA-B1CC0E5346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D2F7051A-6F13-0C41-8B02-7C34E97A6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The alternative to open-ended questions.</a:t>
            </a:r>
          </a:p>
        </p:txBody>
      </p:sp>
    </p:spTree>
    <p:extLst>
      <p:ext uri="{BB962C8B-B14F-4D97-AF65-F5344CB8AC3E}">
        <p14:creationId xmlns:p14="http://schemas.microsoft.com/office/powerpoint/2010/main" val="70912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53FB405F-B952-D141-B332-92B8C1BC78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5F0829E-E23B-4143-BAAC-BBE57CF3B2A3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12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3BB23394-1C56-8544-B53C-C8411B7A3D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475A0899-AA8B-C34D-BF1D-4F33F552A0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As the interviewer you must think carefully about the question types you will use.</a:t>
            </a:r>
          </a:p>
        </p:txBody>
      </p:sp>
    </p:spTree>
    <p:extLst>
      <p:ext uri="{BB962C8B-B14F-4D97-AF65-F5344CB8AC3E}">
        <p14:creationId xmlns:p14="http://schemas.microsoft.com/office/powerpoint/2010/main" val="2806881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C6101D2-0E4E-6E46-BDC1-49890C8BA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2D7788-ECE2-1F41-8DA8-8D8098926053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13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FD80E17-29B8-D044-A921-B700CA3081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4DFEA1EC-1703-1140-BD39-16E18A62C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This type of closed question limits the interviewee even further by allowing a choice on either “pole,” such as yes or no, true or false, agree or disagree.</a:t>
            </a:r>
          </a:p>
        </p:txBody>
      </p:sp>
    </p:spTree>
    <p:extLst>
      <p:ext uri="{BB962C8B-B14F-4D97-AF65-F5344CB8AC3E}">
        <p14:creationId xmlns:p14="http://schemas.microsoft.com/office/powerpoint/2010/main" val="3624857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7F5FDADB-F3F4-E749-A144-4F0F0C1114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65CDDB-30E4-CE44-AAEE-1E7B2E77DE1D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14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6B8997D5-56D9-E448-BBA3-B9932CBA94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3B93F919-4FDD-F748-8F77-0EC990132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Used as a follow-up question.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The strongest probe is simply—Why?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It is essential to probe so that we don’t accept superficial answers.</a:t>
            </a:r>
          </a:p>
        </p:txBody>
      </p:sp>
    </p:spTree>
    <p:extLst>
      <p:ext uri="{BB962C8B-B14F-4D97-AF65-F5344CB8AC3E}">
        <p14:creationId xmlns:p14="http://schemas.microsoft.com/office/powerpoint/2010/main" val="2966227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4FC6757-36A7-7942-AF17-9B98D03ED2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98F235F-4556-FB41-B0DD-158232AF7B6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16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BCE8C27-3FD2-5040-B0D9-C0E815B18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223380E7-24CC-F94D-8EC5-3EA49EA6D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“Is there anything else that you would like to add?” —considered a formula question the response will often be “No.”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In form the interviewee about the next steps to take.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Always remember to thank the interviewee for their time.</a:t>
            </a:r>
          </a:p>
        </p:txBody>
      </p:sp>
    </p:spTree>
    <p:extLst>
      <p:ext uri="{BB962C8B-B14F-4D97-AF65-F5344CB8AC3E}">
        <p14:creationId xmlns:p14="http://schemas.microsoft.com/office/powerpoint/2010/main" val="891996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11F64AC-4F8E-EC47-8AE0-E1186786AE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714778-D16F-1C46-AEBB-3E8BD390000A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18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7A4B2658-AD4C-914E-86B8-981152C3C6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CD75AA36-203A-2446-A37C-B1AD4AAA1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The longer you wait to write your report, the more suspect your data becomes.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Review the report with the respondent—helps clarify the meaning the interviewee had in mind and lets the interviewee know that you care.</a:t>
            </a:r>
          </a:p>
        </p:txBody>
      </p:sp>
    </p:spTree>
    <p:extLst>
      <p:ext uri="{BB962C8B-B14F-4D97-AF65-F5344CB8AC3E}">
        <p14:creationId xmlns:p14="http://schemas.microsoft.com/office/powerpoint/2010/main" val="3859924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06961AD1-B396-2243-AB45-BB636FFEDE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CD34A09-DDC2-8D48-9E6D-9448F238035E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21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4325314F-F112-284C-A18C-19F84C99C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B91C2BD1-DD75-834C-801E-CCFFFE9A8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An alternative approach to interviewing users one by one.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Developed by IBM.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The motivation was to cut the time and hence the cost required by interviews. It also creates more use identification with new systems as a result of the participative process.</a:t>
            </a:r>
          </a:p>
        </p:txBody>
      </p:sp>
    </p:spTree>
    <p:extLst>
      <p:ext uri="{BB962C8B-B14F-4D97-AF65-F5344CB8AC3E}">
        <p14:creationId xmlns:p14="http://schemas.microsoft.com/office/powerpoint/2010/main" val="2741401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8F6028B9-A4F7-3E42-9EAE-5671DD4BAA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0B89D1-4548-F745-8D57-ABB4FCEB5B7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23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D608879-48EB-BD47-9CB1-A0F4FB8E95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EFBDFB0B-3538-C142-AB9A-7C8B698F15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000"/>
              <a:t>All project team members must be committed to the JAD approach and become involved.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Executive sponsor—a senior person who will introduce and conclude the JAD session.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IS Analyst—gives an expert opinion about any disproportionate costs of solutions proposed. 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Users—try to select users that can articulate what information they need to perform their jobs as well as what they desire in anew or improved computer system.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Session leader—someone who has excellent communication skills to facilitate appropriate interactions.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Observers—analysts or technical experts from other functional areas to offer technical explanations and advice.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Scribe—formally write down everything that is done.</a:t>
            </a:r>
          </a:p>
        </p:txBody>
      </p:sp>
    </p:spTree>
    <p:extLst>
      <p:ext uri="{BB962C8B-B14F-4D97-AF65-F5344CB8AC3E}">
        <p14:creationId xmlns:p14="http://schemas.microsoft.com/office/powerpoint/2010/main" val="452938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F0DE6C32-85F9-A843-9EC3-CB78D5A97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1EB7C90-44C2-BB42-A513-ADFDEC01B67E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24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D09B3DE0-E7E3-774A-9023-75B730F11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FF5ED0E9-B13B-3948-937C-841ED915E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“Open” actually describes the interviewee’s options for responding. They are open.</a:t>
            </a:r>
          </a:p>
        </p:txBody>
      </p:sp>
    </p:spTree>
    <p:extLst>
      <p:ext uri="{BB962C8B-B14F-4D97-AF65-F5344CB8AC3E}">
        <p14:creationId xmlns:p14="http://schemas.microsoft.com/office/powerpoint/2010/main" val="3286073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10DBF641-0124-4646-8477-42D822C73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504E043-0B4D-C949-A1EB-31F78208CCD0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26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19E3E160-6494-0541-825F-E888DE4B74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DE8DD3F6-A256-9342-99E6-A3CC8C6E9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Attributes—what people in the organization say they want.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Beliefs—what people think is actually true.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Behavior—what organizational members do.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Characteristics—properties of people or things.</a:t>
            </a:r>
          </a:p>
        </p:txBody>
      </p:sp>
    </p:spTree>
    <p:extLst>
      <p:ext uri="{BB962C8B-B14F-4D97-AF65-F5344CB8AC3E}">
        <p14:creationId xmlns:p14="http://schemas.microsoft.com/office/powerpoint/2010/main" val="15026844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10DBF641-0124-4646-8477-42D822C73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504E043-0B4D-C949-A1EB-31F78208CCD0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27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19E3E160-6494-0541-825F-E888DE4B74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DE8DD3F6-A256-9342-99E6-A3CC8C6E9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74954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10DBF641-0124-4646-8477-42D822C73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504E043-0B4D-C949-A1EB-31F78208CCD0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28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19E3E160-6494-0541-825F-E888DE4B74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DE8DD3F6-A256-9342-99E6-A3CC8C6E9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0870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29E6D17-3A38-1B41-89E4-D13F1F5E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64925C-B17E-8440-A60E-09EF0A3CBDA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30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40B12ED-BB6C-2B4B-B2A0-6ED807E88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D61A6AD-8ABA-0B47-9B15-91017CE26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0889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29E6D17-3A38-1B41-89E4-D13F1F5E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64925C-B17E-8440-A60E-09EF0A3CBDA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31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40B12ED-BB6C-2B4B-B2A0-6ED807E88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D61A6AD-8ABA-0B47-9B15-91017CE26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92387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29E6D17-3A38-1B41-89E4-D13F1F5E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64925C-B17E-8440-A60E-09EF0A3CBDA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32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40B12ED-BB6C-2B4B-B2A0-6ED807E88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D61A6AD-8ABA-0B47-9B15-91017CE26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37573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29E6D17-3A38-1B41-89E4-D13F1F5E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64925C-B17E-8440-A60E-09EF0A3CBDA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33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40B12ED-BB6C-2B4B-B2A0-6ED807E88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D61A6AD-8ABA-0B47-9B15-91017CE26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75358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29E6D17-3A38-1B41-89E4-D13F1F5E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64925C-B17E-8440-A60E-09EF0A3CBDA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34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40B12ED-BB6C-2B4B-B2A0-6ED807E88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D61A6AD-8ABA-0B47-9B15-91017CE26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8840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29E6D17-3A38-1B41-89E4-D13F1F5E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64925C-B17E-8440-A60E-09EF0A3CBDA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35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40B12ED-BB6C-2B4B-B2A0-6ED807E88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D61A6AD-8ABA-0B47-9B15-91017CE26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3252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29E6D17-3A38-1B41-89E4-D13F1F5E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64925C-B17E-8440-A60E-09EF0A3CBDA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36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40B12ED-BB6C-2B4B-B2A0-6ED807E88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D61A6AD-8ABA-0B47-9B15-91017CE26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22664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29E6D17-3A38-1B41-89E4-D13F1F5E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64925C-B17E-8440-A60E-09EF0A3CBDA2}" type="slidenum"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37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40B12ED-BB6C-2B4B-B2A0-6ED807E88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D61A6AD-8ABA-0B47-9B15-91017CE26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846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A8AD4410-B83D-1946-B9E5-363BA2D342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1A503-FBCE-7A47-A9B1-01F8170F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51A8F-4AA7-5345-8FFF-7AB164E3D364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8B8A3-3FB8-C94F-92FE-07602C55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7DD2D-7FF1-BC44-A1C5-04D6ED51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41483-9899-9644-A00D-B7E1DCD7E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3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21BE4D82-B260-554A-B8FB-04A34CD898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CD9F48-4EF1-4043-A3C7-DF1323DC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49A80-F880-48D2-A8C3-0B02E2589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6B3F531-1B70-2848-B6F9-A3D2C91E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986FF-D326-8943-BD97-F4A3A41EB7B0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8FAED7-1879-B144-BEF0-404DAD34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12B5B8-B124-4B4A-AE75-BF0C2955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40632-84E8-FF4F-ADC8-2C98EE771E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64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8F21EDC8-2FDA-A344-AA7C-26D9EF3AA2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C2E7718-3023-CF42-81E7-D6E43DB7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EA27B-9A49-6349-B138-B4E9F4513E87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A6F3045-4D16-D04D-A38E-EBCE0EBF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E206B9-5622-2449-BC1E-AF9EFAAE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1CC2A-974A-4B4F-A46C-280931AFA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3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5394ECDD-7731-8F49-8565-344EC88D5B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A0B1A2-2AA1-C240-81D2-3A734C31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D471D-21A3-884D-A710-2572E32C4126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381B053-B7B0-E148-B8D4-EC2E9B2C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3C38C3-2402-AC49-BF29-954DCC26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850DE-AB95-3C43-8A6F-CB1F17AD88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4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40A07E1A-0BEC-5E44-A47D-CC45775680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DE207D-6691-4CB8-88CE-6CF5B9F3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05C8B-38F6-4ACA-A38B-3548E945F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49F08-1805-4624-93F8-916A81B7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41B5E33-8423-3C46-87BD-D55BA393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A4734-85FF-D94D-87B5-BD7C5CB50D8F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B36DD45-F67F-DD41-AE3A-F665E90C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15CA16E-443B-A944-AB70-1510A5C3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5A528-50CF-F84E-A5C5-B777DEF0AF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5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F8112DE8-F1F1-7947-AC36-62051F4A32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ADB49673-D0B9-424C-90D3-75695118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65595-82D9-174C-BBD4-D1EE32E9AA42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066C325B-F397-094B-A8A5-3A749B5D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F9B19B4B-63F9-F84C-9636-FA67BA6B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0CB85-50FC-704E-97E4-51055CD806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5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03528DBD-8687-B24E-B658-95B1FA3EA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4D6447-46EF-4D76-B6F0-24723C8F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2C59699B-F0AD-DC4D-B73A-74BA42BD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70322-4B8E-774C-BF02-A1C0F1B2F6E4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E8649E2-1AE6-8B4A-A66B-C42D6A0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F7DC1B4-CEAD-B24A-83FD-14E4ABA9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AE11C-1C29-154B-880D-F2ECCBA893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7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B6CB282C-FB08-404F-96E1-AA59511C11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59D11D-D97F-42D6-ACE2-0CBB2BA31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A156682-520B-F04C-9DE5-A94F871C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89B88-3616-3B49-848C-23EA77512B2E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508F9B-D3C3-B54C-96E4-38480568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E73A94A-5869-4C4C-8BDC-D4B5E960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7588F-03EB-E740-A28B-81DA66CB44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5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310277F4-9C8F-7F48-8D75-91A2A88B09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BE89F-3B06-5348-A0F7-A6A21915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F0529-3F54-7245-BD67-39161CEB614D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55A93-550E-4F44-9852-A46BDF56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31349-69D0-CB47-BD9A-8C19A047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425D-9892-784D-B3BB-790F829805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1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D4F72597-4AAB-A347-8DA1-243E46B1B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41A61377-E248-E647-B1AE-FDD53151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8BD51-A4F8-CD47-A81C-34450CEE01FB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5627FBE-56CA-7648-9F76-DA2F1974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3D74E10-D3F3-D748-9766-5A42A712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C3C37-B209-924D-8C51-8BA369A61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1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500E-6285-47B7-953E-7536D619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22BB6-902B-4B71-A064-12279185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0F693-3BC1-4F84-8E52-8FB92EDC8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72CCA0-31D9-6945-8215-558039CD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A7FA8-0842-DB4E-82C3-902B32B69523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1F1106C-D125-EC46-B1A2-D61D15D3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4383B4-4095-094E-A54A-E3E0099E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5AC69-F4DA-BE4B-81CE-37BC4DD4EA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4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3017-577D-4F1F-B2E2-D11D0645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62013-2353-4184-AF0C-5493C31AA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9331E-511A-4572-B108-37D5980F9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04700FE-F3DE-7148-B6A5-2EF788D6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C211B-804C-C44D-B2DA-E21F9B262342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5E4039-BC56-564E-8B6E-09362375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630F2E-C075-A741-9BB9-80195E61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DDB32-C652-0D43-9226-F29123611B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51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C5C2-75E0-4760-B4AB-EAF43C06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19DDB-0729-4696-8863-907665458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30003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A7C89-7270-0E4D-9FBF-9D1A21AF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C20BB-9DCA-5A40-90F8-12EFA44687FB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EE288-56EC-3A41-A6A0-5808DA8A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C15D4-5699-354D-A16F-A3E1A7AE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5E81-FD0C-FF4F-AC3A-80082BFCFE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15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5E3B64-C723-44B3-BBB0-617FC6B1C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FB109-9D8B-485B-9CA0-576A358F5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D88C8-97E5-4D4C-8F58-030AA9D0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8EFD2-DC7E-7D43-82F8-DF2917A0F66C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A406A-9100-3441-9CE1-53FDE48B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0ACC1-B582-D445-97AE-CBA7E1C4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B2A73-8C00-AE44-A00B-8E93C17BE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DF8C-500E-4EF9-950E-4D1F912BC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EEB975E-61AD-814C-9950-77BF98509ED2}" type="datetimeFigureOut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F2BA2-A22B-4E34-80A5-84D2C3F4D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21561-873F-4C1D-BD8B-3AFBA233E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6A6A4BF-6CF2-7F4D-9586-24AE40100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15" r:id="rId11"/>
    <p:sldLayoutId id="2147483816" r:id="rId12"/>
    <p:sldLayoutId id="2147483817" r:id="rId13"/>
    <p:sldLayoutId id="2147483818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2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13.png"/><Relationship Id="rId9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8.emf"/><Relationship Id="rId4" Type="http://schemas.openxmlformats.org/officeDocument/2006/relationships/diagramLayout" Target="../diagrams/layout5.xml"/><Relationship Id="rId9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image29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EADC224B-D01B-7C4E-A924-E7D5542F0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5" y="856452"/>
            <a:ext cx="8261279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600" b="1" dirty="0">
                <a:solidFill>
                  <a:schemeClr val="bg1"/>
                </a:solidFill>
                <a:latin typeface="Verdana" panose="020B0604030504040204" pitchFamily="34" charset="0"/>
              </a:rPr>
              <a:t>SECD2613</a:t>
            </a:r>
            <a:br>
              <a:rPr lang="en-US" altLang="en-US" sz="3600" b="1" dirty="0">
                <a:solidFill>
                  <a:schemeClr val="bg1"/>
                </a:solidFill>
                <a:latin typeface="Verdana" panose="020B0604030504040204" pitchFamily="34" charset="0"/>
              </a:rPr>
            </a:br>
            <a:r>
              <a:rPr lang="en-US" altLang="en-US" sz="3200" b="1" dirty="0">
                <a:solidFill>
                  <a:schemeClr val="bg1"/>
                </a:solidFill>
                <a:latin typeface="Verdana" panose="020B0604030504040204" pitchFamily="34" charset="0"/>
              </a:rPr>
              <a:t>System Analysis and Design</a:t>
            </a:r>
            <a:endParaRPr lang="en-US" altLang="en-US" sz="36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316BA8-EFD8-4056-B5B4-01555F1655E0}"/>
              </a:ext>
            </a:extLst>
          </p:cNvPr>
          <p:cNvCxnSpPr>
            <a:cxnSpLocks/>
          </p:cNvCxnSpPr>
          <p:nvPr/>
        </p:nvCxnSpPr>
        <p:spPr>
          <a:xfrm>
            <a:off x="698500" y="2387600"/>
            <a:ext cx="5295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E58691-3F85-42F3-AD1B-E26F22405C81}"/>
              </a:ext>
            </a:extLst>
          </p:cNvPr>
          <p:cNvCxnSpPr>
            <a:cxnSpLocks/>
          </p:cNvCxnSpPr>
          <p:nvPr/>
        </p:nvCxnSpPr>
        <p:spPr>
          <a:xfrm>
            <a:off x="698500" y="4495800"/>
            <a:ext cx="5295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8" name="Title 1">
            <a:extLst>
              <a:ext uri="{FF2B5EF4-FFF2-40B4-BE49-F238E27FC236}">
                <a16:creationId xmlns:a16="http://schemas.microsoft.com/office/drawing/2014/main" id="{84B188F9-CA02-A24F-9AFF-1F827F790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2382043"/>
            <a:ext cx="11085513" cy="211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b="1" dirty="0">
                <a:solidFill>
                  <a:schemeClr val="bg1"/>
                </a:solidFill>
              </a:rPr>
              <a:t>PART III</a:t>
            </a:r>
          </a:p>
          <a:p>
            <a:pPr algn="ctr" eaLnBrk="1" hangingPunct="1"/>
            <a:r>
              <a:rPr lang="en-US" altLang="en-US" sz="4400" b="1" dirty="0">
                <a:solidFill>
                  <a:schemeClr val="bg1"/>
                </a:solidFill>
              </a:rPr>
              <a:t>Information Gathering #1:</a:t>
            </a:r>
          </a:p>
          <a:p>
            <a:pPr algn="ctr" eaLnBrk="1" hangingPunct="1"/>
            <a:r>
              <a:rPr lang="en-US" altLang="en-US" sz="4400" b="1" dirty="0">
                <a:solidFill>
                  <a:schemeClr val="bg1"/>
                </a:solidFill>
              </a:rPr>
              <a:t>Interactive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7B608-4640-3549-B356-72711DE35C09}"/>
              </a:ext>
            </a:extLst>
          </p:cNvPr>
          <p:cNvSpPr txBox="1"/>
          <p:nvPr/>
        </p:nvSpPr>
        <p:spPr>
          <a:xfrm>
            <a:off x="9952234" y="6607488"/>
            <a:ext cx="22397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update: August 2019 (</a:t>
            </a:r>
            <a:r>
              <a:rPr lang="en-US" sz="1000" dirty="0" err="1">
                <a:solidFill>
                  <a:schemeClr val="bg1"/>
                </a:solidFill>
              </a:rPr>
              <a:t>sharinhh</a:t>
            </a:r>
            <a:r>
              <a:rPr lang="en-US" sz="100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736B481-6407-2D47-BF72-80C50FC06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OBJECTIVES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906CA659-221B-9249-A9BB-C4A6FC6C7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92275"/>
            <a:ext cx="115824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800"/>
              <a:t>Recognize the value of interactive methods for information gathering.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800"/>
              <a:t>Construct interview questions to elicit human information requirements and structure them in a way that is meaningful to users.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800"/>
              <a:t>Understand the purpose of stories and why they are useful in systems analysis.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800"/>
              <a:t>Understand the concept of JAD and when to use it.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800"/>
              <a:t>Write effective questions to survey users about their work.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800"/>
              <a:t>Design and administer effective questionnaires.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58DA2F1-00B9-DA47-8F27-734C02A9B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96888"/>
            <a:ext cx="10256838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4400" b="1">
                <a:solidFill>
                  <a:srgbClr val="85103F"/>
                </a:solidFill>
                <a:latin typeface="Calibri Light" panose="020F0302020204030204" pitchFamily="34" charset="0"/>
              </a:rPr>
              <a:t>INTERACTIVE METHODS TO ELICIT HUMAN INFORMATION REQUIREMENTS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096536"/>
              </p:ext>
            </p:extLst>
          </p:nvPr>
        </p:nvGraphicFramePr>
        <p:xfrm>
          <a:off x="396875" y="1995916"/>
          <a:ext cx="11398250" cy="4632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58DA2F1-00B9-DA47-8F27-734C02A9B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96888"/>
            <a:ext cx="10256838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4400" b="1" dirty="0">
                <a:solidFill>
                  <a:srgbClr val="85103F"/>
                </a:solidFill>
                <a:latin typeface="Calibri Light" panose="020F0302020204030204" pitchFamily="34" charset="0"/>
              </a:rPr>
              <a:t>INTERACTIVE METHODS TO ELICIT HUMAN INFORMATION REQUIREMENTS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8791096"/>
              </p:ext>
            </p:extLst>
          </p:nvPr>
        </p:nvGraphicFramePr>
        <p:xfrm>
          <a:off x="396875" y="1995917"/>
          <a:ext cx="11398250" cy="3778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39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23D48A8-CD3B-7C46-8BA1-7D3A367026D2}"/>
              </a:ext>
            </a:extLst>
          </p:cNvPr>
          <p:cNvSpPr txBox="1">
            <a:spLocks noChangeArrowheads="1"/>
          </p:cNvSpPr>
          <p:nvPr/>
        </p:nvSpPr>
        <p:spPr>
          <a:xfrm>
            <a:off x="308225" y="1557338"/>
            <a:ext cx="11620072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4000" dirty="0"/>
              <a:t>Interviewing is an important method for collecting data on human and system information requirements</a:t>
            </a:r>
          </a:p>
          <a:p>
            <a:pPr eaLnBrk="1" hangingPunct="1"/>
            <a:r>
              <a:rPr lang="en-US" altLang="en-US" sz="4000" dirty="0"/>
              <a:t>Interviews reveal information about:</a:t>
            </a:r>
          </a:p>
          <a:p>
            <a:pPr lvl="2" eaLnBrk="1" hangingPunct="1">
              <a:buClr>
                <a:srgbClr val="E21738"/>
              </a:buClr>
            </a:pPr>
            <a:r>
              <a:rPr lang="en-US" altLang="en-US" sz="3200" dirty="0"/>
              <a:t>Interviewee opinions</a:t>
            </a:r>
          </a:p>
          <a:p>
            <a:pPr lvl="2" eaLnBrk="1" hangingPunct="1">
              <a:buClr>
                <a:srgbClr val="E21738"/>
              </a:buClr>
            </a:pPr>
            <a:r>
              <a:rPr lang="en-US" altLang="en-US" sz="3200" dirty="0"/>
              <a:t>Interviewee feelings</a:t>
            </a:r>
          </a:p>
          <a:p>
            <a:pPr lvl="2" eaLnBrk="1" hangingPunct="1">
              <a:buClr>
                <a:srgbClr val="E21738"/>
              </a:buClr>
            </a:pPr>
            <a:r>
              <a:rPr lang="en-US" altLang="en-US" sz="3200" dirty="0"/>
              <a:t>Goals</a:t>
            </a:r>
          </a:p>
          <a:p>
            <a:pPr lvl="2" eaLnBrk="1" hangingPunct="1">
              <a:buClr>
                <a:srgbClr val="E21738"/>
              </a:buClr>
            </a:pPr>
            <a:r>
              <a:rPr lang="en-US" altLang="en-US" sz="3200" dirty="0"/>
              <a:t>Key HCI concerns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FF74FE-09FB-E347-B5E3-780D81F30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INTERVIEWING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97BFF3-9F1C-464C-8ABA-E766FB424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897" y="3429000"/>
            <a:ext cx="4705564" cy="264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5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3E9A2B10-059C-8B47-88B2-A47FD71ACB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8"/>
          <a:stretch/>
        </p:blipFill>
        <p:spPr bwMode="auto">
          <a:xfrm>
            <a:off x="4383284" y="3344675"/>
            <a:ext cx="4205912" cy="294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6F2369B5-19E6-4443-A549-D6CB7A998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189" y="1645031"/>
            <a:ext cx="3539839" cy="22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5BD571A-7E42-5849-8748-CA634E2A3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INTERVIEW PREPARATION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EFBA95C-3B55-3B43-AB07-D75504735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796141"/>
              </p:ext>
            </p:extLst>
          </p:nvPr>
        </p:nvGraphicFramePr>
        <p:xfrm>
          <a:off x="-1191803" y="1500669"/>
          <a:ext cx="8270697" cy="4760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04103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974BB2-6886-424F-9D2F-98E6899FC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2 MAIN TYPE OF QUESTIONS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FC8C2D-D122-6B43-AB56-79D0C33A604B}"/>
              </a:ext>
            </a:extLst>
          </p:cNvPr>
          <p:cNvGrpSpPr/>
          <p:nvPr/>
        </p:nvGrpSpPr>
        <p:grpSpPr>
          <a:xfrm>
            <a:off x="1116534" y="2013874"/>
            <a:ext cx="10233061" cy="4448570"/>
            <a:chOff x="2772215" y="2126891"/>
            <a:chExt cx="7052908" cy="36449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01165F-B6D9-3F4A-BD2B-BD6FAD3BA7E5}"/>
                </a:ext>
              </a:extLst>
            </p:cNvPr>
            <p:cNvSpPr/>
            <p:nvPr/>
          </p:nvSpPr>
          <p:spPr>
            <a:xfrm>
              <a:off x="2772215" y="2126891"/>
              <a:ext cx="7052908" cy="3644900"/>
            </a:xfrm>
            <a:prstGeom prst="rect">
              <a:avLst/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0BBB8FB-B1E5-5A4F-B012-626667D2E566}"/>
                </a:ext>
              </a:extLst>
            </p:cNvPr>
            <p:cNvSpPr/>
            <p:nvPr/>
          </p:nvSpPr>
          <p:spPr>
            <a:xfrm>
              <a:off x="2897871" y="2489824"/>
              <a:ext cx="3275143" cy="3118167"/>
            </a:xfrm>
            <a:custGeom>
              <a:avLst/>
              <a:gdLst>
                <a:gd name="connsiteX0" fmla="*/ 0 w 3275143"/>
                <a:gd name="connsiteY0" fmla="*/ 0 h 3118167"/>
                <a:gd name="connsiteX1" fmla="*/ 3275143 w 3275143"/>
                <a:gd name="connsiteY1" fmla="*/ 0 h 3118167"/>
                <a:gd name="connsiteX2" fmla="*/ 3275143 w 3275143"/>
                <a:gd name="connsiteY2" fmla="*/ 3118167 h 3118167"/>
                <a:gd name="connsiteX3" fmla="*/ 0 w 3275143"/>
                <a:gd name="connsiteY3" fmla="*/ 3118167 h 3118167"/>
                <a:gd name="connsiteX4" fmla="*/ 0 w 3275143"/>
                <a:gd name="connsiteY4" fmla="*/ 0 h 311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5143" h="3118167">
                  <a:moveTo>
                    <a:pt x="0" y="0"/>
                  </a:moveTo>
                  <a:lnTo>
                    <a:pt x="3275143" y="0"/>
                  </a:lnTo>
                  <a:lnTo>
                    <a:pt x="3275143" y="3118167"/>
                  </a:lnTo>
                  <a:lnTo>
                    <a:pt x="0" y="31181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Open-ended interview questions allow interviewees to respond how they wish, and to what length they wish</a:t>
              </a:r>
              <a:endParaRPr lang="en-MY" sz="20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Open-ended interview questions are appropriate when the analyst is interested in breadth and depth of reply</a:t>
              </a:r>
              <a:endParaRPr lang="en-MY" sz="20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MY" sz="2000" kern="1200" dirty="0"/>
                <a:t>Example:</a:t>
              </a:r>
            </a:p>
            <a:p>
              <a:pPr marL="571500" lvl="2" indent="-4572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2000" kern="1200" dirty="0"/>
                <a:t>What is your opinion of current e-Learning  system, how to improve it?</a:t>
              </a:r>
              <a:endParaRPr lang="en-MY" sz="2000" dirty="0"/>
            </a:p>
            <a:p>
              <a:pPr marL="571500" lvl="2" indent="-4572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2000" kern="1200" dirty="0"/>
                <a:t>Once a user is registered on your website, what are the next steps/processes?</a:t>
              </a:r>
              <a:endParaRPr lang="en-MY" sz="2000" kern="1200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63B814A-21E7-F84C-8219-CAA6B4D162D7}"/>
                </a:ext>
              </a:extLst>
            </p:cNvPr>
            <p:cNvSpPr/>
            <p:nvPr/>
          </p:nvSpPr>
          <p:spPr>
            <a:xfrm>
              <a:off x="6489862" y="2461947"/>
              <a:ext cx="3275143" cy="3118167"/>
            </a:xfrm>
            <a:custGeom>
              <a:avLst/>
              <a:gdLst>
                <a:gd name="connsiteX0" fmla="*/ 0 w 3275143"/>
                <a:gd name="connsiteY0" fmla="*/ 0 h 3118167"/>
                <a:gd name="connsiteX1" fmla="*/ 3275143 w 3275143"/>
                <a:gd name="connsiteY1" fmla="*/ 0 h 3118167"/>
                <a:gd name="connsiteX2" fmla="*/ 3275143 w 3275143"/>
                <a:gd name="connsiteY2" fmla="*/ 3118167 h 3118167"/>
                <a:gd name="connsiteX3" fmla="*/ 0 w 3275143"/>
                <a:gd name="connsiteY3" fmla="*/ 3118167 h 3118167"/>
                <a:gd name="connsiteX4" fmla="*/ 0 w 3275143"/>
                <a:gd name="connsiteY4" fmla="*/ 0 h 311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5143" h="3118167">
                  <a:moveTo>
                    <a:pt x="0" y="0"/>
                  </a:moveTo>
                  <a:lnTo>
                    <a:pt x="3275143" y="0"/>
                  </a:lnTo>
                  <a:lnTo>
                    <a:pt x="3275143" y="3118167"/>
                  </a:lnTo>
                  <a:lnTo>
                    <a:pt x="0" y="31181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Closed interview questions limit the number of possible responses</a:t>
              </a:r>
              <a:endParaRPr lang="en-MY" sz="20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Closed interview questions are appropriate for generating precise, reliable data that is easy to analyze</a:t>
              </a:r>
              <a:endParaRPr lang="en-MY" sz="20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The methodology is efficient, and it requires little skill for interviewers to administer</a:t>
              </a:r>
              <a:endParaRPr lang="en-MY" sz="20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MY" sz="2000" kern="1200" dirty="0"/>
                <a:t>Example:</a:t>
              </a:r>
            </a:p>
            <a:p>
              <a:pPr marL="571500" lvl="2" indent="-4572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2000" kern="1200" dirty="0"/>
                <a:t>How many users are registered in your system?</a:t>
              </a:r>
              <a:endParaRPr lang="en-MY" sz="2000" dirty="0"/>
            </a:p>
            <a:p>
              <a:pPr marL="571500" lvl="2" indent="-4572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en-US" sz="2000" kern="1200" dirty="0"/>
                <a:t>Who receives the online customer’s complaint?</a:t>
              </a:r>
              <a:endParaRPr lang="en-MY" sz="2000" kern="1200" dirty="0"/>
            </a:p>
          </p:txBody>
        </p:sp>
        <p:sp>
          <p:nvSpPr>
            <p:cNvPr id="18" name="Straight Connector 17">
              <a:extLst>
                <a:ext uri="{FF2B5EF4-FFF2-40B4-BE49-F238E27FC236}">
                  <a16:creationId xmlns:a16="http://schemas.microsoft.com/office/drawing/2014/main" id="{2806CD1F-B59E-DD44-B5EF-ED518C19C201}"/>
                </a:ext>
              </a:extLst>
            </p:cNvPr>
            <p:cNvSpPr/>
            <p:nvPr/>
          </p:nvSpPr>
          <p:spPr>
            <a:xfrm>
              <a:off x="6298669" y="2559834"/>
              <a:ext cx="810" cy="2978150"/>
            </a:xfrm>
            <a:prstGeom prst="line">
              <a:avLst/>
            </a:prstGeom>
          </p:spPr>
          <p:style>
            <a:lnRef idx="2">
              <a:schemeClr val="dk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dk1">
                <a:hueOff val="0"/>
                <a:satOff val="0"/>
                <a:lumOff val="0"/>
                <a:alphaOff val="0"/>
              </a:schemeClr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92217EF-6375-AB47-B9B8-058CA10AB5D3}"/>
              </a:ext>
            </a:extLst>
          </p:cNvPr>
          <p:cNvSpPr txBox="1"/>
          <p:nvPr/>
        </p:nvSpPr>
        <p:spPr>
          <a:xfrm>
            <a:off x="1460595" y="1687177"/>
            <a:ext cx="4475456" cy="584775"/>
          </a:xfrm>
          <a:prstGeom prst="rect">
            <a:avLst/>
          </a:prstGeom>
          <a:solidFill>
            <a:srgbClr val="85103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OPEN-ENDED QUESTIONS</a:t>
            </a:r>
            <a:endParaRPr lang="en-MY" sz="32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7C6C37-9CD9-4D43-B9B8-CB07EFC4247C}"/>
              </a:ext>
            </a:extLst>
          </p:cNvPr>
          <p:cNvSpPr txBox="1"/>
          <p:nvPr/>
        </p:nvSpPr>
        <p:spPr>
          <a:xfrm>
            <a:off x="6591260" y="1687176"/>
            <a:ext cx="4351377" cy="584775"/>
          </a:xfrm>
          <a:prstGeom prst="rect">
            <a:avLst/>
          </a:prstGeom>
          <a:solidFill>
            <a:srgbClr val="85103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CLOSED QUESTIONS</a:t>
            </a:r>
            <a:endParaRPr lang="en-MY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74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91863E-C4A1-8347-A27B-9C8BD76B4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84" y="268127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OPEN-ENDED QUESTIONS</a:t>
            </a:r>
          </a:p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ADVANTAGES &amp; DISADVANTAGES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0C2EFC-EC38-5848-8B3B-60E28458DF40}"/>
              </a:ext>
            </a:extLst>
          </p:cNvPr>
          <p:cNvGrpSpPr/>
          <p:nvPr/>
        </p:nvGrpSpPr>
        <p:grpSpPr>
          <a:xfrm>
            <a:off x="361557" y="1685516"/>
            <a:ext cx="11260530" cy="4435222"/>
            <a:chOff x="361557" y="1685516"/>
            <a:chExt cx="11260530" cy="443522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3A8C40-0525-D745-87E8-CFBF9E7550DF}"/>
                </a:ext>
              </a:extLst>
            </p:cNvPr>
            <p:cNvSpPr/>
            <p:nvPr/>
          </p:nvSpPr>
          <p:spPr>
            <a:xfrm rot="16200000">
              <a:off x="-1005279" y="4020475"/>
              <a:ext cx="3467100" cy="733425"/>
            </a:xfrm>
            <a:custGeom>
              <a:avLst/>
              <a:gdLst>
                <a:gd name="connsiteX0" fmla="*/ 0 w 3467100"/>
                <a:gd name="connsiteY0" fmla="*/ 0 h 733425"/>
                <a:gd name="connsiteX1" fmla="*/ 3467100 w 3467100"/>
                <a:gd name="connsiteY1" fmla="*/ 0 h 733425"/>
                <a:gd name="connsiteX2" fmla="*/ 3467100 w 3467100"/>
                <a:gd name="connsiteY2" fmla="*/ 733425 h 733425"/>
                <a:gd name="connsiteX3" fmla="*/ 0 w 3467100"/>
                <a:gd name="connsiteY3" fmla="*/ 733425 h 733425"/>
                <a:gd name="connsiteX4" fmla="*/ 0 w 3467100"/>
                <a:gd name="connsiteY4" fmla="*/ 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7100" h="733425">
                  <a:moveTo>
                    <a:pt x="0" y="0"/>
                  </a:moveTo>
                  <a:lnTo>
                    <a:pt x="3467100" y="0"/>
                  </a:lnTo>
                  <a:lnTo>
                    <a:pt x="34671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-1" rIns="646840" bIns="0" numCol="1" spcCol="1270" anchor="t" anchorCtr="0">
              <a:noAutofit/>
            </a:bodyPr>
            <a:lstStyle/>
            <a:p>
              <a:pPr marL="0" lvl="0" indent="0" algn="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b="1" kern="1200" dirty="0">
                  <a:solidFill>
                    <a:srgbClr val="EE7D31"/>
                  </a:solidFill>
                </a:rPr>
                <a:t>ADVANTAGES</a:t>
              </a:r>
              <a:endParaRPr lang="en-MY" sz="3600" b="1" kern="1200" dirty="0">
                <a:solidFill>
                  <a:srgbClr val="EE7D31"/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01DFFC8-C7B3-6A45-A77A-581D9012880C}"/>
                </a:ext>
              </a:extLst>
            </p:cNvPr>
            <p:cNvSpPr/>
            <p:nvPr/>
          </p:nvSpPr>
          <p:spPr>
            <a:xfrm>
              <a:off x="1094982" y="2653637"/>
              <a:ext cx="4656851" cy="3467100"/>
            </a:xfrm>
            <a:custGeom>
              <a:avLst/>
              <a:gdLst>
                <a:gd name="connsiteX0" fmla="*/ 0 w 4338821"/>
                <a:gd name="connsiteY0" fmla="*/ 0 h 3467100"/>
                <a:gd name="connsiteX1" fmla="*/ 4338821 w 4338821"/>
                <a:gd name="connsiteY1" fmla="*/ 0 h 3467100"/>
                <a:gd name="connsiteX2" fmla="*/ 4338821 w 4338821"/>
                <a:gd name="connsiteY2" fmla="*/ 3467100 h 3467100"/>
                <a:gd name="connsiteX3" fmla="*/ 0 w 4338821"/>
                <a:gd name="connsiteY3" fmla="*/ 3467100 h 3467100"/>
                <a:gd name="connsiteX4" fmla="*/ 0 w 4338821"/>
                <a:gd name="connsiteY4" fmla="*/ 0 h 346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821" h="3467100">
                  <a:moveTo>
                    <a:pt x="0" y="0"/>
                  </a:moveTo>
                  <a:lnTo>
                    <a:pt x="4338821" y="0"/>
                  </a:lnTo>
                  <a:lnTo>
                    <a:pt x="4338821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6464" tIns="646840" rIns="156464" bIns="156464" numCol="1" spcCol="1270" anchor="t" anchorCtr="0">
              <a:noAutofit/>
            </a:bodyPr>
            <a:lstStyle/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Puts the interviewee at ease</a:t>
              </a:r>
              <a:endParaRPr lang="en-MY" kern="1200" dirty="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Allows the interviewer to pick up on the interviewee’s vocabulary</a:t>
              </a:r>
              <a:endParaRPr lang="en-MY" kern="1200" dirty="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Provides richness of detail</a:t>
              </a:r>
              <a:endParaRPr lang="en-MY" kern="1200" dirty="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Reveals avenues of further questioning that may have gone untapped</a:t>
              </a:r>
              <a:endParaRPr lang="en-MY" kern="1200" dirty="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Provides more interest for the interviewee</a:t>
              </a:r>
              <a:endParaRPr lang="en-MY" kern="1200" dirty="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Allows more freedom</a:t>
              </a:r>
              <a:endParaRPr lang="en-MY" kern="1200" dirty="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Makes phrasing easier for the interviewer</a:t>
              </a:r>
              <a:endParaRPr lang="en-MY" kern="1200" dirty="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Useful if the interviewer is unprepared</a:t>
              </a:r>
              <a:endParaRPr lang="en-MY" sz="1700" kern="12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498247-2D33-8C4F-A674-0A7A38127B07}"/>
                </a:ext>
              </a:extLst>
            </p:cNvPr>
            <p:cNvSpPr/>
            <p:nvPr/>
          </p:nvSpPr>
          <p:spPr>
            <a:xfrm>
              <a:off x="361557" y="1685516"/>
              <a:ext cx="1466850" cy="146685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DAC7701-FED3-EF49-AB67-58EDCCDA85B7}"/>
                </a:ext>
              </a:extLst>
            </p:cNvPr>
            <p:cNvSpPr/>
            <p:nvPr/>
          </p:nvSpPr>
          <p:spPr>
            <a:xfrm rot="16200000">
              <a:off x="5119906" y="3957378"/>
              <a:ext cx="3593295" cy="733425"/>
            </a:xfrm>
            <a:custGeom>
              <a:avLst/>
              <a:gdLst>
                <a:gd name="connsiteX0" fmla="*/ 0 w 3467100"/>
                <a:gd name="connsiteY0" fmla="*/ 0 h 733425"/>
                <a:gd name="connsiteX1" fmla="*/ 3467100 w 3467100"/>
                <a:gd name="connsiteY1" fmla="*/ 0 h 733425"/>
                <a:gd name="connsiteX2" fmla="*/ 3467100 w 3467100"/>
                <a:gd name="connsiteY2" fmla="*/ 733425 h 733425"/>
                <a:gd name="connsiteX3" fmla="*/ 0 w 3467100"/>
                <a:gd name="connsiteY3" fmla="*/ 733425 h 733425"/>
                <a:gd name="connsiteX4" fmla="*/ 0 w 3467100"/>
                <a:gd name="connsiteY4" fmla="*/ 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7100" h="733425">
                  <a:moveTo>
                    <a:pt x="0" y="0"/>
                  </a:moveTo>
                  <a:lnTo>
                    <a:pt x="3467100" y="0"/>
                  </a:lnTo>
                  <a:lnTo>
                    <a:pt x="34671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-1" rIns="646840" bIns="0" numCol="1" spcCol="1270" anchor="t" anchorCtr="0">
              <a:noAutofit/>
            </a:bodyPr>
            <a:lstStyle/>
            <a:p>
              <a:pPr marL="0" lvl="0" indent="0" algn="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kern="1200" dirty="0">
                  <a:solidFill>
                    <a:srgbClr val="A5A5A5"/>
                  </a:solidFill>
                </a:rPr>
                <a:t>DISADVANTAGES</a:t>
              </a:r>
              <a:endParaRPr lang="en-MY" sz="3200" b="1" kern="1200" dirty="0">
                <a:solidFill>
                  <a:srgbClr val="A5A5A5"/>
                </a:solidFill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B460F42-1F13-4744-B653-9705D95AD3A2}"/>
                </a:ext>
              </a:extLst>
            </p:cNvPr>
            <p:cNvSpPr/>
            <p:nvPr/>
          </p:nvSpPr>
          <p:spPr>
            <a:xfrm>
              <a:off x="7037799" y="2653637"/>
              <a:ext cx="4584288" cy="3467100"/>
            </a:xfrm>
            <a:custGeom>
              <a:avLst/>
              <a:gdLst>
                <a:gd name="connsiteX0" fmla="*/ 0 w 4338821"/>
                <a:gd name="connsiteY0" fmla="*/ 0 h 3467100"/>
                <a:gd name="connsiteX1" fmla="*/ 4338821 w 4338821"/>
                <a:gd name="connsiteY1" fmla="*/ 0 h 3467100"/>
                <a:gd name="connsiteX2" fmla="*/ 4338821 w 4338821"/>
                <a:gd name="connsiteY2" fmla="*/ 3467100 h 3467100"/>
                <a:gd name="connsiteX3" fmla="*/ 0 w 4338821"/>
                <a:gd name="connsiteY3" fmla="*/ 3467100 h 3467100"/>
                <a:gd name="connsiteX4" fmla="*/ 0 w 4338821"/>
                <a:gd name="connsiteY4" fmla="*/ 0 h 346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821" h="3467100">
                  <a:moveTo>
                    <a:pt x="0" y="0"/>
                  </a:moveTo>
                  <a:lnTo>
                    <a:pt x="4338821" y="0"/>
                  </a:lnTo>
                  <a:lnTo>
                    <a:pt x="4338821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6464" tIns="646840" rIns="156464" bIns="156464" numCol="1" spcCol="1270" anchor="t" anchorCtr="0">
              <a:noAutofit/>
            </a:bodyPr>
            <a:lstStyle/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/>
                <a:t>May result in too much irrelevant detail</a:t>
              </a:r>
              <a:endParaRPr lang="en-MY" sz="2000" kern="120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/>
                <a:t>Possibly losing control of the interview</a:t>
              </a:r>
              <a:endParaRPr lang="en-MY" sz="2000" kern="120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/>
                <a:t>May take too much time for the amount of useful information gained</a:t>
              </a:r>
              <a:endParaRPr lang="en-MY" sz="2000" kern="120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/>
                <a:t>Potentially seeming that the interviewer is unprepared</a:t>
              </a:r>
              <a:endParaRPr lang="en-MY" sz="2000" kern="1200"/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/>
                <a:t>Possibly giving the impression that the interviewer is on a “fishing journey”</a:t>
              </a:r>
              <a:endParaRPr lang="en-MY" sz="2000" kern="12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2F45B6-651B-E744-BE06-24DF31677921}"/>
                </a:ext>
              </a:extLst>
            </p:cNvPr>
            <p:cNvSpPr/>
            <p:nvPr/>
          </p:nvSpPr>
          <p:spPr>
            <a:xfrm>
              <a:off x="6549840" y="1685516"/>
              <a:ext cx="1466850" cy="146685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fillRef>
            <a:effectRef idx="0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ED5F256-3EE8-8E4B-AE1C-95A21A78C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85" y="1575845"/>
            <a:ext cx="1686192" cy="1686192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3436A3EC-B4AF-664C-A967-43C59BA68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440168" y="1575845"/>
            <a:ext cx="1686192" cy="168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84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91863E-C4A1-8347-A27B-9C8BD76B4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84" y="268127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CLOSED QUESTIONS</a:t>
            </a:r>
          </a:p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ADVANTAGES &amp; DISADVANTAGES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0C2EFC-EC38-5848-8B3B-60E28458DF40}"/>
              </a:ext>
            </a:extLst>
          </p:cNvPr>
          <p:cNvGrpSpPr/>
          <p:nvPr/>
        </p:nvGrpSpPr>
        <p:grpSpPr>
          <a:xfrm>
            <a:off x="361557" y="1685516"/>
            <a:ext cx="11260529" cy="4435222"/>
            <a:chOff x="361557" y="1685516"/>
            <a:chExt cx="11260529" cy="443522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3A8C40-0525-D745-87E8-CFBF9E7550DF}"/>
                </a:ext>
              </a:extLst>
            </p:cNvPr>
            <p:cNvSpPr/>
            <p:nvPr/>
          </p:nvSpPr>
          <p:spPr>
            <a:xfrm rot="16200000">
              <a:off x="-1005279" y="4020475"/>
              <a:ext cx="3467100" cy="733425"/>
            </a:xfrm>
            <a:custGeom>
              <a:avLst/>
              <a:gdLst>
                <a:gd name="connsiteX0" fmla="*/ 0 w 3467100"/>
                <a:gd name="connsiteY0" fmla="*/ 0 h 733425"/>
                <a:gd name="connsiteX1" fmla="*/ 3467100 w 3467100"/>
                <a:gd name="connsiteY1" fmla="*/ 0 h 733425"/>
                <a:gd name="connsiteX2" fmla="*/ 3467100 w 3467100"/>
                <a:gd name="connsiteY2" fmla="*/ 733425 h 733425"/>
                <a:gd name="connsiteX3" fmla="*/ 0 w 3467100"/>
                <a:gd name="connsiteY3" fmla="*/ 733425 h 733425"/>
                <a:gd name="connsiteX4" fmla="*/ 0 w 3467100"/>
                <a:gd name="connsiteY4" fmla="*/ 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7100" h="733425">
                  <a:moveTo>
                    <a:pt x="0" y="0"/>
                  </a:moveTo>
                  <a:lnTo>
                    <a:pt x="3467100" y="0"/>
                  </a:lnTo>
                  <a:lnTo>
                    <a:pt x="34671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-1" rIns="646840" bIns="0" numCol="1" spcCol="1270" anchor="t" anchorCtr="0">
              <a:noAutofit/>
            </a:bodyPr>
            <a:lstStyle/>
            <a:p>
              <a:pPr marL="0" lvl="0" indent="0" algn="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b="1" kern="1200" dirty="0">
                  <a:solidFill>
                    <a:srgbClr val="EE7D31"/>
                  </a:solidFill>
                </a:rPr>
                <a:t>ADVANTAGES</a:t>
              </a:r>
              <a:endParaRPr lang="en-MY" sz="3600" b="1" kern="1200" dirty="0">
                <a:solidFill>
                  <a:srgbClr val="EE7D31"/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01DFFC8-C7B3-6A45-A77A-581D9012880C}"/>
                </a:ext>
              </a:extLst>
            </p:cNvPr>
            <p:cNvSpPr/>
            <p:nvPr/>
          </p:nvSpPr>
          <p:spPr>
            <a:xfrm>
              <a:off x="1094982" y="2653637"/>
              <a:ext cx="4338821" cy="3467100"/>
            </a:xfrm>
            <a:custGeom>
              <a:avLst/>
              <a:gdLst>
                <a:gd name="connsiteX0" fmla="*/ 0 w 4338821"/>
                <a:gd name="connsiteY0" fmla="*/ 0 h 3467100"/>
                <a:gd name="connsiteX1" fmla="*/ 4338821 w 4338821"/>
                <a:gd name="connsiteY1" fmla="*/ 0 h 3467100"/>
                <a:gd name="connsiteX2" fmla="*/ 4338821 w 4338821"/>
                <a:gd name="connsiteY2" fmla="*/ 3467100 h 3467100"/>
                <a:gd name="connsiteX3" fmla="*/ 0 w 4338821"/>
                <a:gd name="connsiteY3" fmla="*/ 3467100 h 3467100"/>
                <a:gd name="connsiteX4" fmla="*/ 0 w 4338821"/>
                <a:gd name="connsiteY4" fmla="*/ 0 h 346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821" h="3467100">
                  <a:moveTo>
                    <a:pt x="0" y="0"/>
                  </a:moveTo>
                  <a:lnTo>
                    <a:pt x="4338821" y="0"/>
                  </a:lnTo>
                  <a:lnTo>
                    <a:pt x="4338821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6464" tIns="646840" rIns="156464" bIns="156464" numCol="1" spcCol="1270" anchor="t" anchorCtr="0">
              <a:no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Saving interview time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Easily comparing interviews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Getting to the point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Keeping control of the interview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Covering a large area quickly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Getting to relevant data</a:t>
              </a:r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MY" sz="2400" kern="12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498247-2D33-8C4F-A674-0A7A38127B07}"/>
                </a:ext>
              </a:extLst>
            </p:cNvPr>
            <p:cNvSpPr/>
            <p:nvPr/>
          </p:nvSpPr>
          <p:spPr>
            <a:xfrm>
              <a:off x="361557" y="1685516"/>
              <a:ext cx="1466850" cy="146685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DAC7701-FED3-EF49-AB67-58EDCCDA85B7}"/>
                </a:ext>
              </a:extLst>
            </p:cNvPr>
            <p:cNvSpPr/>
            <p:nvPr/>
          </p:nvSpPr>
          <p:spPr>
            <a:xfrm rot="16200000">
              <a:off x="5119906" y="3957378"/>
              <a:ext cx="3593295" cy="733425"/>
            </a:xfrm>
            <a:custGeom>
              <a:avLst/>
              <a:gdLst>
                <a:gd name="connsiteX0" fmla="*/ 0 w 3467100"/>
                <a:gd name="connsiteY0" fmla="*/ 0 h 733425"/>
                <a:gd name="connsiteX1" fmla="*/ 3467100 w 3467100"/>
                <a:gd name="connsiteY1" fmla="*/ 0 h 733425"/>
                <a:gd name="connsiteX2" fmla="*/ 3467100 w 3467100"/>
                <a:gd name="connsiteY2" fmla="*/ 733425 h 733425"/>
                <a:gd name="connsiteX3" fmla="*/ 0 w 3467100"/>
                <a:gd name="connsiteY3" fmla="*/ 733425 h 733425"/>
                <a:gd name="connsiteX4" fmla="*/ 0 w 3467100"/>
                <a:gd name="connsiteY4" fmla="*/ 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7100" h="733425">
                  <a:moveTo>
                    <a:pt x="0" y="0"/>
                  </a:moveTo>
                  <a:lnTo>
                    <a:pt x="3467100" y="0"/>
                  </a:lnTo>
                  <a:lnTo>
                    <a:pt x="34671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-1" rIns="646840" bIns="0" numCol="1" spcCol="1270" anchor="t" anchorCtr="0">
              <a:noAutofit/>
            </a:bodyPr>
            <a:lstStyle/>
            <a:p>
              <a:pPr marL="0" lvl="0" indent="0" algn="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kern="1200" dirty="0">
                  <a:solidFill>
                    <a:srgbClr val="A5A5A5"/>
                  </a:solidFill>
                </a:rPr>
                <a:t>DISADVANTAGES</a:t>
              </a:r>
              <a:endParaRPr lang="en-MY" sz="3200" b="1" kern="1200" dirty="0">
                <a:solidFill>
                  <a:srgbClr val="A5A5A5"/>
                </a:solidFill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B460F42-1F13-4744-B653-9705D95AD3A2}"/>
                </a:ext>
              </a:extLst>
            </p:cNvPr>
            <p:cNvSpPr/>
            <p:nvPr/>
          </p:nvSpPr>
          <p:spPr>
            <a:xfrm>
              <a:off x="7283265" y="2653637"/>
              <a:ext cx="4338821" cy="3467100"/>
            </a:xfrm>
            <a:custGeom>
              <a:avLst/>
              <a:gdLst>
                <a:gd name="connsiteX0" fmla="*/ 0 w 4338821"/>
                <a:gd name="connsiteY0" fmla="*/ 0 h 3467100"/>
                <a:gd name="connsiteX1" fmla="*/ 4338821 w 4338821"/>
                <a:gd name="connsiteY1" fmla="*/ 0 h 3467100"/>
                <a:gd name="connsiteX2" fmla="*/ 4338821 w 4338821"/>
                <a:gd name="connsiteY2" fmla="*/ 3467100 h 3467100"/>
                <a:gd name="connsiteX3" fmla="*/ 0 w 4338821"/>
                <a:gd name="connsiteY3" fmla="*/ 3467100 h 3467100"/>
                <a:gd name="connsiteX4" fmla="*/ 0 w 4338821"/>
                <a:gd name="connsiteY4" fmla="*/ 0 h 346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821" h="3467100">
                  <a:moveTo>
                    <a:pt x="0" y="0"/>
                  </a:moveTo>
                  <a:lnTo>
                    <a:pt x="4338821" y="0"/>
                  </a:lnTo>
                  <a:lnTo>
                    <a:pt x="4338821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6464" tIns="646840" rIns="156464" bIns="156464" numCol="1" spcCol="1270" anchor="t" anchorCtr="0">
              <a:no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Boring for the interviewee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Failure to obtain rich detailing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Missing main ideas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Failing to build rapport between interviewer and interviewee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2F45B6-651B-E744-BE06-24DF31677921}"/>
                </a:ext>
              </a:extLst>
            </p:cNvPr>
            <p:cNvSpPr/>
            <p:nvPr/>
          </p:nvSpPr>
          <p:spPr>
            <a:xfrm>
              <a:off x="6549840" y="1685516"/>
              <a:ext cx="1466850" cy="146685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fillRef>
            <a:effectRef idx="0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ED5F256-3EE8-8E4B-AE1C-95A21A78C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85" y="1575845"/>
            <a:ext cx="1686192" cy="1686192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3436A3EC-B4AF-664C-A967-43C59BA68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440168" y="1575845"/>
            <a:ext cx="1686192" cy="168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25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87D784-0C30-5F41-8FC0-82A92AE24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800" b="1" dirty="0">
                <a:solidFill>
                  <a:srgbClr val="85103F"/>
                </a:solidFill>
              </a:rPr>
              <a:t>ATTRIBUTES OF OPEN-ENDED AND CLOSED QUESTIONS</a:t>
            </a:r>
            <a:endParaRPr lang="en-US" altLang="en-US" sz="48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04B1978-B589-4040-B9E3-385A77682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730" y="2001748"/>
            <a:ext cx="6019800" cy="40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364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FAABED-1152-0E40-9468-F59BEC3E5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OTHER TYPES OF QUESTIONS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43C84FD-BC55-1343-A87A-F681535FEC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7575532"/>
              </p:ext>
            </p:extLst>
          </p:nvPr>
        </p:nvGraphicFramePr>
        <p:xfrm>
          <a:off x="179388" y="1397285"/>
          <a:ext cx="11697538" cy="4647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9832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DBC782-C0A7-6F44-981E-78A055715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ARRANGING QUESTIONS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2524E8-D8D8-EF4E-B12E-2FE8FC73B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981777"/>
              </p:ext>
            </p:extLst>
          </p:nvPr>
        </p:nvGraphicFramePr>
        <p:xfrm>
          <a:off x="395288" y="1417835"/>
          <a:ext cx="11512460" cy="5054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5">
            <a:extLst>
              <a:ext uri="{FF2B5EF4-FFF2-40B4-BE49-F238E27FC236}">
                <a16:creationId xmlns:a16="http://schemas.microsoft.com/office/drawing/2014/main" id="{FCD1A846-5A5D-DC45-8C21-2386187DE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329" y="1568450"/>
            <a:ext cx="1996059" cy="1986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B1CB2C52-806F-2C45-9FAD-806E58AB8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44" y="1564364"/>
            <a:ext cx="2264111" cy="1990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A90D1C29-D9CA-3448-97D2-D8E2537A3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880" y="1596671"/>
            <a:ext cx="2264112" cy="19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25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CA8015-BF47-5945-AB92-03EC6795B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PYRAMID STRUCTURE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1F78E35-E72F-C144-B91B-F6E2DB335566}"/>
              </a:ext>
            </a:extLst>
          </p:cNvPr>
          <p:cNvSpPr txBox="1">
            <a:spLocks noChangeArrowheads="1"/>
          </p:cNvSpPr>
          <p:nvPr/>
        </p:nvSpPr>
        <p:spPr>
          <a:xfrm>
            <a:off x="179388" y="1552736"/>
            <a:ext cx="6704297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 dirty="0"/>
              <a:t>Begins with very detailed, often closed questions (</a:t>
            </a:r>
            <a:r>
              <a:rPr lang="en-US" sz="3200" dirty="0"/>
              <a:t>from Specific to General Questions)</a:t>
            </a:r>
            <a:endParaRPr lang="en-US" altLang="en-US" sz="3200" dirty="0"/>
          </a:p>
          <a:p>
            <a:pPr eaLnBrk="1" hangingPunct="1"/>
            <a:r>
              <a:rPr lang="en-US" altLang="en-US" sz="3200" dirty="0"/>
              <a:t>Expands by allowing open-ended questions and more generalized responses</a:t>
            </a:r>
          </a:p>
          <a:p>
            <a:pPr eaLnBrk="1" hangingPunct="1"/>
            <a:r>
              <a:rPr lang="en-US" altLang="en-US" sz="3200" dirty="0"/>
              <a:t>Is useful if interviewees need to be warmed up to the topic or seem reluctant to address the topic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7844AD-A511-8149-A597-0DCD0CBFD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533" y="1484313"/>
            <a:ext cx="5139429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3364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F4C960-CE27-0B4D-A32C-CD96E0C0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513" y="1248309"/>
            <a:ext cx="5688013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59D3D0F-396B-334C-B325-1F3AE51ED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FUNNEL STRUCTURE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216253C-0214-8E4F-978F-504B26605F6C}"/>
              </a:ext>
            </a:extLst>
          </p:cNvPr>
          <p:cNvSpPr txBox="1">
            <a:spLocks noChangeArrowheads="1"/>
          </p:cNvSpPr>
          <p:nvPr/>
        </p:nvSpPr>
        <p:spPr>
          <a:xfrm>
            <a:off x="220966" y="1568451"/>
            <a:ext cx="5971675" cy="404124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/>
              <a:t>Begins with generalized, open-ended questions (from</a:t>
            </a:r>
            <a:r>
              <a:rPr lang="en-US" dirty="0"/>
              <a:t> broad questions then funnels to specific questions)</a:t>
            </a:r>
            <a:endParaRPr lang="en-US" altLang="en-US" dirty="0"/>
          </a:p>
          <a:p>
            <a:pPr eaLnBrk="1" hangingPunct="1"/>
            <a:r>
              <a:rPr lang="en-US" altLang="en-US" dirty="0"/>
              <a:t>Concludes by narrowing the possible responses using closed questions</a:t>
            </a:r>
          </a:p>
          <a:p>
            <a:pPr eaLnBrk="1" hangingPunct="1"/>
            <a:r>
              <a:rPr lang="en-US" altLang="en-US" dirty="0"/>
              <a:t>Provides an easy, nonthreatening way to begin an interview</a:t>
            </a:r>
          </a:p>
          <a:p>
            <a:pPr eaLnBrk="1" hangingPunct="1"/>
            <a:r>
              <a:rPr lang="en-US" altLang="en-US" dirty="0"/>
              <a:t>Is useful when the interviewee feels emotionally about the topic</a:t>
            </a:r>
          </a:p>
        </p:txBody>
      </p:sp>
    </p:spTree>
    <p:extLst>
      <p:ext uri="{BB962C8B-B14F-4D97-AF65-F5344CB8AC3E}">
        <p14:creationId xmlns:p14="http://schemas.microsoft.com/office/powerpoint/2010/main" val="3606522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5">
            <a:extLst>
              <a:ext uri="{FF2B5EF4-FFF2-40B4-BE49-F238E27FC236}">
                <a16:creationId xmlns:a16="http://schemas.microsoft.com/office/drawing/2014/main" id="{C3752796-D7BA-464C-B728-15CDF5C82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418" y="1166778"/>
            <a:ext cx="5254625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7B137F-EFDB-9045-9135-776C7F596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DIAMOND STRUCTURE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A544354-F96C-7145-BBE6-B7E3D9D99713}"/>
              </a:ext>
            </a:extLst>
          </p:cNvPr>
          <p:cNvSpPr txBox="1">
            <a:spLocks noChangeArrowheads="1"/>
          </p:cNvSpPr>
          <p:nvPr/>
        </p:nvSpPr>
        <p:spPr>
          <a:xfrm>
            <a:off x="309988" y="1568450"/>
            <a:ext cx="6840825" cy="48768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 dirty="0"/>
              <a:t>A diamond-shaped structure begins in a very specific way</a:t>
            </a:r>
          </a:p>
          <a:p>
            <a:pPr eaLnBrk="1" hangingPunct="1"/>
            <a:r>
              <a:rPr lang="en-US" altLang="en-US" sz="3200" dirty="0"/>
              <a:t>Then more general issues are examined</a:t>
            </a:r>
          </a:p>
          <a:p>
            <a:pPr eaLnBrk="1" hangingPunct="1"/>
            <a:r>
              <a:rPr lang="en-US" altLang="en-US" sz="3200" dirty="0"/>
              <a:t>Concludes with specific questions</a:t>
            </a:r>
          </a:p>
          <a:p>
            <a:pPr eaLnBrk="1" hangingPunct="1"/>
            <a:r>
              <a:rPr lang="en-US" altLang="en-US" sz="3200" dirty="0"/>
              <a:t>Combines the strength of both the pyramid and funnel structures</a:t>
            </a:r>
          </a:p>
          <a:p>
            <a:pPr eaLnBrk="1" hangingPunct="1"/>
            <a:r>
              <a:rPr lang="en-US" altLang="en-US" sz="3200" dirty="0"/>
              <a:t>Takes longer than the other structures</a:t>
            </a:r>
          </a:p>
        </p:txBody>
      </p:sp>
    </p:spTree>
    <p:extLst>
      <p:ext uri="{BB962C8B-B14F-4D97-AF65-F5344CB8AC3E}">
        <p14:creationId xmlns:p14="http://schemas.microsoft.com/office/powerpoint/2010/main" val="170284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CFBC3-A97E-8C4B-AAB8-0335F396C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CLOSING THE INTERVIEW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97EB20-E718-4C4A-AF41-82A6FF6D5F57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68450"/>
            <a:ext cx="11764962" cy="3363146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Always ask “Is there anything else that you would like to add?”</a:t>
            </a:r>
          </a:p>
          <a:p>
            <a:pPr eaLnBrk="1" hangingPunct="1"/>
            <a:r>
              <a:rPr lang="en-US" altLang="en-US" sz="3600" dirty="0"/>
              <a:t>Summarize and provide feedback on your impressions</a:t>
            </a:r>
          </a:p>
          <a:p>
            <a:pPr eaLnBrk="1" hangingPunct="1"/>
            <a:r>
              <a:rPr lang="en-US" altLang="en-US" sz="3600" dirty="0"/>
              <a:t>Ask whom you should talk with next</a:t>
            </a:r>
          </a:p>
          <a:p>
            <a:pPr eaLnBrk="1" hangingPunct="1"/>
            <a:r>
              <a:rPr lang="en-US" altLang="en-US" sz="3600" dirty="0"/>
              <a:t>Set up any future appointments</a:t>
            </a:r>
          </a:p>
          <a:p>
            <a:pPr eaLnBrk="1" hangingPunct="1"/>
            <a:r>
              <a:rPr lang="en-US" altLang="en-US" sz="3600" dirty="0"/>
              <a:t>Thank them for their time and shake hands.</a:t>
            </a:r>
          </a:p>
        </p:txBody>
      </p:sp>
    </p:spTree>
    <p:extLst>
      <p:ext uri="{BB962C8B-B14F-4D97-AF65-F5344CB8AC3E}">
        <p14:creationId xmlns:p14="http://schemas.microsoft.com/office/powerpoint/2010/main" val="3278241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E1F495-C503-9745-B11E-C15C6110A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INTERVIEW REPORT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0C7DFD3-0A4E-F546-AEE8-5AE7D2C2E5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220" y="1045253"/>
            <a:ext cx="5215847" cy="5215847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79023D7-3D53-DB4E-849D-ADFA86A0F33D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68450"/>
            <a:ext cx="6858123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Write as soon as possible after the interview</a:t>
            </a:r>
          </a:p>
          <a:p>
            <a:pPr eaLnBrk="1" hangingPunct="1"/>
            <a:r>
              <a:rPr lang="en-US" altLang="en-US" sz="3600" dirty="0"/>
              <a:t>Provide an initial summary, then more detail</a:t>
            </a:r>
          </a:p>
          <a:p>
            <a:pPr eaLnBrk="1" hangingPunct="1"/>
            <a:r>
              <a:rPr lang="en-US" altLang="en-US" sz="3600" dirty="0"/>
              <a:t>Review the report with the respondent</a:t>
            </a:r>
          </a:p>
        </p:txBody>
      </p:sp>
    </p:spTree>
    <p:extLst>
      <p:ext uri="{BB962C8B-B14F-4D97-AF65-F5344CB8AC3E}">
        <p14:creationId xmlns:p14="http://schemas.microsoft.com/office/powerpoint/2010/main" val="93770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1B8A38-6F1B-BA4B-80C1-F0D3C13EE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STORIES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1C2ED9-943B-5546-8128-3BDE940252A6}"/>
              </a:ext>
            </a:extLst>
          </p:cNvPr>
          <p:cNvSpPr txBox="1">
            <a:spLocks noChangeArrowheads="1"/>
          </p:cNvSpPr>
          <p:nvPr/>
        </p:nvSpPr>
        <p:spPr>
          <a:xfrm>
            <a:off x="323850" y="1557338"/>
            <a:ext cx="11868150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3600"/>
              <a:t>Stories originate in the workplace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600"/>
              <a:t>Organizational stories are used to relay some kind of information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600"/>
              <a:t>When a story is told and retold over time it takes on a mythic quality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600"/>
              <a:t>Isolated stories are good when you are looking for facts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600"/>
              <a:t>Enduring stories capture all aspects of the organization and are the ones a systems analyst should look for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51590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F35DCF-1A81-6848-AA65-E844A4191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PURPOSE FOR TELLING A STORY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F608149-F765-F84D-9010-670D366C348C}"/>
              </a:ext>
            </a:extLst>
          </p:cNvPr>
          <p:cNvSpPr txBox="1">
            <a:spLocks noChangeArrowheads="1"/>
          </p:cNvSpPr>
          <p:nvPr/>
        </p:nvSpPr>
        <p:spPr>
          <a:xfrm>
            <a:off x="314022" y="1484650"/>
            <a:ext cx="11285662" cy="4618199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US" sz="3600" dirty="0"/>
              <a:t>There are four purposes for telling a story:</a:t>
            </a:r>
          </a:p>
          <a:p>
            <a:pPr marL="914400" lvl="1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3200" dirty="0"/>
              <a:t>Experiential stories describe what the business or industry is like</a:t>
            </a:r>
          </a:p>
          <a:p>
            <a:pPr marL="914400" lvl="1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3200" dirty="0"/>
              <a:t>Explanatory stories tell why the organization acted a certain way</a:t>
            </a:r>
          </a:p>
          <a:p>
            <a:pPr marL="914400" lvl="1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3200" dirty="0"/>
              <a:t>Validating stories are used to convince people that  the organization made the correct decision</a:t>
            </a:r>
          </a:p>
          <a:p>
            <a:pPr marL="914400" lvl="1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3200" dirty="0"/>
              <a:t>Prescriptive stories tell the listener how to act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US" sz="3600" dirty="0"/>
              <a:t>Systems analysts can use storytelling as a complement to other information gathering methods</a:t>
            </a:r>
          </a:p>
        </p:txBody>
      </p:sp>
    </p:spTree>
    <p:extLst>
      <p:ext uri="{BB962C8B-B14F-4D97-AF65-F5344CB8AC3E}">
        <p14:creationId xmlns:p14="http://schemas.microsoft.com/office/powerpoint/2010/main" val="211915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58DA2F1-00B9-DA47-8F27-734C02A9B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96888"/>
            <a:ext cx="10256838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4400" b="1" dirty="0">
                <a:solidFill>
                  <a:srgbClr val="85103F"/>
                </a:solidFill>
                <a:latin typeface="Calibri Light" panose="020F0302020204030204" pitchFamily="34" charset="0"/>
              </a:rPr>
              <a:t>INTERACTIVE METHODS TO ELICIT HUMAN INFORMATION REQUIREMENTS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941718"/>
              </p:ext>
            </p:extLst>
          </p:nvPr>
        </p:nvGraphicFramePr>
        <p:xfrm>
          <a:off x="396875" y="1995917"/>
          <a:ext cx="11398250" cy="3254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7591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6ABFCA-8911-7B40-88FB-3012BB415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JOINT APPLICATION DESIGN (JAD)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56E5BE-7E3D-2844-9830-CD17636C71A7}"/>
              </a:ext>
            </a:extLst>
          </p:cNvPr>
          <p:cNvSpPr txBox="1">
            <a:spLocks noChangeArrowheads="1"/>
          </p:cNvSpPr>
          <p:nvPr/>
        </p:nvSpPr>
        <p:spPr>
          <a:xfrm>
            <a:off x="324297" y="1414338"/>
            <a:ext cx="7905303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/>
              <a:t>Joint Application Design (JAD) can replace a series of interviews with the user community</a:t>
            </a:r>
          </a:p>
          <a:p>
            <a:pPr eaLnBrk="1" hangingPunct="1"/>
            <a:r>
              <a:rPr lang="en-US" altLang="en-US" dirty="0"/>
              <a:t>JAD is a technique that allows the analyst to accomplish requirements analysis and design the user interface with the users in a group setting</a:t>
            </a:r>
          </a:p>
          <a:p>
            <a:pPr eaLnBrk="1" hangingPunct="1"/>
            <a:r>
              <a:rPr lang="en-US" altLang="en-US" dirty="0"/>
              <a:t>Conditions that support the use of JAD:</a:t>
            </a:r>
          </a:p>
          <a:p>
            <a:pPr lvl="1" eaLnBrk="1" hangingPunct="1"/>
            <a:r>
              <a:rPr lang="en-US" altLang="en-US" dirty="0"/>
              <a:t>Users are restless and want something new</a:t>
            </a:r>
          </a:p>
          <a:p>
            <a:pPr lvl="1" eaLnBrk="1" hangingPunct="1"/>
            <a:r>
              <a:rPr lang="en-US" altLang="en-US" dirty="0"/>
              <a:t>The organizational culture supports joint problem-solving behaviors</a:t>
            </a:r>
          </a:p>
          <a:p>
            <a:pPr lvl="1" eaLnBrk="1" hangingPunct="1"/>
            <a:r>
              <a:rPr lang="en-US" altLang="en-US" dirty="0"/>
              <a:t>Analysts forecast an increase in the number of ideas using JAD</a:t>
            </a:r>
          </a:p>
          <a:p>
            <a:pPr lvl="1" eaLnBrk="1" hangingPunct="1"/>
            <a:r>
              <a:rPr lang="en-US" altLang="en-US" dirty="0"/>
              <a:t>Personnel may be absent from their jobs for the length of time required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02A369-448B-464C-B670-F0611E521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19" y="1972636"/>
            <a:ext cx="4104344" cy="273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71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1081FD-250F-CC49-923E-681347424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WHO IS INVOLVED IN JAD?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D726B1-7BFA-E346-BA4C-9CFDF09A9042}"/>
              </a:ext>
            </a:extLst>
          </p:cNvPr>
          <p:cNvGrpSpPr/>
          <p:nvPr/>
        </p:nvGrpSpPr>
        <p:grpSpPr>
          <a:xfrm>
            <a:off x="422299" y="2055905"/>
            <a:ext cx="11546267" cy="3592752"/>
            <a:chOff x="429838" y="1524246"/>
            <a:chExt cx="11546267" cy="359275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8320D25-5DFD-DA48-AF72-CD63760EE924}"/>
                </a:ext>
              </a:extLst>
            </p:cNvPr>
            <p:cNvGrpSpPr/>
            <p:nvPr/>
          </p:nvGrpSpPr>
          <p:grpSpPr>
            <a:xfrm>
              <a:off x="429838" y="1524246"/>
              <a:ext cx="11546266" cy="3592752"/>
              <a:chOff x="429838" y="1524246"/>
              <a:chExt cx="11546266" cy="3592752"/>
            </a:xfrm>
          </p:grpSpPr>
          <p:sp>
            <p:nvSpPr>
              <p:cNvPr id="6" name="Straight Connector 5">
                <a:extLst>
                  <a:ext uri="{FF2B5EF4-FFF2-40B4-BE49-F238E27FC236}">
                    <a16:creationId xmlns:a16="http://schemas.microsoft.com/office/drawing/2014/main" id="{0EFF6D7B-A434-284C-84D7-A2932BF73E7B}"/>
                  </a:ext>
                </a:extLst>
              </p:cNvPr>
              <p:cNvSpPr/>
              <p:nvPr/>
            </p:nvSpPr>
            <p:spPr>
              <a:xfrm>
                <a:off x="429838" y="2073126"/>
                <a:ext cx="0" cy="2961680"/>
              </a:xfrm>
              <a:prstGeom prst="line">
                <a:avLst/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9E7825C-C0A7-5947-8D90-2705BB24ABA9}"/>
                  </a:ext>
                </a:extLst>
              </p:cNvPr>
              <p:cNvSpPr/>
              <p:nvPr/>
            </p:nvSpPr>
            <p:spPr>
              <a:xfrm>
                <a:off x="512107" y="2254041"/>
                <a:ext cx="1557679" cy="1332756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6304F43-2603-BF4E-AD4F-3AF247304836}"/>
                  </a:ext>
                </a:extLst>
              </p:cNvPr>
              <p:cNvSpPr/>
              <p:nvPr/>
            </p:nvSpPr>
            <p:spPr>
              <a:xfrm>
                <a:off x="512107" y="3586797"/>
                <a:ext cx="1557679" cy="1530201"/>
              </a:xfrm>
              <a:custGeom>
                <a:avLst/>
                <a:gdLst>
                  <a:gd name="connsiteX0" fmla="*/ 0 w 1557679"/>
                  <a:gd name="connsiteY0" fmla="*/ 0 h 1530201"/>
                  <a:gd name="connsiteX1" fmla="*/ 1557679 w 1557679"/>
                  <a:gd name="connsiteY1" fmla="*/ 0 h 1530201"/>
                  <a:gd name="connsiteX2" fmla="*/ 1557679 w 1557679"/>
                  <a:gd name="connsiteY2" fmla="*/ 1530201 h 1530201"/>
                  <a:gd name="connsiteX3" fmla="*/ 0 w 1557679"/>
                  <a:gd name="connsiteY3" fmla="*/ 1530201 h 1530201"/>
                  <a:gd name="connsiteX4" fmla="*/ 0 w 1557679"/>
                  <a:gd name="connsiteY4" fmla="*/ 0 h 1530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7679" h="1530201">
                    <a:moveTo>
                      <a:pt x="0" y="0"/>
                    </a:moveTo>
                    <a:lnTo>
                      <a:pt x="1557679" y="0"/>
                    </a:lnTo>
                    <a:lnTo>
                      <a:pt x="1557679" y="1530201"/>
                    </a:lnTo>
                    <a:lnTo>
                      <a:pt x="0" y="153020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marL="0" lvl="0" indent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dirty="0"/>
                  <a:t>The ultimate authority to make decisions about the project</a:t>
                </a:r>
                <a:endParaRPr lang="en-MY" sz="2000" kern="1200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E1EDE6CD-47A3-534F-84B5-D04CA6FF71A0}"/>
                  </a:ext>
                </a:extLst>
              </p:cNvPr>
              <p:cNvSpPr/>
              <p:nvPr/>
            </p:nvSpPr>
            <p:spPr>
              <a:xfrm>
                <a:off x="429838" y="1524246"/>
                <a:ext cx="1645378" cy="647603"/>
              </a:xfrm>
              <a:custGeom>
                <a:avLst/>
                <a:gdLst>
                  <a:gd name="connsiteX0" fmla="*/ 0 w 1645378"/>
                  <a:gd name="connsiteY0" fmla="*/ 0 h 563209"/>
                  <a:gd name="connsiteX1" fmla="*/ 1645378 w 1645378"/>
                  <a:gd name="connsiteY1" fmla="*/ 0 h 563209"/>
                  <a:gd name="connsiteX2" fmla="*/ 1645378 w 1645378"/>
                  <a:gd name="connsiteY2" fmla="*/ 563209 h 563209"/>
                  <a:gd name="connsiteX3" fmla="*/ 0 w 1645378"/>
                  <a:gd name="connsiteY3" fmla="*/ 563209 h 563209"/>
                  <a:gd name="connsiteX4" fmla="*/ 0 w 1645378"/>
                  <a:gd name="connsiteY4" fmla="*/ 0 h 563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378" h="563209">
                    <a:moveTo>
                      <a:pt x="0" y="0"/>
                    </a:moveTo>
                    <a:lnTo>
                      <a:pt x="1645378" y="0"/>
                    </a:lnTo>
                    <a:lnTo>
                      <a:pt x="1645378" y="563209"/>
                    </a:lnTo>
                    <a:lnTo>
                      <a:pt x="0" y="56320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b="1" kern="1200" dirty="0"/>
                  <a:t>EXECUTIVE SPONSOR</a:t>
                </a:r>
                <a:endParaRPr lang="en-MY" sz="2400" kern="1200" dirty="0"/>
              </a:p>
            </p:txBody>
          </p:sp>
          <p:sp>
            <p:nvSpPr>
              <p:cNvPr id="10" name="Straight Connector 9">
                <a:extLst>
                  <a:ext uri="{FF2B5EF4-FFF2-40B4-BE49-F238E27FC236}">
                    <a16:creationId xmlns:a16="http://schemas.microsoft.com/office/drawing/2014/main" id="{DBD4DC11-076B-BB4D-826D-A0236D570FA0}"/>
                  </a:ext>
                </a:extLst>
              </p:cNvPr>
              <p:cNvSpPr/>
              <p:nvPr/>
            </p:nvSpPr>
            <p:spPr>
              <a:xfrm>
                <a:off x="2397839" y="2073126"/>
                <a:ext cx="0" cy="2961680"/>
              </a:xfrm>
              <a:prstGeom prst="line">
                <a:avLst/>
              </a:prstGeom>
            </p:spPr>
            <p:style>
              <a:lnRef idx="2">
                <a:schemeClr val="accent2">
                  <a:hueOff val="-291073"/>
                  <a:satOff val="-16786"/>
                  <a:lumOff val="1726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43F1B65-7DFF-C24E-BF02-83B9EFA35AB4}"/>
                  </a:ext>
                </a:extLst>
              </p:cNvPr>
              <p:cNvSpPr/>
              <p:nvPr/>
            </p:nvSpPr>
            <p:spPr>
              <a:xfrm>
                <a:off x="2480108" y="2254041"/>
                <a:ext cx="1557679" cy="1332756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-291073"/>
                  <a:satOff val="-16786"/>
                  <a:lumOff val="1726"/>
                  <a:alphaOff val="0"/>
                </a:schemeClr>
              </a:fillRef>
              <a:effectRef idx="0">
                <a:schemeClr val="accent2">
                  <a:hueOff val="-291073"/>
                  <a:satOff val="-16786"/>
                  <a:lumOff val="1726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1AA401E-9073-194A-B99F-527AB0B50EEC}"/>
                  </a:ext>
                </a:extLst>
              </p:cNvPr>
              <p:cNvSpPr/>
              <p:nvPr/>
            </p:nvSpPr>
            <p:spPr>
              <a:xfrm>
                <a:off x="2480108" y="3586797"/>
                <a:ext cx="1777924" cy="1530201"/>
              </a:xfrm>
              <a:custGeom>
                <a:avLst/>
                <a:gdLst>
                  <a:gd name="connsiteX0" fmla="*/ 0 w 1557679"/>
                  <a:gd name="connsiteY0" fmla="*/ 0 h 1530201"/>
                  <a:gd name="connsiteX1" fmla="*/ 1557679 w 1557679"/>
                  <a:gd name="connsiteY1" fmla="*/ 0 h 1530201"/>
                  <a:gd name="connsiteX2" fmla="*/ 1557679 w 1557679"/>
                  <a:gd name="connsiteY2" fmla="*/ 1530201 h 1530201"/>
                  <a:gd name="connsiteX3" fmla="*/ 0 w 1557679"/>
                  <a:gd name="connsiteY3" fmla="*/ 1530201 h 1530201"/>
                  <a:gd name="connsiteX4" fmla="*/ 0 w 1557679"/>
                  <a:gd name="connsiteY4" fmla="*/ 0 h 1530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7679" h="1530201">
                    <a:moveTo>
                      <a:pt x="0" y="0"/>
                    </a:moveTo>
                    <a:lnTo>
                      <a:pt x="1557679" y="0"/>
                    </a:lnTo>
                    <a:lnTo>
                      <a:pt x="1557679" y="1530201"/>
                    </a:lnTo>
                    <a:lnTo>
                      <a:pt x="0" y="153020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marL="228600" lvl="1" indent="-22860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2000" kern="1200" dirty="0"/>
                  <a:t>Develop logical models and specifications</a:t>
                </a:r>
                <a:endParaRPr lang="en-MY" sz="2000" kern="1200" dirty="0"/>
              </a:p>
              <a:p>
                <a:pPr marL="228600" lvl="1" indent="-22860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2000" kern="1200" dirty="0"/>
                  <a:t>build the prototype</a:t>
                </a:r>
                <a:endParaRPr lang="en-MY" sz="2000" kern="1200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6150496-80FF-F84F-930D-4AD5F545FDD4}"/>
                  </a:ext>
                </a:extLst>
              </p:cNvPr>
              <p:cNvSpPr/>
              <p:nvPr/>
            </p:nvSpPr>
            <p:spPr>
              <a:xfrm>
                <a:off x="2397839" y="1524246"/>
                <a:ext cx="1645378" cy="647603"/>
              </a:xfrm>
              <a:custGeom>
                <a:avLst/>
                <a:gdLst>
                  <a:gd name="connsiteX0" fmla="*/ 0 w 1645378"/>
                  <a:gd name="connsiteY0" fmla="*/ 0 h 563209"/>
                  <a:gd name="connsiteX1" fmla="*/ 1645378 w 1645378"/>
                  <a:gd name="connsiteY1" fmla="*/ 0 h 563209"/>
                  <a:gd name="connsiteX2" fmla="*/ 1645378 w 1645378"/>
                  <a:gd name="connsiteY2" fmla="*/ 563209 h 563209"/>
                  <a:gd name="connsiteX3" fmla="*/ 0 w 1645378"/>
                  <a:gd name="connsiteY3" fmla="*/ 563209 h 563209"/>
                  <a:gd name="connsiteX4" fmla="*/ 0 w 1645378"/>
                  <a:gd name="connsiteY4" fmla="*/ 0 h 563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378" h="563209">
                    <a:moveTo>
                      <a:pt x="0" y="0"/>
                    </a:moveTo>
                    <a:lnTo>
                      <a:pt x="1645378" y="0"/>
                    </a:lnTo>
                    <a:lnTo>
                      <a:pt x="1645378" y="563209"/>
                    </a:lnTo>
                    <a:lnTo>
                      <a:pt x="0" y="56320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2">
                  <a:hueOff val="-291073"/>
                  <a:satOff val="-16786"/>
                  <a:lumOff val="1726"/>
                  <a:alphaOff val="0"/>
                </a:schemeClr>
              </a:lnRef>
              <a:fillRef idx="1">
                <a:schemeClr val="accent2">
                  <a:hueOff val="-291073"/>
                  <a:satOff val="-16786"/>
                  <a:lumOff val="1726"/>
                  <a:alphaOff val="0"/>
                </a:schemeClr>
              </a:fillRef>
              <a:effectRef idx="0">
                <a:schemeClr val="accent2">
                  <a:hueOff val="-291073"/>
                  <a:satOff val="-16786"/>
                  <a:lumOff val="1726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b="1" kern="1200" dirty="0"/>
                  <a:t>IS ANALYST</a:t>
                </a:r>
                <a:endParaRPr lang="en-MY" sz="2400" kern="1200" dirty="0"/>
              </a:p>
            </p:txBody>
          </p:sp>
          <p:sp>
            <p:nvSpPr>
              <p:cNvPr id="14" name="Straight Connector 13">
                <a:extLst>
                  <a:ext uri="{FF2B5EF4-FFF2-40B4-BE49-F238E27FC236}">
                    <a16:creationId xmlns:a16="http://schemas.microsoft.com/office/drawing/2014/main" id="{DC3F8AE0-B0B2-5842-AC6A-A7CA688D0562}"/>
                  </a:ext>
                </a:extLst>
              </p:cNvPr>
              <p:cNvSpPr/>
              <p:nvPr/>
            </p:nvSpPr>
            <p:spPr>
              <a:xfrm>
                <a:off x="4365840" y="2073126"/>
                <a:ext cx="0" cy="2961680"/>
              </a:xfrm>
              <a:prstGeom prst="line">
                <a:avLst/>
              </a:prstGeom>
            </p:spPr>
            <p:style>
              <a:lnRef idx="2">
                <a:schemeClr val="accent2">
                  <a:hueOff val="-582145"/>
                  <a:satOff val="-33571"/>
                  <a:lumOff val="3451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224AFED-621B-B844-9025-20D753D38EFB}"/>
                  </a:ext>
                </a:extLst>
              </p:cNvPr>
              <p:cNvSpPr/>
              <p:nvPr/>
            </p:nvSpPr>
            <p:spPr>
              <a:xfrm>
                <a:off x="4448109" y="2254041"/>
                <a:ext cx="1557679" cy="1332756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-582145"/>
                  <a:satOff val="-33571"/>
                  <a:lumOff val="3451"/>
                  <a:alphaOff val="0"/>
                </a:schemeClr>
              </a:fillRef>
              <a:effectRef idx="0">
                <a:schemeClr val="accent2">
                  <a:hueOff val="-582145"/>
                  <a:satOff val="-33571"/>
                  <a:lumOff val="3451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1C3CA2A7-B7CB-2343-8A81-E868B773DA25}"/>
                  </a:ext>
                </a:extLst>
              </p:cNvPr>
              <p:cNvSpPr/>
              <p:nvPr/>
            </p:nvSpPr>
            <p:spPr>
              <a:xfrm>
                <a:off x="4448109" y="3586797"/>
                <a:ext cx="1639946" cy="1530201"/>
              </a:xfrm>
              <a:custGeom>
                <a:avLst/>
                <a:gdLst>
                  <a:gd name="connsiteX0" fmla="*/ 0 w 1557679"/>
                  <a:gd name="connsiteY0" fmla="*/ 0 h 1530201"/>
                  <a:gd name="connsiteX1" fmla="*/ 1557679 w 1557679"/>
                  <a:gd name="connsiteY1" fmla="*/ 0 h 1530201"/>
                  <a:gd name="connsiteX2" fmla="*/ 1557679 w 1557679"/>
                  <a:gd name="connsiteY2" fmla="*/ 1530201 h 1530201"/>
                  <a:gd name="connsiteX3" fmla="*/ 0 w 1557679"/>
                  <a:gd name="connsiteY3" fmla="*/ 1530201 h 1530201"/>
                  <a:gd name="connsiteX4" fmla="*/ 0 w 1557679"/>
                  <a:gd name="connsiteY4" fmla="*/ 0 h 1530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7679" h="1530201">
                    <a:moveTo>
                      <a:pt x="0" y="0"/>
                    </a:moveTo>
                    <a:lnTo>
                      <a:pt x="1557679" y="0"/>
                    </a:lnTo>
                    <a:lnTo>
                      <a:pt x="1557679" y="1530201"/>
                    </a:lnTo>
                    <a:lnTo>
                      <a:pt x="0" y="153020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marL="228600" lvl="1" indent="-22860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2000" kern="1200" dirty="0"/>
                  <a:t>Main focus of JAD</a:t>
                </a:r>
                <a:endParaRPr lang="en-MY" sz="2000" kern="1200" dirty="0"/>
              </a:p>
              <a:p>
                <a:pPr marL="228600" lvl="1" indent="-22860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2000" kern="1200" dirty="0"/>
                  <a:t>Represent multiple levels of the organization</a:t>
                </a:r>
                <a:endParaRPr lang="en-MY" sz="2000" kern="1200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B6FD35F-3369-0E4C-8226-1F1E8EADDF1D}"/>
                  </a:ext>
                </a:extLst>
              </p:cNvPr>
              <p:cNvSpPr/>
              <p:nvPr/>
            </p:nvSpPr>
            <p:spPr>
              <a:xfrm>
                <a:off x="4365840" y="1524246"/>
                <a:ext cx="1645378" cy="647603"/>
              </a:xfrm>
              <a:custGeom>
                <a:avLst/>
                <a:gdLst>
                  <a:gd name="connsiteX0" fmla="*/ 0 w 1645378"/>
                  <a:gd name="connsiteY0" fmla="*/ 0 h 563209"/>
                  <a:gd name="connsiteX1" fmla="*/ 1645378 w 1645378"/>
                  <a:gd name="connsiteY1" fmla="*/ 0 h 563209"/>
                  <a:gd name="connsiteX2" fmla="*/ 1645378 w 1645378"/>
                  <a:gd name="connsiteY2" fmla="*/ 563209 h 563209"/>
                  <a:gd name="connsiteX3" fmla="*/ 0 w 1645378"/>
                  <a:gd name="connsiteY3" fmla="*/ 563209 h 563209"/>
                  <a:gd name="connsiteX4" fmla="*/ 0 w 1645378"/>
                  <a:gd name="connsiteY4" fmla="*/ 0 h 563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378" h="563209">
                    <a:moveTo>
                      <a:pt x="0" y="0"/>
                    </a:moveTo>
                    <a:lnTo>
                      <a:pt x="1645378" y="0"/>
                    </a:lnTo>
                    <a:lnTo>
                      <a:pt x="1645378" y="563209"/>
                    </a:lnTo>
                    <a:lnTo>
                      <a:pt x="0" y="56320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2">
                  <a:hueOff val="-582145"/>
                  <a:satOff val="-33571"/>
                  <a:lumOff val="3451"/>
                  <a:alphaOff val="0"/>
                </a:schemeClr>
              </a:lnRef>
              <a:fillRef idx="1">
                <a:schemeClr val="accent2">
                  <a:hueOff val="-582145"/>
                  <a:satOff val="-33571"/>
                  <a:lumOff val="3451"/>
                  <a:alphaOff val="0"/>
                </a:schemeClr>
              </a:fillRef>
              <a:effectRef idx="0">
                <a:schemeClr val="accent2">
                  <a:hueOff val="-582145"/>
                  <a:satOff val="-33571"/>
                  <a:lumOff val="3451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b="1" kern="1200" dirty="0"/>
                  <a:t>USERS</a:t>
                </a:r>
                <a:endParaRPr lang="en-MY" sz="2400" kern="1200" dirty="0"/>
              </a:p>
            </p:txBody>
          </p:sp>
          <p:sp>
            <p:nvSpPr>
              <p:cNvPr id="18" name="Straight Connector 17">
                <a:extLst>
                  <a:ext uri="{FF2B5EF4-FFF2-40B4-BE49-F238E27FC236}">
                    <a16:creationId xmlns:a16="http://schemas.microsoft.com/office/drawing/2014/main" id="{8FDE92BF-114F-B747-A601-DCEADFB0115C}"/>
                  </a:ext>
                </a:extLst>
              </p:cNvPr>
              <p:cNvSpPr/>
              <p:nvPr/>
            </p:nvSpPr>
            <p:spPr>
              <a:xfrm>
                <a:off x="6333841" y="2073126"/>
                <a:ext cx="0" cy="2961680"/>
              </a:xfrm>
              <a:prstGeom prst="line">
                <a:avLst/>
              </a:prstGeom>
            </p:spPr>
            <p:style>
              <a:lnRef idx="2">
                <a:schemeClr val="accent2">
                  <a:hueOff val="-873218"/>
                  <a:satOff val="-50357"/>
                  <a:lumOff val="5177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244404-8DD8-1544-9F5A-D5F791AD8D16}"/>
                  </a:ext>
                </a:extLst>
              </p:cNvPr>
              <p:cNvSpPr/>
              <p:nvPr/>
            </p:nvSpPr>
            <p:spPr>
              <a:xfrm>
                <a:off x="6416110" y="2254041"/>
                <a:ext cx="1557679" cy="1332756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-873218"/>
                  <a:satOff val="-50357"/>
                  <a:lumOff val="5177"/>
                  <a:alphaOff val="0"/>
                </a:schemeClr>
              </a:fillRef>
              <a:effectRef idx="0">
                <a:schemeClr val="accent2">
                  <a:hueOff val="-873218"/>
                  <a:satOff val="-50357"/>
                  <a:lumOff val="5177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42C24BD-2E05-D84C-8454-D7896808611A}"/>
                  </a:ext>
                </a:extLst>
              </p:cNvPr>
              <p:cNvSpPr/>
              <p:nvPr/>
            </p:nvSpPr>
            <p:spPr>
              <a:xfrm>
                <a:off x="6416110" y="3586797"/>
                <a:ext cx="1722212" cy="1530201"/>
              </a:xfrm>
              <a:custGeom>
                <a:avLst/>
                <a:gdLst>
                  <a:gd name="connsiteX0" fmla="*/ 0 w 1557679"/>
                  <a:gd name="connsiteY0" fmla="*/ 0 h 1530201"/>
                  <a:gd name="connsiteX1" fmla="*/ 1557679 w 1557679"/>
                  <a:gd name="connsiteY1" fmla="*/ 0 h 1530201"/>
                  <a:gd name="connsiteX2" fmla="*/ 1557679 w 1557679"/>
                  <a:gd name="connsiteY2" fmla="*/ 1530201 h 1530201"/>
                  <a:gd name="connsiteX3" fmla="*/ 0 w 1557679"/>
                  <a:gd name="connsiteY3" fmla="*/ 1530201 h 1530201"/>
                  <a:gd name="connsiteX4" fmla="*/ 0 w 1557679"/>
                  <a:gd name="connsiteY4" fmla="*/ 0 h 1530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7679" h="1530201">
                    <a:moveTo>
                      <a:pt x="0" y="0"/>
                    </a:moveTo>
                    <a:lnTo>
                      <a:pt x="1557679" y="0"/>
                    </a:lnTo>
                    <a:lnTo>
                      <a:pt x="1557679" y="1530201"/>
                    </a:lnTo>
                    <a:lnTo>
                      <a:pt x="0" y="153020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marL="228600" lvl="1" indent="-22860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2000" kern="1200" dirty="0"/>
                  <a:t>Organizes and schedule JAD activities</a:t>
                </a:r>
                <a:endParaRPr lang="en-MY" sz="2000" kern="1200" dirty="0"/>
              </a:p>
              <a:p>
                <a:pPr marL="228600" lvl="1" indent="-22860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2000" kern="1200" dirty="0"/>
                  <a:t>Guide the JAD sessions</a:t>
                </a:r>
                <a:endParaRPr lang="en-MY" sz="2000" kern="1200" dirty="0"/>
              </a:p>
              <a:p>
                <a:pPr marL="228600" lvl="1" indent="-22860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2000" kern="1200" dirty="0"/>
                  <a:t>Mediate disputes.</a:t>
                </a:r>
                <a:endParaRPr lang="en-MY" sz="2000" kern="1200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1CB9252-4FBF-DE44-9B8C-D7BFA514ADC5}"/>
                  </a:ext>
                </a:extLst>
              </p:cNvPr>
              <p:cNvSpPr/>
              <p:nvPr/>
            </p:nvSpPr>
            <p:spPr>
              <a:xfrm>
                <a:off x="6333841" y="1524246"/>
                <a:ext cx="1645378" cy="647603"/>
              </a:xfrm>
              <a:custGeom>
                <a:avLst/>
                <a:gdLst>
                  <a:gd name="connsiteX0" fmla="*/ 0 w 1645378"/>
                  <a:gd name="connsiteY0" fmla="*/ 0 h 563209"/>
                  <a:gd name="connsiteX1" fmla="*/ 1645378 w 1645378"/>
                  <a:gd name="connsiteY1" fmla="*/ 0 h 563209"/>
                  <a:gd name="connsiteX2" fmla="*/ 1645378 w 1645378"/>
                  <a:gd name="connsiteY2" fmla="*/ 563209 h 563209"/>
                  <a:gd name="connsiteX3" fmla="*/ 0 w 1645378"/>
                  <a:gd name="connsiteY3" fmla="*/ 563209 h 563209"/>
                  <a:gd name="connsiteX4" fmla="*/ 0 w 1645378"/>
                  <a:gd name="connsiteY4" fmla="*/ 0 h 563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378" h="563209">
                    <a:moveTo>
                      <a:pt x="0" y="0"/>
                    </a:moveTo>
                    <a:lnTo>
                      <a:pt x="1645378" y="0"/>
                    </a:lnTo>
                    <a:lnTo>
                      <a:pt x="1645378" y="563209"/>
                    </a:lnTo>
                    <a:lnTo>
                      <a:pt x="0" y="56320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2">
                  <a:hueOff val="-873218"/>
                  <a:satOff val="-50357"/>
                  <a:lumOff val="5177"/>
                  <a:alphaOff val="0"/>
                </a:schemeClr>
              </a:lnRef>
              <a:fillRef idx="1">
                <a:schemeClr val="accent2">
                  <a:hueOff val="-873218"/>
                  <a:satOff val="-50357"/>
                  <a:lumOff val="5177"/>
                  <a:alphaOff val="0"/>
                </a:schemeClr>
              </a:fillRef>
              <a:effectRef idx="0">
                <a:schemeClr val="accent2">
                  <a:hueOff val="-873218"/>
                  <a:satOff val="-50357"/>
                  <a:lumOff val="5177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b="1" kern="1200" dirty="0"/>
                  <a:t>SESSION LEADER</a:t>
                </a:r>
                <a:endParaRPr lang="en-MY" sz="2400" kern="1200" dirty="0"/>
              </a:p>
            </p:txBody>
          </p:sp>
          <p:sp>
            <p:nvSpPr>
              <p:cNvPr id="22" name="Straight Connector 21">
                <a:extLst>
                  <a:ext uri="{FF2B5EF4-FFF2-40B4-BE49-F238E27FC236}">
                    <a16:creationId xmlns:a16="http://schemas.microsoft.com/office/drawing/2014/main" id="{512870B6-D480-C74B-8CBE-EF4203E88F11}"/>
                  </a:ext>
                </a:extLst>
              </p:cNvPr>
              <p:cNvSpPr/>
              <p:nvPr/>
            </p:nvSpPr>
            <p:spPr>
              <a:xfrm>
                <a:off x="8301842" y="2073126"/>
                <a:ext cx="0" cy="2961680"/>
              </a:xfrm>
              <a:prstGeom prst="line">
                <a:avLst/>
              </a:prstGeom>
            </p:spPr>
            <p:style>
              <a:lnRef idx="2">
                <a:schemeClr val="accent2">
                  <a:hueOff val="-1164290"/>
                  <a:satOff val="-67142"/>
                  <a:lumOff val="6902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0A989A4-C031-D04A-A04B-BF66D6E3418B}"/>
                  </a:ext>
                </a:extLst>
              </p:cNvPr>
              <p:cNvSpPr/>
              <p:nvPr/>
            </p:nvSpPr>
            <p:spPr>
              <a:xfrm>
                <a:off x="8384111" y="2254041"/>
                <a:ext cx="1557679" cy="1332756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-1164290"/>
                  <a:satOff val="-67142"/>
                  <a:lumOff val="6902"/>
                  <a:alphaOff val="0"/>
                </a:schemeClr>
              </a:fillRef>
              <a:effectRef idx="0">
                <a:schemeClr val="accent2">
                  <a:hueOff val="-1164290"/>
                  <a:satOff val="-67142"/>
                  <a:lumOff val="6902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1BF9504E-8555-D847-835C-51A21029C007}"/>
                  </a:ext>
                </a:extLst>
              </p:cNvPr>
              <p:cNvSpPr/>
              <p:nvPr/>
            </p:nvSpPr>
            <p:spPr>
              <a:xfrm>
                <a:off x="8384111" y="3586797"/>
                <a:ext cx="1557679" cy="1530201"/>
              </a:xfrm>
              <a:custGeom>
                <a:avLst/>
                <a:gdLst>
                  <a:gd name="connsiteX0" fmla="*/ 0 w 1557679"/>
                  <a:gd name="connsiteY0" fmla="*/ 0 h 1530201"/>
                  <a:gd name="connsiteX1" fmla="*/ 1557679 w 1557679"/>
                  <a:gd name="connsiteY1" fmla="*/ 0 h 1530201"/>
                  <a:gd name="connsiteX2" fmla="*/ 1557679 w 1557679"/>
                  <a:gd name="connsiteY2" fmla="*/ 1530201 h 1530201"/>
                  <a:gd name="connsiteX3" fmla="*/ 0 w 1557679"/>
                  <a:gd name="connsiteY3" fmla="*/ 1530201 h 1530201"/>
                  <a:gd name="connsiteX4" fmla="*/ 0 w 1557679"/>
                  <a:gd name="connsiteY4" fmla="*/ 0 h 1530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7679" h="1530201">
                    <a:moveTo>
                      <a:pt x="0" y="0"/>
                    </a:moveTo>
                    <a:lnTo>
                      <a:pt x="1557679" y="0"/>
                    </a:lnTo>
                    <a:lnTo>
                      <a:pt x="1557679" y="1530201"/>
                    </a:lnTo>
                    <a:lnTo>
                      <a:pt x="0" y="153020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marL="0" lvl="0" indent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/>
                  <a:t>Watch and listen the session</a:t>
                </a:r>
                <a:endParaRPr lang="en-MY" sz="2000" kern="120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69DA2F9-BA0B-B647-A87F-E20FE079DE7A}"/>
                  </a:ext>
                </a:extLst>
              </p:cNvPr>
              <p:cNvSpPr/>
              <p:nvPr/>
            </p:nvSpPr>
            <p:spPr>
              <a:xfrm>
                <a:off x="8301842" y="1524246"/>
                <a:ext cx="1645378" cy="647603"/>
              </a:xfrm>
              <a:custGeom>
                <a:avLst/>
                <a:gdLst>
                  <a:gd name="connsiteX0" fmla="*/ 0 w 1645378"/>
                  <a:gd name="connsiteY0" fmla="*/ 0 h 563209"/>
                  <a:gd name="connsiteX1" fmla="*/ 1645378 w 1645378"/>
                  <a:gd name="connsiteY1" fmla="*/ 0 h 563209"/>
                  <a:gd name="connsiteX2" fmla="*/ 1645378 w 1645378"/>
                  <a:gd name="connsiteY2" fmla="*/ 563209 h 563209"/>
                  <a:gd name="connsiteX3" fmla="*/ 0 w 1645378"/>
                  <a:gd name="connsiteY3" fmla="*/ 563209 h 563209"/>
                  <a:gd name="connsiteX4" fmla="*/ 0 w 1645378"/>
                  <a:gd name="connsiteY4" fmla="*/ 0 h 563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378" h="563209">
                    <a:moveTo>
                      <a:pt x="0" y="0"/>
                    </a:moveTo>
                    <a:lnTo>
                      <a:pt x="1645378" y="0"/>
                    </a:lnTo>
                    <a:lnTo>
                      <a:pt x="1645378" y="563209"/>
                    </a:lnTo>
                    <a:lnTo>
                      <a:pt x="0" y="56320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2">
                  <a:hueOff val="-1164290"/>
                  <a:satOff val="-67142"/>
                  <a:lumOff val="6902"/>
                  <a:alphaOff val="0"/>
                </a:schemeClr>
              </a:lnRef>
              <a:fillRef idx="1">
                <a:schemeClr val="accent2">
                  <a:hueOff val="-1164290"/>
                  <a:satOff val="-67142"/>
                  <a:lumOff val="6902"/>
                  <a:alphaOff val="0"/>
                </a:schemeClr>
              </a:fillRef>
              <a:effectRef idx="0">
                <a:schemeClr val="accent2">
                  <a:hueOff val="-1164290"/>
                  <a:satOff val="-67142"/>
                  <a:lumOff val="6902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b="1" kern="1200"/>
                  <a:t>OBSERVERS </a:t>
                </a:r>
                <a:endParaRPr lang="en-MY" sz="2400" kern="1200" dirty="0"/>
              </a:p>
            </p:txBody>
          </p:sp>
          <p:sp>
            <p:nvSpPr>
              <p:cNvPr id="26" name="Straight Connector 25">
                <a:extLst>
                  <a:ext uri="{FF2B5EF4-FFF2-40B4-BE49-F238E27FC236}">
                    <a16:creationId xmlns:a16="http://schemas.microsoft.com/office/drawing/2014/main" id="{8ED2D669-A426-4D47-9F09-A022C33BAA13}"/>
                  </a:ext>
                </a:extLst>
              </p:cNvPr>
              <p:cNvSpPr/>
              <p:nvPr/>
            </p:nvSpPr>
            <p:spPr>
              <a:xfrm>
                <a:off x="10269843" y="2073126"/>
                <a:ext cx="0" cy="2961680"/>
              </a:xfrm>
              <a:prstGeom prst="line">
                <a:avLst/>
              </a:prstGeom>
            </p:spPr>
            <p:style>
              <a:lnRef idx="2">
                <a:schemeClr val="accent2">
                  <a:hueOff val="-1455363"/>
                  <a:satOff val="-83928"/>
                  <a:lumOff val="8628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B59DEC5-6C89-DD4F-A42A-1DF748858BE3}"/>
                  </a:ext>
                </a:extLst>
              </p:cNvPr>
              <p:cNvSpPr/>
              <p:nvPr/>
            </p:nvSpPr>
            <p:spPr>
              <a:xfrm>
                <a:off x="10352112" y="2254041"/>
                <a:ext cx="1557679" cy="1332756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-1455363"/>
                  <a:satOff val="-83928"/>
                  <a:lumOff val="8628"/>
                  <a:alphaOff val="0"/>
                </a:schemeClr>
              </a:fillRef>
              <a:effectRef idx="0">
                <a:schemeClr val="accent2">
                  <a:hueOff val="-1455363"/>
                  <a:satOff val="-83928"/>
                  <a:lumOff val="8628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F744D440-3874-9E4B-A167-689BF636870C}"/>
                  </a:ext>
                </a:extLst>
              </p:cNvPr>
              <p:cNvSpPr/>
              <p:nvPr/>
            </p:nvSpPr>
            <p:spPr>
              <a:xfrm>
                <a:off x="10352112" y="3586797"/>
                <a:ext cx="1623992" cy="1530201"/>
              </a:xfrm>
              <a:custGeom>
                <a:avLst/>
                <a:gdLst>
                  <a:gd name="connsiteX0" fmla="*/ 0 w 1557679"/>
                  <a:gd name="connsiteY0" fmla="*/ 0 h 1530201"/>
                  <a:gd name="connsiteX1" fmla="*/ 1557679 w 1557679"/>
                  <a:gd name="connsiteY1" fmla="*/ 0 h 1530201"/>
                  <a:gd name="connsiteX2" fmla="*/ 1557679 w 1557679"/>
                  <a:gd name="connsiteY2" fmla="*/ 1530201 h 1530201"/>
                  <a:gd name="connsiteX3" fmla="*/ 0 w 1557679"/>
                  <a:gd name="connsiteY3" fmla="*/ 1530201 h 1530201"/>
                  <a:gd name="connsiteX4" fmla="*/ 0 w 1557679"/>
                  <a:gd name="connsiteY4" fmla="*/ 0 h 1530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7679" h="1530201">
                    <a:moveTo>
                      <a:pt x="0" y="0"/>
                    </a:moveTo>
                    <a:lnTo>
                      <a:pt x="1557679" y="0"/>
                    </a:lnTo>
                    <a:lnTo>
                      <a:pt x="1557679" y="1530201"/>
                    </a:lnTo>
                    <a:lnTo>
                      <a:pt x="0" y="153020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marL="0" lvl="0" indent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dirty="0"/>
                  <a:t>Ensure that the results of JAD sessions are documented and delivered as planned</a:t>
                </a:r>
                <a:endParaRPr lang="en-MY" sz="2000" kern="1200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383DC41-0C8E-0B47-9A00-8FEB6FAD4420}"/>
                  </a:ext>
                </a:extLst>
              </p:cNvPr>
              <p:cNvSpPr/>
              <p:nvPr/>
            </p:nvSpPr>
            <p:spPr>
              <a:xfrm>
                <a:off x="10269843" y="1524246"/>
                <a:ext cx="1645378" cy="647603"/>
              </a:xfrm>
              <a:custGeom>
                <a:avLst/>
                <a:gdLst>
                  <a:gd name="connsiteX0" fmla="*/ 0 w 1645378"/>
                  <a:gd name="connsiteY0" fmla="*/ 0 h 563209"/>
                  <a:gd name="connsiteX1" fmla="*/ 1645378 w 1645378"/>
                  <a:gd name="connsiteY1" fmla="*/ 0 h 563209"/>
                  <a:gd name="connsiteX2" fmla="*/ 1645378 w 1645378"/>
                  <a:gd name="connsiteY2" fmla="*/ 563209 h 563209"/>
                  <a:gd name="connsiteX3" fmla="*/ 0 w 1645378"/>
                  <a:gd name="connsiteY3" fmla="*/ 563209 h 563209"/>
                  <a:gd name="connsiteX4" fmla="*/ 0 w 1645378"/>
                  <a:gd name="connsiteY4" fmla="*/ 0 h 563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378" h="563209">
                    <a:moveTo>
                      <a:pt x="0" y="0"/>
                    </a:moveTo>
                    <a:lnTo>
                      <a:pt x="1645378" y="0"/>
                    </a:lnTo>
                    <a:lnTo>
                      <a:pt x="1645378" y="563209"/>
                    </a:lnTo>
                    <a:lnTo>
                      <a:pt x="0" y="56320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2">
                  <a:hueOff val="-1455363"/>
                  <a:satOff val="-83928"/>
                  <a:lumOff val="8628"/>
                  <a:alphaOff val="0"/>
                </a:schemeClr>
              </a:lnRef>
              <a:fillRef idx="1">
                <a:schemeClr val="accent2">
                  <a:hueOff val="-1455363"/>
                  <a:satOff val="-83928"/>
                  <a:lumOff val="8628"/>
                  <a:alphaOff val="0"/>
                </a:schemeClr>
              </a:fillRef>
              <a:effectRef idx="0">
                <a:schemeClr val="accent2">
                  <a:hueOff val="-1455363"/>
                  <a:satOff val="-83928"/>
                  <a:lumOff val="8628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5720" tIns="45720" rIns="45720" bIns="4572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b="1" kern="1200" dirty="0"/>
                  <a:t>SCRIBE</a:t>
                </a:r>
                <a:endParaRPr lang="en-MY" sz="2400" kern="1200" dirty="0"/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EDACC01-C173-034C-948E-DA45EA21D7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905"/>
            <a:stretch/>
          </p:blipFill>
          <p:spPr>
            <a:xfrm>
              <a:off x="10163044" y="2189022"/>
              <a:ext cx="1813061" cy="139777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3BD1D6C-3A7F-5D4E-94C5-AA87E5720E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019"/>
            <a:stretch/>
          </p:blipFill>
          <p:spPr>
            <a:xfrm>
              <a:off x="8425245" y="2234828"/>
              <a:ext cx="1557679" cy="1292579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7CF3DA3-B151-DA42-9944-CE0F361E8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992"/>
            <a:stretch/>
          </p:blipFill>
          <p:spPr>
            <a:xfrm>
              <a:off x="6513962" y="2302756"/>
              <a:ext cx="1457787" cy="1224651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F6CE529-04FD-D443-A8CF-2E074C13D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933"/>
            <a:stretch/>
          </p:blipFill>
          <p:spPr>
            <a:xfrm>
              <a:off x="4360410" y="2114223"/>
              <a:ext cx="1777924" cy="153020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FCE5AD2-DAB8-7646-8F65-96A3C52B3D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449"/>
            <a:stretch/>
          </p:blipFill>
          <p:spPr>
            <a:xfrm>
              <a:off x="2502154" y="2292998"/>
              <a:ext cx="1530201" cy="129379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0E62D59-439D-5441-8382-96676C569E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062"/>
            <a:stretch/>
          </p:blipFill>
          <p:spPr>
            <a:xfrm>
              <a:off x="549587" y="2264253"/>
              <a:ext cx="1532997" cy="1332756"/>
            </a:xfrm>
            <a:prstGeom prst="rect">
              <a:avLst/>
            </a:prstGeom>
          </p:spPr>
        </p:pic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BED07194-35EC-714B-937F-D0B397699AB1}"/>
              </a:ext>
            </a:extLst>
          </p:cNvPr>
          <p:cNvSpPr/>
          <p:nvPr/>
        </p:nvSpPr>
        <p:spPr>
          <a:xfrm>
            <a:off x="312382" y="1675759"/>
            <a:ext cx="39381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000" dirty="0"/>
              <a:t>Usually from 8 to 12 participants</a:t>
            </a:r>
          </a:p>
        </p:txBody>
      </p:sp>
    </p:spTree>
    <p:extLst>
      <p:ext uri="{BB962C8B-B14F-4D97-AF65-F5344CB8AC3E}">
        <p14:creationId xmlns:p14="http://schemas.microsoft.com/office/powerpoint/2010/main" val="3109696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8CE8A2-7A6C-C04D-BCF3-FC1A31B0A6DE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68450"/>
            <a:ext cx="5102930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200" dirty="0"/>
              <a:t>Offsite, away from your organization for 2 to 4 days</a:t>
            </a:r>
          </a:p>
          <a:p>
            <a:pPr lvl="1" eaLnBrk="1" hangingPunct="1"/>
            <a:r>
              <a:rPr lang="en-US" altLang="en-US" sz="2800" dirty="0"/>
              <a:t>Comfortable surroundings</a:t>
            </a:r>
          </a:p>
          <a:p>
            <a:pPr lvl="1" eaLnBrk="1" hangingPunct="1"/>
            <a:r>
              <a:rPr lang="en-US" altLang="en-US" sz="2800" dirty="0"/>
              <a:t>Minimize distractions</a:t>
            </a:r>
          </a:p>
          <a:p>
            <a:pPr eaLnBrk="1" hangingPunct="1"/>
            <a:r>
              <a:rPr lang="en-US" altLang="en-US" sz="3200" dirty="0"/>
              <a:t>Attendance</a:t>
            </a:r>
          </a:p>
          <a:p>
            <a:pPr lvl="1" eaLnBrk="1" hangingPunct="1"/>
            <a:r>
              <a:rPr lang="en-US" altLang="en-US" sz="2800" dirty="0"/>
              <a:t>Schedule when participants can attend</a:t>
            </a:r>
          </a:p>
          <a:p>
            <a:pPr lvl="1" eaLnBrk="1" hangingPunct="1"/>
            <a:r>
              <a:rPr lang="en-US" altLang="en-US" sz="2800" dirty="0"/>
              <a:t>Agenda</a:t>
            </a:r>
          </a:p>
          <a:p>
            <a:pPr lvl="1" eaLnBrk="1" hangingPunct="1"/>
            <a:r>
              <a:rPr lang="en-US" altLang="en-US" sz="2800" dirty="0"/>
              <a:t>Orientation meeting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05AC1C-6A54-6D43-A937-A0158F5B5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WHERE TO HOLD JAD MEETINGS?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2080BB-8111-FB43-AE96-8120E63C2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838" y="1568450"/>
            <a:ext cx="6396376" cy="426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51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91863E-C4A1-8347-A27B-9C8BD76B4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885" y="604294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BENEFITS AND DRAWBACKS OF JAD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0C2EFC-EC38-5848-8B3B-60E28458DF40}"/>
              </a:ext>
            </a:extLst>
          </p:cNvPr>
          <p:cNvGrpSpPr/>
          <p:nvPr/>
        </p:nvGrpSpPr>
        <p:grpSpPr>
          <a:xfrm>
            <a:off x="361557" y="1685516"/>
            <a:ext cx="11260529" cy="4684462"/>
            <a:chOff x="361557" y="1685516"/>
            <a:chExt cx="11260529" cy="468446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3A8C40-0525-D745-87E8-CFBF9E7550DF}"/>
                </a:ext>
              </a:extLst>
            </p:cNvPr>
            <p:cNvSpPr/>
            <p:nvPr/>
          </p:nvSpPr>
          <p:spPr>
            <a:xfrm rot="16200000">
              <a:off x="-1005279" y="4020475"/>
              <a:ext cx="3467100" cy="733425"/>
            </a:xfrm>
            <a:custGeom>
              <a:avLst/>
              <a:gdLst>
                <a:gd name="connsiteX0" fmla="*/ 0 w 3467100"/>
                <a:gd name="connsiteY0" fmla="*/ 0 h 733425"/>
                <a:gd name="connsiteX1" fmla="*/ 3467100 w 3467100"/>
                <a:gd name="connsiteY1" fmla="*/ 0 h 733425"/>
                <a:gd name="connsiteX2" fmla="*/ 3467100 w 3467100"/>
                <a:gd name="connsiteY2" fmla="*/ 733425 h 733425"/>
                <a:gd name="connsiteX3" fmla="*/ 0 w 3467100"/>
                <a:gd name="connsiteY3" fmla="*/ 733425 h 733425"/>
                <a:gd name="connsiteX4" fmla="*/ 0 w 3467100"/>
                <a:gd name="connsiteY4" fmla="*/ 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7100" h="733425">
                  <a:moveTo>
                    <a:pt x="0" y="0"/>
                  </a:moveTo>
                  <a:lnTo>
                    <a:pt x="3467100" y="0"/>
                  </a:lnTo>
                  <a:lnTo>
                    <a:pt x="34671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-1" rIns="646840" bIns="0" numCol="1" spcCol="1270" anchor="t" anchorCtr="0">
              <a:noAutofit/>
            </a:bodyPr>
            <a:lstStyle/>
            <a:p>
              <a:pPr marL="0" lvl="0" indent="0" algn="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b="1" kern="1200" dirty="0">
                  <a:solidFill>
                    <a:srgbClr val="EE7D31"/>
                  </a:solidFill>
                </a:rPr>
                <a:t>BENEFITS</a:t>
              </a:r>
              <a:endParaRPr lang="en-MY" sz="3600" b="1" kern="1200" dirty="0">
                <a:solidFill>
                  <a:srgbClr val="EE7D31"/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01DFFC8-C7B3-6A45-A77A-581D9012880C}"/>
                </a:ext>
              </a:extLst>
            </p:cNvPr>
            <p:cNvSpPr/>
            <p:nvPr/>
          </p:nvSpPr>
          <p:spPr>
            <a:xfrm>
              <a:off x="1094982" y="2383604"/>
              <a:ext cx="4338821" cy="3863327"/>
            </a:xfrm>
            <a:custGeom>
              <a:avLst/>
              <a:gdLst>
                <a:gd name="connsiteX0" fmla="*/ 0 w 4338821"/>
                <a:gd name="connsiteY0" fmla="*/ 0 h 3467100"/>
                <a:gd name="connsiteX1" fmla="*/ 4338821 w 4338821"/>
                <a:gd name="connsiteY1" fmla="*/ 0 h 3467100"/>
                <a:gd name="connsiteX2" fmla="*/ 4338821 w 4338821"/>
                <a:gd name="connsiteY2" fmla="*/ 3467100 h 3467100"/>
                <a:gd name="connsiteX3" fmla="*/ 0 w 4338821"/>
                <a:gd name="connsiteY3" fmla="*/ 3467100 h 3467100"/>
                <a:gd name="connsiteX4" fmla="*/ 0 w 4338821"/>
                <a:gd name="connsiteY4" fmla="*/ 0 h 346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821" h="3467100">
                  <a:moveTo>
                    <a:pt x="0" y="0"/>
                  </a:moveTo>
                  <a:lnTo>
                    <a:pt x="4338821" y="0"/>
                  </a:lnTo>
                  <a:lnTo>
                    <a:pt x="4338821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6464" tIns="756000" rIns="156464" bIns="156464" numCol="1" spcCol="1270" anchor="t" anchorCtr="0">
              <a:no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Time is saved, compared with traditional interviewing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Rapid development of systems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Improved user ownership of the system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Creative idea production is improved</a:t>
              </a:r>
            </a:p>
            <a:p>
              <a:pPr marL="171450" lvl="1" indent="-171450" algn="l" defTabSz="7556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MY" sz="2400" kern="12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498247-2D33-8C4F-A674-0A7A38127B07}"/>
                </a:ext>
              </a:extLst>
            </p:cNvPr>
            <p:cNvSpPr/>
            <p:nvPr/>
          </p:nvSpPr>
          <p:spPr>
            <a:xfrm>
              <a:off x="361557" y="1685516"/>
              <a:ext cx="1466850" cy="146685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DAC7701-FED3-EF49-AB67-58EDCCDA85B7}"/>
                </a:ext>
              </a:extLst>
            </p:cNvPr>
            <p:cNvSpPr/>
            <p:nvPr/>
          </p:nvSpPr>
          <p:spPr>
            <a:xfrm rot="16200000">
              <a:off x="5119906" y="3957378"/>
              <a:ext cx="3593295" cy="733425"/>
            </a:xfrm>
            <a:custGeom>
              <a:avLst/>
              <a:gdLst>
                <a:gd name="connsiteX0" fmla="*/ 0 w 3467100"/>
                <a:gd name="connsiteY0" fmla="*/ 0 h 733425"/>
                <a:gd name="connsiteX1" fmla="*/ 3467100 w 3467100"/>
                <a:gd name="connsiteY1" fmla="*/ 0 h 733425"/>
                <a:gd name="connsiteX2" fmla="*/ 3467100 w 3467100"/>
                <a:gd name="connsiteY2" fmla="*/ 733425 h 733425"/>
                <a:gd name="connsiteX3" fmla="*/ 0 w 3467100"/>
                <a:gd name="connsiteY3" fmla="*/ 733425 h 733425"/>
                <a:gd name="connsiteX4" fmla="*/ 0 w 3467100"/>
                <a:gd name="connsiteY4" fmla="*/ 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7100" h="733425">
                  <a:moveTo>
                    <a:pt x="0" y="0"/>
                  </a:moveTo>
                  <a:lnTo>
                    <a:pt x="3467100" y="0"/>
                  </a:lnTo>
                  <a:lnTo>
                    <a:pt x="34671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-1" rIns="646840" bIns="0" numCol="1" spcCol="1270" anchor="t" anchorCtr="0">
              <a:noAutofit/>
            </a:bodyPr>
            <a:lstStyle/>
            <a:p>
              <a:pPr marL="0" lvl="0" indent="0" algn="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kern="1200" dirty="0">
                  <a:solidFill>
                    <a:srgbClr val="A5A5A5"/>
                  </a:solidFill>
                </a:rPr>
                <a:t>DRAWBACKS</a:t>
              </a:r>
              <a:endParaRPr lang="en-MY" sz="3200" b="1" kern="1200" dirty="0">
                <a:solidFill>
                  <a:srgbClr val="A5A5A5"/>
                </a:solidFill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B460F42-1F13-4744-B653-9705D95AD3A2}"/>
                </a:ext>
              </a:extLst>
            </p:cNvPr>
            <p:cNvSpPr/>
            <p:nvPr/>
          </p:nvSpPr>
          <p:spPr>
            <a:xfrm>
              <a:off x="7283265" y="2383604"/>
              <a:ext cx="4338821" cy="3986374"/>
            </a:xfrm>
            <a:custGeom>
              <a:avLst/>
              <a:gdLst>
                <a:gd name="connsiteX0" fmla="*/ 0 w 4338821"/>
                <a:gd name="connsiteY0" fmla="*/ 0 h 3467100"/>
                <a:gd name="connsiteX1" fmla="*/ 4338821 w 4338821"/>
                <a:gd name="connsiteY1" fmla="*/ 0 h 3467100"/>
                <a:gd name="connsiteX2" fmla="*/ 4338821 w 4338821"/>
                <a:gd name="connsiteY2" fmla="*/ 3467100 h 3467100"/>
                <a:gd name="connsiteX3" fmla="*/ 0 w 4338821"/>
                <a:gd name="connsiteY3" fmla="*/ 3467100 h 3467100"/>
                <a:gd name="connsiteX4" fmla="*/ 0 w 4338821"/>
                <a:gd name="connsiteY4" fmla="*/ 0 h 346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821" h="3467100">
                  <a:moveTo>
                    <a:pt x="0" y="0"/>
                  </a:moveTo>
                  <a:lnTo>
                    <a:pt x="4338821" y="0"/>
                  </a:lnTo>
                  <a:lnTo>
                    <a:pt x="4338821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6464" tIns="646840" rIns="156464" bIns="156464" numCol="1" spcCol="1270" anchor="t" anchorCtr="0">
              <a:no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JAD requires a large block of time to be available for all session participants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If preparation or the follow-up report is incomplete, the session may not be successful</a:t>
              </a:r>
            </a:p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400" dirty="0"/>
                <a:t>The organizational skills and culture may not be conducive to a JAD session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2F45B6-651B-E744-BE06-24DF31677921}"/>
                </a:ext>
              </a:extLst>
            </p:cNvPr>
            <p:cNvSpPr/>
            <p:nvPr/>
          </p:nvSpPr>
          <p:spPr>
            <a:xfrm>
              <a:off x="6549840" y="1685516"/>
              <a:ext cx="1466850" cy="146685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fillRef>
            <a:effectRef idx="0">
              <a:schemeClr val="accent2">
                <a:tint val="50000"/>
                <a:hueOff val="-880662"/>
                <a:satOff val="-76170"/>
                <a:lumOff val="-762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ED5F256-3EE8-8E4B-AE1C-95A21A78C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85" y="1575845"/>
            <a:ext cx="1686192" cy="1686192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3436A3EC-B4AF-664C-A967-43C59BA68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440168" y="1575845"/>
            <a:ext cx="1686192" cy="168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28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58DA2F1-00B9-DA47-8F27-734C02A9B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96888"/>
            <a:ext cx="10256838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4400" b="1" dirty="0">
                <a:solidFill>
                  <a:srgbClr val="85103F"/>
                </a:solidFill>
                <a:latin typeface="Calibri Light" panose="020F0302020204030204" pitchFamily="34" charset="0"/>
              </a:rPr>
              <a:t>INTERACTIVE METHODS TO ELICIT HUMAN INFORMATION REQUIREMENTS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C8AAC1-7DB5-434F-BE64-6CFB52E52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489091"/>
              </p:ext>
            </p:extLst>
          </p:nvPr>
        </p:nvGraphicFramePr>
        <p:xfrm>
          <a:off x="396875" y="1995917"/>
          <a:ext cx="11398250" cy="3295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8587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4F02AE4-249C-264F-ACAD-46644D2AC8BD}"/>
              </a:ext>
            </a:extLst>
          </p:cNvPr>
          <p:cNvSpPr txBox="1">
            <a:spLocks noChangeArrowheads="1"/>
          </p:cNvSpPr>
          <p:nvPr/>
        </p:nvSpPr>
        <p:spPr>
          <a:xfrm>
            <a:off x="107950" y="1484313"/>
            <a:ext cx="11810072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600" dirty="0"/>
              <a:t>  Questionnaires are useful in gathering information (using open-ended and/or closed) from key organization members about:</a:t>
            </a:r>
          </a:p>
          <a:p>
            <a:pPr eaLnBrk="1" hangingPunct="1">
              <a:buFontTx/>
              <a:buNone/>
            </a:pPr>
            <a:endParaRPr lang="en-US" altLang="en-US" sz="3600" dirty="0"/>
          </a:p>
          <a:p>
            <a:pPr lvl="1" eaLnBrk="1" hangingPunct="1"/>
            <a:r>
              <a:rPr lang="en-US" altLang="en-US" sz="3200" dirty="0"/>
              <a:t>Attitudes  of people </a:t>
            </a:r>
          </a:p>
          <a:p>
            <a:pPr lvl="1" eaLnBrk="1" hangingPunct="1"/>
            <a:r>
              <a:rPr lang="en-US" altLang="en-US" sz="3200" dirty="0"/>
              <a:t>Beliefs of people </a:t>
            </a:r>
          </a:p>
          <a:p>
            <a:pPr lvl="1" eaLnBrk="1" hangingPunct="1"/>
            <a:r>
              <a:rPr lang="en-US" altLang="en-US" sz="3200" dirty="0"/>
              <a:t>Behaviors</a:t>
            </a:r>
          </a:p>
          <a:p>
            <a:pPr lvl="1" eaLnBrk="1" hangingPunct="1"/>
            <a:r>
              <a:rPr lang="en-US" altLang="en-US" sz="3200" dirty="0"/>
              <a:t>Characteristics</a:t>
            </a:r>
          </a:p>
        </p:txBody>
      </p:sp>
      <p:pic>
        <p:nvPicPr>
          <p:cNvPr id="45060" name="Picture 4">
            <a:extLst>
              <a:ext uri="{FF2B5EF4-FFF2-40B4-BE49-F238E27FC236}">
                <a16:creationId xmlns:a16="http://schemas.microsoft.com/office/drawing/2014/main" id="{E6118BB6-95F4-184C-859E-7CEA4AD6E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757" y="2936259"/>
            <a:ext cx="5318293" cy="2437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1D53E36-2C87-264F-8418-B5AD2E9A8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QUESTIONNAIRES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279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0B79746-EA33-3F49-A0F1-31F6E3A71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QUESTIONNAIRES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A1C671F-58DA-8C4C-B845-A43A883EFCB8}"/>
              </a:ext>
            </a:extLst>
          </p:cNvPr>
          <p:cNvSpPr txBox="1">
            <a:spLocks noChangeArrowheads="1"/>
          </p:cNvSpPr>
          <p:nvPr/>
        </p:nvSpPr>
        <p:spPr>
          <a:xfrm>
            <a:off x="273755" y="2009273"/>
            <a:ext cx="11644490" cy="4176161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eaLnBrk="1" hangingPunct="1"/>
            <a:r>
              <a:rPr lang="en-US" altLang="en-US" dirty="0"/>
              <a:t>Planning for the use of questionnaires</a:t>
            </a:r>
          </a:p>
          <a:p>
            <a:pPr marL="800100" lvl="2" indent="-342900" eaLnBrk="1" hangingPunct="1">
              <a:buFont typeface="+mj-lt"/>
              <a:buAutoNum type="arabicPeriod"/>
            </a:pPr>
            <a:r>
              <a:rPr lang="en-US" altLang="en-US" sz="2400" dirty="0"/>
              <a:t>Choose words carefully, department or unit, managers or supervisors</a:t>
            </a:r>
          </a:p>
          <a:p>
            <a:pPr marL="800100" lvl="2" indent="-342900" eaLnBrk="1" hangingPunct="1">
              <a:buFont typeface="+mj-lt"/>
              <a:buAutoNum type="arabicPeriod"/>
            </a:pPr>
            <a:r>
              <a:rPr lang="en-US" altLang="en-US" sz="2400" dirty="0"/>
              <a:t>Organization members are widely dispersed</a:t>
            </a:r>
          </a:p>
          <a:p>
            <a:pPr marL="800100" lvl="2" indent="-342900" eaLnBrk="1" hangingPunct="1">
              <a:buFont typeface="+mj-lt"/>
              <a:buAutoNum type="arabicPeriod"/>
            </a:pPr>
            <a:r>
              <a:rPr lang="en-US" altLang="en-US" sz="2400" dirty="0"/>
              <a:t>Many members are involved with the project</a:t>
            </a:r>
          </a:p>
          <a:p>
            <a:pPr marL="800100" lvl="2" indent="-342900" eaLnBrk="1" hangingPunct="1">
              <a:buFont typeface="+mj-lt"/>
              <a:buAutoNum type="arabicPeriod"/>
            </a:pPr>
            <a:r>
              <a:rPr lang="en-US" altLang="en-US" sz="2400" dirty="0"/>
              <a:t>Exploratory work is needed</a:t>
            </a:r>
          </a:p>
          <a:p>
            <a:pPr marL="800100" lvl="2" indent="-342900" eaLnBrk="1" hangingPunct="1">
              <a:buFont typeface="+mj-lt"/>
              <a:buAutoNum type="arabicPeriod"/>
            </a:pPr>
            <a:r>
              <a:rPr lang="en-US" altLang="en-US" sz="2400" dirty="0"/>
              <a:t>Problem solving prior to interviews is necessary</a:t>
            </a:r>
          </a:p>
        </p:txBody>
      </p:sp>
    </p:spTree>
    <p:extLst>
      <p:ext uri="{BB962C8B-B14F-4D97-AF65-F5344CB8AC3E}">
        <p14:creationId xmlns:p14="http://schemas.microsoft.com/office/powerpoint/2010/main" val="1145310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0B79746-EA33-3F49-A0F1-31F6E3A71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QUESTIONNAIRES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A1C671F-58DA-8C4C-B845-A43A883EFCB8}"/>
              </a:ext>
            </a:extLst>
          </p:cNvPr>
          <p:cNvSpPr txBox="1">
            <a:spLocks noChangeArrowheads="1"/>
          </p:cNvSpPr>
          <p:nvPr/>
        </p:nvSpPr>
        <p:spPr>
          <a:xfrm>
            <a:off x="273755" y="2021305"/>
            <a:ext cx="11644490" cy="4164129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400" dirty="0"/>
              <a:t>Questions are designed as either:</a:t>
            </a:r>
          </a:p>
          <a:p>
            <a:pPr marL="914400" lvl="1" indent="-457200" eaLnBrk="1" hangingPunct="1">
              <a:buFont typeface="+mj-lt"/>
              <a:buAutoNum type="arabicPeriod"/>
            </a:pPr>
            <a:r>
              <a:rPr lang="en-US" altLang="en-US" dirty="0"/>
              <a:t>Open-ended</a:t>
            </a:r>
          </a:p>
          <a:p>
            <a:pPr lvl="2" eaLnBrk="1" hangingPunct="1"/>
            <a:r>
              <a:rPr lang="en-US" altLang="en-US" sz="2400" dirty="0"/>
              <a:t>Try to anticipate the response you will get</a:t>
            </a:r>
          </a:p>
          <a:p>
            <a:pPr lvl="2" eaLnBrk="1" hangingPunct="1"/>
            <a:r>
              <a:rPr lang="en-US" altLang="en-US" sz="2400" dirty="0"/>
              <a:t>Well suited for getting opinions</a:t>
            </a:r>
          </a:p>
          <a:p>
            <a:pPr marL="914400" lvl="1" indent="-457200" eaLnBrk="1" hangingPunct="1">
              <a:buFont typeface="+mj-lt"/>
              <a:buAutoNum type="arabicPeriod"/>
            </a:pPr>
            <a:r>
              <a:rPr lang="en-US" altLang="en-US" dirty="0"/>
              <a:t>Closed</a:t>
            </a:r>
          </a:p>
          <a:p>
            <a:pPr lvl="2" eaLnBrk="1" hangingPunct="1"/>
            <a:r>
              <a:rPr lang="en-US" altLang="en-US" sz="2400" dirty="0"/>
              <a:t>Use when all the options may be listed</a:t>
            </a:r>
          </a:p>
          <a:p>
            <a:pPr lvl="2" eaLnBrk="1" hangingPunct="1"/>
            <a:r>
              <a:rPr lang="en-US" altLang="en-US" sz="2400" dirty="0"/>
              <a:t>When the options are mutually exclusive</a:t>
            </a:r>
          </a:p>
          <a:p>
            <a:pPr marL="342900" lvl="1" indent="-342900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8764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39DE02-36D6-7446-B2BF-BB2A53377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1593726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400" b="1" dirty="0">
                <a:solidFill>
                  <a:srgbClr val="85103F"/>
                </a:solidFill>
              </a:rPr>
              <a:t>TRADE-OFFS BETWEEN THE USE OF OPEN-ENDED AND CLOSED QUESTIONS</a:t>
            </a:r>
            <a:endParaRPr lang="en-US" altLang="en-US" sz="4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4F657AE-5B1B-FF47-9C89-C55621692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770" y="1833171"/>
            <a:ext cx="8418459" cy="465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Screen Recording 1">
            <a:hlinkClick r:id="" action="ppaction://media"/>
            <a:extLst>
              <a:ext uri="{FF2B5EF4-FFF2-40B4-BE49-F238E27FC236}">
                <a16:creationId xmlns:a16="http://schemas.microsoft.com/office/drawing/2014/main" id="{FA544CBC-441D-444B-A162-F79BD20987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38350" y="1149350"/>
            <a:ext cx="81153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5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1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ABAE82-21B1-EB46-B9FD-5B767916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QUESTIONNAIRES LANGUAGE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3D49ED-AD89-2443-8345-5CA6AC865962}"/>
              </a:ext>
            </a:extLst>
          </p:cNvPr>
          <p:cNvSpPr txBox="1">
            <a:spLocks noChangeArrowheads="1"/>
          </p:cNvSpPr>
          <p:nvPr/>
        </p:nvSpPr>
        <p:spPr>
          <a:xfrm>
            <a:off x="427038" y="1557338"/>
            <a:ext cx="11069744" cy="4703762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Simple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Specific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Short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Not patronizing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Free of bias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Addressed to those who are knowledgeable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Technically accurate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Appropriate for the reading level of the respondent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/>
              <a:t>Choose words carefully</a:t>
            </a:r>
          </a:p>
          <a:p>
            <a:pPr eaLnBrk="1" hangingPunct="1">
              <a:lnSpc>
                <a:spcPct val="80000"/>
              </a:lnSpc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157943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ABAE82-21B1-EB46-B9FD-5B767916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MEASUREMENT SCALES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98A871-64E5-294E-B739-0270680A97BD}"/>
              </a:ext>
            </a:extLst>
          </p:cNvPr>
          <p:cNvGrpSpPr/>
          <p:nvPr/>
        </p:nvGrpSpPr>
        <p:grpSpPr>
          <a:xfrm>
            <a:off x="427038" y="1397491"/>
            <a:ext cx="11213296" cy="5064953"/>
            <a:chOff x="468367" y="1561878"/>
            <a:chExt cx="11213296" cy="443592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C23C2EA-82AC-894A-9351-A31757BFBAF1}"/>
                </a:ext>
              </a:extLst>
            </p:cNvPr>
            <p:cNvSpPr/>
            <p:nvPr/>
          </p:nvSpPr>
          <p:spPr>
            <a:xfrm>
              <a:off x="468367" y="1561878"/>
              <a:ext cx="5501151" cy="971550"/>
            </a:xfrm>
            <a:custGeom>
              <a:avLst/>
              <a:gdLst>
                <a:gd name="connsiteX0" fmla="*/ 0 w 5239857"/>
                <a:gd name="connsiteY0" fmla="*/ 0 h 1756800"/>
                <a:gd name="connsiteX1" fmla="*/ 5239857 w 5239857"/>
                <a:gd name="connsiteY1" fmla="*/ 0 h 1756800"/>
                <a:gd name="connsiteX2" fmla="*/ 5239857 w 5239857"/>
                <a:gd name="connsiteY2" fmla="*/ 1756800 h 1756800"/>
                <a:gd name="connsiteX3" fmla="*/ 0 w 5239857"/>
                <a:gd name="connsiteY3" fmla="*/ 1756800 h 1756800"/>
                <a:gd name="connsiteX4" fmla="*/ 0 w 5239857"/>
                <a:gd name="connsiteY4" fmla="*/ 0 h 175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57" h="1756800">
                  <a:moveTo>
                    <a:pt x="0" y="0"/>
                  </a:moveTo>
                  <a:lnTo>
                    <a:pt x="5239857" y="0"/>
                  </a:lnTo>
                  <a:lnTo>
                    <a:pt x="5239857" y="1756800"/>
                  </a:lnTo>
                  <a:lnTo>
                    <a:pt x="0" y="1756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4480" tIns="162560" rIns="284480" bIns="16256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b="1" kern="1200" dirty="0"/>
                <a:t>NOMINAL SCALES</a:t>
              </a:r>
              <a:endParaRPr lang="en-MY" sz="4000" b="1" kern="1200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F76CA2D-D384-FC4C-AFAE-E0195ADEBCBD}"/>
                </a:ext>
              </a:extLst>
            </p:cNvPr>
            <p:cNvSpPr/>
            <p:nvPr/>
          </p:nvSpPr>
          <p:spPr>
            <a:xfrm>
              <a:off x="468367" y="2533428"/>
              <a:ext cx="5501151" cy="3464370"/>
            </a:xfrm>
            <a:custGeom>
              <a:avLst/>
              <a:gdLst>
                <a:gd name="connsiteX0" fmla="*/ 0 w 5239857"/>
                <a:gd name="connsiteY0" fmla="*/ 0 h 2679120"/>
                <a:gd name="connsiteX1" fmla="*/ 5239857 w 5239857"/>
                <a:gd name="connsiteY1" fmla="*/ 0 h 2679120"/>
                <a:gd name="connsiteX2" fmla="*/ 5239857 w 5239857"/>
                <a:gd name="connsiteY2" fmla="*/ 2679120 h 2679120"/>
                <a:gd name="connsiteX3" fmla="*/ 0 w 5239857"/>
                <a:gd name="connsiteY3" fmla="*/ 2679120 h 2679120"/>
                <a:gd name="connsiteX4" fmla="*/ 0 w 5239857"/>
                <a:gd name="connsiteY4" fmla="*/ 0 h 267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57" h="2679120">
                  <a:moveTo>
                    <a:pt x="0" y="0"/>
                  </a:moveTo>
                  <a:lnTo>
                    <a:pt x="5239857" y="0"/>
                  </a:lnTo>
                  <a:lnTo>
                    <a:pt x="5239857" y="2679120"/>
                  </a:lnTo>
                  <a:lnTo>
                    <a:pt x="0" y="26791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70688" bIns="192024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/>
                <a:t>Nominal scales are used to classify things</a:t>
              </a:r>
              <a:endParaRPr lang="en-MY" sz="2400" kern="1200" dirty="0"/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/>
                <a:t>It is the weakest form of measurement</a:t>
              </a:r>
              <a:endParaRPr lang="en-MY" sz="2400" kern="1200" dirty="0"/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/>
                <a:t>Data may be calculated</a:t>
              </a:r>
              <a:endParaRPr lang="en-MY" sz="2400" kern="1200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656605C-A2D3-EE44-939A-3BC607684443}"/>
                </a:ext>
              </a:extLst>
            </p:cNvPr>
            <p:cNvSpPr/>
            <p:nvPr/>
          </p:nvSpPr>
          <p:spPr>
            <a:xfrm>
              <a:off x="6305143" y="1561878"/>
              <a:ext cx="5376520" cy="971550"/>
            </a:xfrm>
            <a:custGeom>
              <a:avLst/>
              <a:gdLst>
                <a:gd name="connsiteX0" fmla="*/ 0 w 5239857"/>
                <a:gd name="connsiteY0" fmla="*/ 0 h 1756800"/>
                <a:gd name="connsiteX1" fmla="*/ 5239857 w 5239857"/>
                <a:gd name="connsiteY1" fmla="*/ 0 h 1756800"/>
                <a:gd name="connsiteX2" fmla="*/ 5239857 w 5239857"/>
                <a:gd name="connsiteY2" fmla="*/ 1756800 h 1756800"/>
                <a:gd name="connsiteX3" fmla="*/ 0 w 5239857"/>
                <a:gd name="connsiteY3" fmla="*/ 1756800 h 1756800"/>
                <a:gd name="connsiteX4" fmla="*/ 0 w 5239857"/>
                <a:gd name="connsiteY4" fmla="*/ 0 h 175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57" h="1756800">
                  <a:moveTo>
                    <a:pt x="0" y="0"/>
                  </a:moveTo>
                  <a:lnTo>
                    <a:pt x="5239857" y="0"/>
                  </a:lnTo>
                  <a:lnTo>
                    <a:pt x="5239857" y="1756800"/>
                  </a:lnTo>
                  <a:lnTo>
                    <a:pt x="0" y="1756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-1455363"/>
                <a:satOff val="-83928"/>
                <a:lumOff val="8628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4480" tIns="162560" rIns="284480" bIns="16256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b="1" kern="1200" dirty="0"/>
                <a:t>INTERVAL SCALES</a:t>
              </a:r>
              <a:endParaRPr lang="en-MY" sz="4000" b="1" kern="120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95E35C2-003F-A14B-9E79-29C8F8BF5CDB}"/>
                </a:ext>
              </a:extLst>
            </p:cNvPr>
            <p:cNvSpPr/>
            <p:nvPr/>
          </p:nvSpPr>
          <p:spPr>
            <a:xfrm>
              <a:off x="6305143" y="2533428"/>
              <a:ext cx="5376520" cy="3464370"/>
            </a:xfrm>
            <a:custGeom>
              <a:avLst/>
              <a:gdLst>
                <a:gd name="connsiteX0" fmla="*/ 0 w 5239857"/>
                <a:gd name="connsiteY0" fmla="*/ 0 h 2679120"/>
                <a:gd name="connsiteX1" fmla="*/ 5239857 w 5239857"/>
                <a:gd name="connsiteY1" fmla="*/ 0 h 2679120"/>
                <a:gd name="connsiteX2" fmla="*/ 5239857 w 5239857"/>
                <a:gd name="connsiteY2" fmla="*/ 2679120 h 2679120"/>
                <a:gd name="connsiteX3" fmla="*/ 0 w 5239857"/>
                <a:gd name="connsiteY3" fmla="*/ 2679120 h 2679120"/>
                <a:gd name="connsiteX4" fmla="*/ 0 w 5239857"/>
                <a:gd name="connsiteY4" fmla="*/ 0 h 267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57" h="2679120">
                  <a:moveTo>
                    <a:pt x="0" y="0"/>
                  </a:moveTo>
                  <a:lnTo>
                    <a:pt x="5239857" y="0"/>
                  </a:lnTo>
                  <a:lnTo>
                    <a:pt x="5239857" y="2679120"/>
                  </a:lnTo>
                  <a:lnTo>
                    <a:pt x="0" y="26791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-849226"/>
                <a:satOff val="-75346"/>
                <a:lumOff val="-769"/>
                <a:alphaOff val="0"/>
              </a:schemeClr>
            </a:lnRef>
            <a:fillRef idx="1">
              <a:schemeClr val="accent2">
                <a:tint val="40000"/>
                <a:alpha val="90000"/>
                <a:hueOff val="-849226"/>
                <a:satOff val="-75346"/>
                <a:lumOff val="-769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-849226"/>
                <a:satOff val="-75346"/>
                <a:lumOff val="-769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70688" bIns="192024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/>
                <a:t>An interval scale is used when the intervals are equal</a:t>
              </a:r>
              <a:endParaRPr lang="en-MY" sz="2400" kern="1200" dirty="0"/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/>
                <a:t>There is no absolute zero</a:t>
              </a:r>
              <a:endParaRPr lang="en-MY" sz="2400" kern="1200" dirty="0"/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 kern="1200" dirty="0"/>
                <a:t>Examples of interval scales include the Fahrenheit or Centigrade scale</a:t>
              </a:r>
              <a:endParaRPr lang="en-MY" sz="2400" kern="12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CFC1D43-13A8-9541-8607-A1076410D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445" y="4613423"/>
            <a:ext cx="5177889" cy="13918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B58B52-1DDE-2246-8467-262E19E4E8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17" y="4469258"/>
            <a:ext cx="4811444" cy="179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70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ABAE82-21B1-EB46-B9FD-5B767916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PROBLEMS WITH SCALES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3B1B15E-7620-A24A-8A67-01EE64534ECD}"/>
              </a:ext>
            </a:extLst>
          </p:cNvPr>
          <p:cNvSpPr txBox="1">
            <a:spLocks noChangeArrowheads="1"/>
          </p:cNvSpPr>
          <p:nvPr/>
        </p:nvSpPr>
        <p:spPr>
          <a:xfrm>
            <a:off x="144488" y="1350749"/>
            <a:ext cx="11903021" cy="1649305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/>
              <a:t>The rater (respondent) may do certain common errors in the answers. </a:t>
            </a:r>
          </a:p>
          <a:p>
            <a:pPr eaLnBrk="1" hangingPunct="1"/>
            <a:r>
              <a:rPr lang="en-US" altLang="en-US" dirty="0"/>
              <a:t>Major types of rater errors are: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3AAAF97-423C-4B4F-BDDF-487600A4A3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739403"/>
              </p:ext>
            </p:extLst>
          </p:nvPr>
        </p:nvGraphicFramePr>
        <p:xfrm>
          <a:off x="581150" y="2308965"/>
          <a:ext cx="11029699" cy="4345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1204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ABAE82-21B1-EB46-B9FD-5B767916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DESIGINING THE QUESTIONNAIRES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58CE008-7C20-BE40-98AD-56D5F3223FE9}"/>
              </a:ext>
            </a:extLst>
          </p:cNvPr>
          <p:cNvSpPr txBox="1">
            <a:spLocks noChangeArrowheads="1"/>
          </p:cNvSpPr>
          <p:nvPr/>
        </p:nvSpPr>
        <p:spPr>
          <a:xfrm>
            <a:off x="313094" y="1328648"/>
            <a:ext cx="11697395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3600" dirty="0"/>
              <a:t>Allow ample white space</a:t>
            </a:r>
          </a:p>
          <a:p>
            <a:pPr eaLnBrk="1" hangingPunct="1"/>
            <a:r>
              <a:rPr lang="en-US" altLang="en-US" sz="3600" dirty="0"/>
              <a:t>Allow ample space to write or type in responses</a:t>
            </a:r>
          </a:p>
          <a:p>
            <a:pPr eaLnBrk="1" hangingPunct="1"/>
            <a:r>
              <a:rPr lang="en-US" altLang="en-US" sz="3600" dirty="0"/>
              <a:t>Make it easy for respondents to clearly mark their answers</a:t>
            </a:r>
          </a:p>
          <a:p>
            <a:pPr eaLnBrk="1" hangingPunct="1"/>
            <a:r>
              <a:rPr lang="en-US" altLang="en-US" sz="3600" dirty="0"/>
              <a:t>Be consistent in style</a:t>
            </a:r>
          </a:p>
          <a:p>
            <a:pPr eaLnBrk="1" hangingPunct="1"/>
            <a:r>
              <a:rPr lang="en-US" altLang="en-US" sz="3600" dirty="0"/>
              <a:t>Order of Questions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600" dirty="0"/>
              <a:t>Place most important questions first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600" dirty="0"/>
              <a:t>Cluster items of similar content together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altLang="en-US" sz="3600" dirty="0"/>
              <a:t>Introduce less controversial questions first</a:t>
            </a:r>
          </a:p>
          <a:p>
            <a:pPr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12061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ABAE82-21B1-EB46-B9FD-5B767916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ADMINISTERING QUESTIONNAIRES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DE75650-C0A0-2D4D-9BEA-64A19858B31E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1484313"/>
            <a:ext cx="11502186" cy="714357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/>
              <a:t>Administering questionnaires has two main questions: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B2D8F53-2E13-7745-8BC0-731D108654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9040946"/>
              </p:ext>
            </p:extLst>
          </p:nvPr>
        </p:nvGraphicFramePr>
        <p:xfrm>
          <a:off x="726040" y="2198670"/>
          <a:ext cx="10739919" cy="2110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4775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ABAE82-21B1-EB46-B9FD-5B767916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1573178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4400" b="1" dirty="0">
                <a:solidFill>
                  <a:srgbClr val="85103F"/>
                </a:solidFill>
              </a:rPr>
              <a:t>METHODS OF ADMINISTRERING THE QUESTIONNAIRES</a:t>
            </a:r>
            <a:endParaRPr lang="en-US" altLang="en-US" sz="4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A3EA07-0B80-5D4F-8D8C-749F6D38B10C}"/>
              </a:ext>
            </a:extLst>
          </p:cNvPr>
          <p:cNvSpPr txBox="1">
            <a:spLocks noChangeArrowheads="1"/>
          </p:cNvSpPr>
          <p:nvPr/>
        </p:nvSpPr>
        <p:spPr>
          <a:xfrm>
            <a:off x="330048" y="1888019"/>
            <a:ext cx="11531903" cy="44450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600" dirty="0"/>
              <a:t>Convening all concerned respondents together at one time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600" dirty="0"/>
              <a:t>Personally administering the questionnaire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600" dirty="0"/>
              <a:t>Allowing respondents to self-administer the questionnaire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600" dirty="0"/>
              <a:t>Mailing questionnaires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600" dirty="0"/>
              <a:t>Administering over the Web or via email</a:t>
            </a:r>
          </a:p>
        </p:txBody>
      </p:sp>
    </p:spTree>
    <p:extLst>
      <p:ext uri="{BB962C8B-B14F-4D97-AF65-F5344CB8AC3E}">
        <p14:creationId xmlns:p14="http://schemas.microsoft.com/office/powerpoint/2010/main" val="3997523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ABAE82-21B1-EB46-B9FD-5B767916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ADMINISTERING OVER WEB/EMAIL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C23E4-AD3F-B344-BEB9-A8BFC210BD34}"/>
              </a:ext>
            </a:extLst>
          </p:cNvPr>
          <p:cNvSpPr/>
          <p:nvPr/>
        </p:nvSpPr>
        <p:spPr>
          <a:xfrm>
            <a:off x="235631" y="1722563"/>
            <a:ext cx="45662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sz="3200" dirty="0"/>
              <a:t>Electronically submitting questionnaire: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reduced costs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collecting and storing the results electronically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678D6E-0C91-B64C-9D5F-D58080C71C00}"/>
              </a:ext>
            </a:extLst>
          </p:cNvPr>
          <p:cNvSpPr txBox="1">
            <a:spLocks noChangeArrowheads="1"/>
          </p:cNvSpPr>
          <p:nvPr/>
        </p:nvSpPr>
        <p:spPr>
          <a:xfrm>
            <a:off x="5645574" y="5790872"/>
            <a:ext cx="5297064" cy="47022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sz="2000" dirty="0"/>
              <a:t>Ways to Capture Responses When Designing a Web Survey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68F06AEA-42C8-0B40-AB51-0D0226D1B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833" y="1568450"/>
            <a:ext cx="6963129" cy="4205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9091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ABAE82-21B1-EB46-B9FD-5B767916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96900"/>
            <a:ext cx="105156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5400" b="1" dirty="0">
                <a:solidFill>
                  <a:srgbClr val="85103F"/>
                </a:solidFill>
              </a:rPr>
              <a:t>VALIDITY AND RELIABILITY</a:t>
            </a:r>
            <a:endParaRPr lang="en-US" altLang="en-US" sz="5400" dirty="0">
              <a:solidFill>
                <a:srgbClr val="85103F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5DA25DA-4C07-0A46-AE16-7993CB5ABE9F}"/>
              </a:ext>
            </a:extLst>
          </p:cNvPr>
          <p:cNvSpPr txBox="1">
            <a:spLocks noChangeArrowheads="1"/>
          </p:cNvSpPr>
          <p:nvPr/>
        </p:nvSpPr>
        <p:spPr>
          <a:xfrm>
            <a:off x="427037" y="1680770"/>
            <a:ext cx="11604001" cy="4432353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4000" b="1" dirty="0"/>
              <a:t>VALIDITY</a:t>
            </a:r>
            <a:r>
              <a:rPr lang="en-US" altLang="en-US" sz="4000" dirty="0"/>
              <a:t> is the degree to which the question measures what the analyst intends to measure</a:t>
            </a:r>
          </a:p>
          <a:p>
            <a:pPr eaLnBrk="1" hangingPunct="1"/>
            <a:endParaRPr lang="en-US" altLang="en-US" sz="4000" dirty="0"/>
          </a:p>
          <a:p>
            <a:pPr eaLnBrk="1" hangingPunct="1"/>
            <a:r>
              <a:rPr lang="en-US" altLang="en-US" sz="4000" b="1" dirty="0"/>
              <a:t>RELIABILITY</a:t>
            </a:r>
            <a:r>
              <a:rPr lang="en-US" altLang="en-US" sz="4000" dirty="0"/>
              <a:t> of scales refers to consistency in response—getting the same results if the same questionnaire was administered again under the same conditions</a:t>
            </a:r>
          </a:p>
          <a:p>
            <a:pPr eaLnBrk="1" hangingPunct="1"/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594408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D74061-9502-7542-802C-837BEDADB8E9}"/>
              </a:ext>
            </a:extLst>
          </p:cNvPr>
          <p:cNvSpPr txBox="1"/>
          <p:nvPr/>
        </p:nvSpPr>
        <p:spPr>
          <a:xfrm>
            <a:off x="9952234" y="4485029"/>
            <a:ext cx="22397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update: August 2019 (</a:t>
            </a:r>
            <a:r>
              <a:rPr lang="en-US" sz="1000" dirty="0" err="1">
                <a:solidFill>
                  <a:schemeClr val="bg1"/>
                </a:solidFill>
              </a:rPr>
              <a:t>sharinhh</a:t>
            </a:r>
            <a:r>
              <a:rPr lang="en-US" sz="100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2478</Words>
  <Application>Microsoft Office PowerPoint</Application>
  <PresentationFormat>Widescreen</PresentationFormat>
  <Paragraphs>386</Paragraphs>
  <Slides>38</Slides>
  <Notes>26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User</cp:lastModifiedBy>
  <cp:revision>67</cp:revision>
  <cp:lastPrinted>2019-08-27T13:34:35Z</cp:lastPrinted>
  <dcterms:created xsi:type="dcterms:W3CDTF">2019-01-15T04:04:43Z</dcterms:created>
  <dcterms:modified xsi:type="dcterms:W3CDTF">2020-10-19T09:31:31Z</dcterms:modified>
</cp:coreProperties>
</file>