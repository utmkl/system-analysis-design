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7"/>
  </p:notesMasterIdLst>
  <p:sldIdLst>
    <p:sldId id="263" r:id="rId2"/>
    <p:sldId id="385" r:id="rId3"/>
    <p:sldId id="312" r:id="rId4"/>
    <p:sldId id="266" r:id="rId5"/>
    <p:sldId id="267" r:id="rId6"/>
    <p:sldId id="386" r:id="rId7"/>
    <p:sldId id="268" r:id="rId8"/>
    <p:sldId id="283" r:id="rId9"/>
    <p:sldId id="287" r:id="rId10"/>
    <p:sldId id="284" r:id="rId11"/>
    <p:sldId id="288" r:id="rId12"/>
    <p:sldId id="289" r:id="rId13"/>
    <p:sldId id="290" r:id="rId14"/>
    <p:sldId id="378" r:id="rId15"/>
    <p:sldId id="387" r:id="rId16"/>
    <p:sldId id="272" r:id="rId17"/>
    <p:sldId id="291" r:id="rId18"/>
    <p:sldId id="396" r:id="rId19"/>
    <p:sldId id="426" r:id="rId20"/>
    <p:sldId id="393" r:id="rId21"/>
    <p:sldId id="292" r:id="rId22"/>
    <p:sldId id="294" r:id="rId23"/>
    <p:sldId id="394" r:id="rId24"/>
    <p:sldId id="295" r:id="rId25"/>
    <p:sldId id="296" r:id="rId26"/>
    <p:sldId id="395" r:id="rId27"/>
    <p:sldId id="297" r:id="rId28"/>
    <p:sldId id="298" r:id="rId29"/>
    <p:sldId id="299" r:id="rId30"/>
    <p:sldId id="379" r:id="rId31"/>
    <p:sldId id="389" r:id="rId32"/>
    <p:sldId id="425" r:id="rId33"/>
    <p:sldId id="397" r:id="rId34"/>
    <p:sldId id="420" r:id="rId35"/>
    <p:sldId id="300" r:id="rId36"/>
    <p:sldId id="359" r:id="rId37"/>
    <p:sldId id="361" r:id="rId38"/>
    <p:sldId id="360" r:id="rId39"/>
    <p:sldId id="362" r:id="rId40"/>
    <p:sldId id="363" r:id="rId41"/>
    <p:sldId id="364" r:id="rId42"/>
    <p:sldId id="365" r:id="rId43"/>
    <p:sldId id="390" r:id="rId44"/>
    <p:sldId id="398" r:id="rId45"/>
    <p:sldId id="421" r:id="rId46"/>
    <p:sldId id="315" r:id="rId47"/>
    <p:sldId id="366" r:id="rId48"/>
    <p:sldId id="316" r:id="rId49"/>
    <p:sldId id="367" r:id="rId50"/>
    <p:sldId id="368" r:id="rId51"/>
    <p:sldId id="369" r:id="rId52"/>
    <p:sldId id="370" r:id="rId53"/>
    <p:sldId id="402" r:id="rId54"/>
    <p:sldId id="371" r:id="rId55"/>
    <p:sldId id="373" r:id="rId56"/>
    <p:sldId id="323" r:id="rId57"/>
    <p:sldId id="274" r:id="rId58"/>
    <p:sldId id="403" r:id="rId59"/>
    <p:sldId id="405" r:id="rId60"/>
    <p:sldId id="304" r:id="rId61"/>
    <p:sldId id="305" r:id="rId62"/>
    <p:sldId id="306" r:id="rId63"/>
    <p:sldId id="307" r:id="rId64"/>
    <p:sldId id="308" r:id="rId65"/>
    <p:sldId id="309" r:id="rId66"/>
    <p:sldId id="412" r:id="rId67"/>
    <p:sldId id="411" r:id="rId68"/>
    <p:sldId id="391" r:id="rId69"/>
    <p:sldId id="406" r:id="rId70"/>
    <p:sldId id="423" r:id="rId71"/>
    <p:sldId id="374" r:id="rId72"/>
    <p:sldId id="301" r:id="rId73"/>
    <p:sldId id="327" r:id="rId74"/>
    <p:sldId id="377" r:id="rId75"/>
    <p:sldId id="262" r:id="rId76"/>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5E5F5"/>
    <a:srgbClr val="FFF3E4"/>
    <a:srgbClr val="FFF2D2"/>
    <a:srgbClr val="FFF2D9"/>
    <a:srgbClr val="F6C852"/>
    <a:srgbClr val="81103E"/>
    <a:srgbClr val="FEEBDA"/>
    <a:srgbClr val="85103F"/>
    <a:srgbClr val="E4F4FE"/>
    <a:srgbClr val="FFCB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83" autoAdjust="0"/>
    <p:restoredTop sz="94660"/>
  </p:normalViewPr>
  <p:slideViewPr>
    <p:cSldViewPr snapToGrid="0">
      <p:cViewPr varScale="1">
        <p:scale>
          <a:sx n="124" d="100"/>
          <a:sy n="124" d="100"/>
        </p:scale>
        <p:origin x="616" y="168"/>
      </p:cViewPr>
      <p:guideLst/>
    </p:cSldViewPr>
  </p:slideViewPr>
  <p:notesTextViewPr>
    <p:cViewPr>
      <p:scale>
        <a:sx n="1" d="1"/>
        <a:sy n="1" d="1"/>
      </p:scale>
      <p:origin x="0" y="0"/>
    </p:cViewPr>
  </p:notesTextViewPr>
  <p:sorterViewPr>
    <p:cViewPr>
      <p:scale>
        <a:sx n="129" d="100"/>
        <a:sy n="129"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DF44077-4995-5244-ADEB-BC2A2E67679F}" type="doc">
      <dgm:prSet loTypeId="urn:microsoft.com/office/officeart/2005/8/layout/orgChart1" loCatId="list" qsTypeId="urn:microsoft.com/office/officeart/2005/8/quickstyle/simple1" qsCatId="simple" csTypeId="urn:microsoft.com/office/officeart/2005/8/colors/colorful2" csCatId="colorful" phldr="1"/>
      <dgm:spPr/>
      <dgm:t>
        <a:bodyPr/>
        <a:lstStyle/>
        <a:p>
          <a:endParaRPr lang="en-GB"/>
        </a:p>
      </dgm:t>
    </dgm:pt>
    <dgm:pt modelId="{7C63E2D9-B380-0047-ACBB-327454D80820}">
      <dgm:prSet custT="1"/>
      <dgm:spPr/>
      <dgm:t>
        <a:bodyPr/>
        <a:lstStyle/>
        <a:p>
          <a:r>
            <a:rPr lang="en-MY" sz="1100" dirty="0"/>
            <a:t>INFORMATION GATHERING</a:t>
          </a:r>
        </a:p>
      </dgm:t>
    </dgm:pt>
    <dgm:pt modelId="{620C4B17-A279-9641-B79E-70769BD9A444}" type="parTrans" cxnId="{0078FBFA-8352-BD44-AFC4-36F3D0FFBB54}">
      <dgm:prSet/>
      <dgm:spPr/>
      <dgm:t>
        <a:bodyPr/>
        <a:lstStyle/>
        <a:p>
          <a:endParaRPr lang="en-GB" sz="1100"/>
        </a:p>
      </dgm:t>
    </dgm:pt>
    <dgm:pt modelId="{4460B7A3-9253-5A4A-A550-3C802BFCDDE9}" type="sibTrans" cxnId="{0078FBFA-8352-BD44-AFC4-36F3D0FFBB54}">
      <dgm:prSet/>
      <dgm:spPr/>
      <dgm:t>
        <a:bodyPr/>
        <a:lstStyle/>
        <a:p>
          <a:endParaRPr lang="en-GB" sz="1100"/>
        </a:p>
      </dgm:t>
    </dgm:pt>
    <dgm:pt modelId="{030A63F5-B86C-F444-A08D-F13BDA31C40C}">
      <dgm:prSet custT="1"/>
      <dgm:spPr/>
      <dgm:t>
        <a:bodyPr/>
        <a:lstStyle/>
        <a:p>
          <a:r>
            <a:rPr lang="en-MY" sz="1100" dirty="0"/>
            <a:t>INTERACTIVE</a:t>
          </a:r>
        </a:p>
      </dgm:t>
    </dgm:pt>
    <dgm:pt modelId="{98C95175-C4DD-1643-9025-717532DE4771}" type="parTrans" cxnId="{50FD6F4E-41EF-2842-BD5A-F7549869794B}">
      <dgm:prSet/>
      <dgm:spPr/>
      <dgm:t>
        <a:bodyPr/>
        <a:lstStyle/>
        <a:p>
          <a:endParaRPr lang="en-GB" sz="1100"/>
        </a:p>
      </dgm:t>
    </dgm:pt>
    <dgm:pt modelId="{5115F8FE-2A77-564F-A5B2-BC6042294C0A}" type="sibTrans" cxnId="{50FD6F4E-41EF-2842-BD5A-F7549869794B}">
      <dgm:prSet/>
      <dgm:spPr/>
      <dgm:t>
        <a:bodyPr/>
        <a:lstStyle/>
        <a:p>
          <a:endParaRPr lang="en-GB" sz="1100"/>
        </a:p>
      </dgm:t>
    </dgm:pt>
    <dgm:pt modelId="{DC498EFD-670F-E445-B395-55DA0DEC2483}">
      <dgm:prSet custT="1"/>
      <dgm:spPr/>
      <dgm:t>
        <a:bodyPr/>
        <a:lstStyle/>
        <a:p>
          <a:r>
            <a:rPr lang="en-US" sz="1100" b="0" dirty="0">
              <a:solidFill>
                <a:schemeClr val="bg1"/>
              </a:solidFill>
            </a:rPr>
            <a:t>UNOBSRTUSIVE</a:t>
          </a:r>
          <a:endParaRPr lang="en-MY" sz="1100" b="0" dirty="0">
            <a:solidFill>
              <a:schemeClr val="bg1"/>
            </a:solidFill>
          </a:endParaRPr>
        </a:p>
      </dgm:t>
    </dgm:pt>
    <dgm:pt modelId="{00F3B6C5-8DE3-C14F-B658-517286B52EAC}" type="parTrans" cxnId="{C81E1C8E-F662-8146-BB4E-06E8509C7E48}">
      <dgm:prSet/>
      <dgm:spPr/>
      <dgm:t>
        <a:bodyPr/>
        <a:lstStyle/>
        <a:p>
          <a:endParaRPr lang="en-GB" sz="1100"/>
        </a:p>
      </dgm:t>
    </dgm:pt>
    <dgm:pt modelId="{94C1D7F1-C823-654E-94FB-97811C8B3477}" type="sibTrans" cxnId="{C81E1C8E-F662-8146-BB4E-06E8509C7E48}">
      <dgm:prSet/>
      <dgm:spPr/>
      <dgm:t>
        <a:bodyPr/>
        <a:lstStyle/>
        <a:p>
          <a:endParaRPr lang="en-GB" sz="1100"/>
        </a:p>
      </dgm:t>
    </dgm:pt>
    <dgm:pt modelId="{6CDA6559-117A-0C43-8EFC-489C7491B88D}">
      <dgm:prSet/>
      <dgm:spPr/>
      <dgm:t>
        <a:bodyPr/>
        <a:lstStyle/>
        <a:p>
          <a:r>
            <a:rPr lang="en-GB" dirty="0"/>
            <a:t>INTERVIEW</a:t>
          </a:r>
        </a:p>
      </dgm:t>
    </dgm:pt>
    <dgm:pt modelId="{F5B97E6C-5467-EB42-90A5-3B91DE559F43}" type="parTrans" cxnId="{2FFA44DD-34BB-354D-8AF0-0F8793185A50}">
      <dgm:prSet/>
      <dgm:spPr/>
      <dgm:t>
        <a:bodyPr/>
        <a:lstStyle/>
        <a:p>
          <a:endParaRPr lang="en-GB"/>
        </a:p>
      </dgm:t>
    </dgm:pt>
    <dgm:pt modelId="{41B9300E-9EAA-5747-9698-B387A53144D0}" type="sibTrans" cxnId="{2FFA44DD-34BB-354D-8AF0-0F8793185A50}">
      <dgm:prSet/>
      <dgm:spPr/>
      <dgm:t>
        <a:bodyPr/>
        <a:lstStyle/>
        <a:p>
          <a:endParaRPr lang="en-GB"/>
        </a:p>
      </dgm:t>
    </dgm:pt>
    <dgm:pt modelId="{A88ED65D-D865-E04C-921B-BFEA007C4EBB}">
      <dgm:prSet/>
      <dgm:spPr/>
      <dgm:t>
        <a:bodyPr/>
        <a:lstStyle/>
        <a:p>
          <a:r>
            <a:rPr lang="en-GB" dirty="0"/>
            <a:t>SAMPLING</a:t>
          </a:r>
        </a:p>
      </dgm:t>
    </dgm:pt>
    <dgm:pt modelId="{FA8BB937-14D0-F248-9993-F675080BE118}" type="parTrans" cxnId="{F0F166FE-2F19-EB41-BF5C-EFBDA2E9D7E4}">
      <dgm:prSet/>
      <dgm:spPr/>
      <dgm:t>
        <a:bodyPr/>
        <a:lstStyle/>
        <a:p>
          <a:endParaRPr lang="en-GB"/>
        </a:p>
      </dgm:t>
    </dgm:pt>
    <dgm:pt modelId="{3487699F-0887-FC49-93BD-06D4E69170B6}" type="sibTrans" cxnId="{F0F166FE-2F19-EB41-BF5C-EFBDA2E9D7E4}">
      <dgm:prSet/>
      <dgm:spPr/>
      <dgm:t>
        <a:bodyPr/>
        <a:lstStyle/>
        <a:p>
          <a:endParaRPr lang="en-GB"/>
        </a:p>
      </dgm:t>
    </dgm:pt>
    <dgm:pt modelId="{3318F955-D3D4-754F-AC94-5D945E74ADF4}">
      <dgm:prSet/>
      <dgm:spPr/>
      <dgm:t>
        <a:bodyPr/>
        <a:lstStyle/>
        <a:p>
          <a:r>
            <a:rPr lang="en-GB" dirty="0"/>
            <a:t>JAD</a:t>
          </a:r>
        </a:p>
      </dgm:t>
    </dgm:pt>
    <dgm:pt modelId="{5F829069-B061-6646-8BA7-A94A08113942}" type="parTrans" cxnId="{87D4138F-889B-7B4F-9B47-285273A430B5}">
      <dgm:prSet/>
      <dgm:spPr/>
      <dgm:t>
        <a:bodyPr/>
        <a:lstStyle/>
        <a:p>
          <a:endParaRPr lang="en-GB"/>
        </a:p>
      </dgm:t>
    </dgm:pt>
    <dgm:pt modelId="{50402A56-651E-6B4E-AEB2-A011E474E45A}" type="sibTrans" cxnId="{87D4138F-889B-7B4F-9B47-285273A430B5}">
      <dgm:prSet/>
      <dgm:spPr/>
      <dgm:t>
        <a:bodyPr/>
        <a:lstStyle/>
        <a:p>
          <a:endParaRPr lang="en-GB"/>
        </a:p>
      </dgm:t>
    </dgm:pt>
    <dgm:pt modelId="{79B34CDD-6C02-F441-A066-BCA9A68A5372}">
      <dgm:prSet/>
      <dgm:spPr/>
      <dgm:t>
        <a:bodyPr/>
        <a:lstStyle/>
        <a:p>
          <a:r>
            <a:rPr lang="en-GB" dirty="0"/>
            <a:t>QUESTIONNAIRE</a:t>
          </a:r>
        </a:p>
      </dgm:t>
    </dgm:pt>
    <dgm:pt modelId="{D5A55F50-F196-ED48-9D05-A73751B89185}" type="parTrans" cxnId="{6D116BEC-0FE4-D248-923C-CB917D55DC1A}">
      <dgm:prSet/>
      <dgm:spPr/>
      <dgm:t>
        <a:bodyPr/>
        <a:lstStyle/>
        <a:p>
          <a:endParaRPr lang="en-GB"/>
        </a:p>
      </dgm:t>
    </dgm:pt>
    <dgm:pt modelId="{BE57D7AC-704E-9949-A02A-8DF99203AA61}" type="sibTrans" cxnId="{6D116BEC-0FE4-D248-923C-CB917D55DC1A}">
      <dgm:prSet/>
      <dgm:spPr/>
      <dgm:t>
        <a:bodyPr/>
        <a:lstStyle/>
        <a:p>
          <a:endParaRPr lang="en-GB"/>
        </a:p>
      </dgm:t>
    </dgm:pt>
    <dgm:pt modelId="{5A908CAE-B99E-ED40-A4DE-2ED847D5EF85}">
      <dgm:prSet/>
      <dgm:spPr/>
      <dgm:t>
        <a:bodyPr/>
        <a:lstStyle/>
        <a:p>
          <a:r>
            <a:rPr lang="en-GB" dirty="0"/>
            <a:t>OPEN-ENDED vs CLOSED ENDED</a:t>
          </a:r>
        </a:p>
      </dgm:t>
    </dgm:pt>
    <dgm:pt modelId="{9FE3012E-D63A-A747-9E41-BAFFE0F64B5C}" type="parTrans" cxnId="{4005A48D-F23F-B245-A7E7-D0AF9D777A05}">
      <dgm:prSet/>
      <dgm:spPr/>
      <dgm:t>
        <a:bodyPr/>
        <a:lstStyle/>
        <a:p>
          <a:endParaRPr lang="en-GB"/>
        </a:p>
      </dgm:t>
    </dgm:pt>
    <dgm:pt modelId="{555C63AA-F450-514B-AF43-ED4C85B2DF5A}" type="sibTrans" cxnId="{4005A48D-F23F-B245-A7E7-D0AF9D777A05}">
      <dgm:prSet/>
      <dgm:spPr/>
      <dgm:t>
        <a:bodyPr/>
        <a:lstStyle/>
        <a:p>
          <a:endParaRPr lang="en-GB"/>
        </a:p>
      </dgm:t>
    </dgm:pt>
    <dgm:pt modelId="{81C7E092-132F-5140-A9BA-85D3CCA3B2BF}">
      <dgm:prSet/>
      <dgm:spPr/>
      <dgm:t>
        <a:bodyPr/>
        <a:lstStyle/>
        <a:p>
          <a:r>
            <a:rPr lang="en-GB" dirty="0"/>
            <a:t>INTERVIEW STRUCTURE (Pyramid / Tunnel / Diamond)</a:t>
          </a:r>
        </a:p>
      </dgm:t>
    </dgm:pt>
    <dgm:pt modelId="{068838CC-3708-B048-A796-DDF41041FCC0}" type="parTrans" cxnId="{CA41C965-B8E5-4844-9E7C-DA90496E2F2E}">
      <dgm:prSet/>
      <dgm:spPr/>
      <dgm:t>
        <a:bodyPr/>
        <a:lstStyle/>
        <a:p>
          <a:endParaRPr lang="en-GB"/>
        </a:p>
      </dgm:t>
    </dgm:pt>
    <dgm:pt modelId="{0A3118DA-4844-7242-9D5C-C74C6D34C734}" type="sibTrans" cxnId="{CA41C965-B8E5-4844-9E7C-DA90496E2F2E}">
      <dgm:prSet/>
      <dgm:spPr/>
      <dgm:t>
        <a:bodyPr/>
        <a:lstStyle/>
        <a:p>
          <a:endParaRPr lang="en-GB"/>
        </a:p>
      </dgm:t>
    </dgm:pt>
    <dgm:pt modelId="{7E4BB883-C22E-724F-AB83-A1A7640CD0F7}">
      <dgm:prSet/>
      <dgm:spPr/>
      <dgm:t>
        <a:bodyPr/>
        <a:lstStyle/>
        <a:p>
          <a:r>
            <a:rPr lang="en-GB" dirty="0"/>
            <a:t>WHO?</a:t>
          </a:r>
        </a:p>
      </dgm:t>
    </dgm:pt>
    <dgm:pt modelId="{9C6ED0A3-0B44-8A46-B767-1AECD30C5668}" type="parTrans" cxnId="{AB46CAB7-952C-6A43-89AC-CB85BEB2DBB3}">
      <dgm:prSet/>
      <dgm:spPr/>
      <dgm:t>
        <a:bodyPr/>
        <a:lstStyle/>
        <a:p>
          <a:endParaRPr lang="en-GB"/>
        </a:p>
      </dgm:t>
    </dgm:pt>
    <dgm:pt modelId="{CCFBD91D-8AE6-4B4F-909F-12E89E40C993}" type="sibTrans" cxnId="{AB46CAB7-952C-6A43-89AC-CB85BEB2DBB3}">
      <dgm:prSet/>
      <dgm:spPr/>
      <dgm:t>
        <a:bodyPr/>
        <a:lstStyle/>
        <a:p>
          <a:endParaRPr lang="en-GB"/>
        </a:p>
      </dgm:t>
    </dgm:pt>
    <dgm:pt modelId="{499B9D73-A992-8648-8BC3-7FF0DA148BCD}">
      <dgm:prSet/>
      <dgm:spPr/>
      <dgm:t>
        <a:bodyPr/>
        <a:lstStyle/>
        <a:p>
          <a:r>
            <a:rPr lang="en-GB" dirty="0"/>
            <a:t>WHERE?</a:t>
          </a:r>
        </a:p>
      </dgm:t>
    </dgm:pt>
    <dgm:pt modelId="{C02AFA5F-CED2-8643-B117-C9F7FA2027DC}" type="parTrans" cxnId="{0F8F9574-D1D8-7647-B5DB-FA0EE6B330D8}">
      <dgm:prSet/>
      <dgm:spPr/>
      <dgm:t>
        <a:bodyPr/>
        <a:lstStyle/>
        <a:p>
          <a:endParaRPr lang="en-GB"/>
        </a:p>
      </dgm:t>
    </dgm:pt>
    <dgm:pt modelId="{C0CCF800-57AB-674D-9E37-70DB06CFB2F8}" type="sibTrans" cxnId="{0F8F9574-D1D8-7647-B5DB-FA0EE6B330D8}">
      <dgm:prSet/>
      <dgm:spPr/>
      <dgm:t>
        <a:bodyPr/>
        <a:lstStyle/>
        <a:p>
          <a:endParaRPr lang="en-GB"/>
        </a:p>
      </dgm:t>
    </dgm:pt>
    <dgm:pt modelId="{C75275AF-9DB3-3846-A147-3F514C61CD00}">
      <dgm:prSet/>
      <dgm:spPr/>
      <dgm:t>
        <a:bodyPr/>
        <a:lstStyle/>
        <a:p>
          <a:r>
            <a:rPr lang="en-GB" dirty="0"/>
            <a:t>INVESTIGATION</a:t>
          </a:r>
        </a:p>
      </dgm:t>
    </dgm:pt>
    <dgm:pt modelId="{232008DA-C5A4-FA46-9EDD-08536578CC4B}" type="parTrans" cxnId="{79D9677E-FE27-D644-A8FD-2855ACD30551}">
      <dgm:prSet/>
      <dgm:spPr/>
      <dgm:t>
        <a:bodyPr/>
        <a:lstStyle/>
        <a:p>
          <a:endParaRPr lang="en-GB"/>
        </a:p>
      </dgm:t>
    </dgm:pt>
    <dgm:pt modelId="{038DA78B-D3EB-E14C-BA14-12DE515FEF35}" type="sibTrans" cxnId="{79D9677E-FE27-D644-A8FD-2855ACD30551}">
      <dgm:prSet/>
      <dgm:spPr/>
      <dgm:t>
        <a:bodyPr/>
        <a:lstStyle/>
        <a:p>
          <a:endParaRPr lang="en-GB"/>
        </a:p>
      </dgm:t>
    </dgm:pt>
    <dgm:pt modelId="{1F919481-F776-D842-B0EC-22BABF4BBD18}">
      <dgm:prSet/>
      <dgm:spPr/>
      <dgm:t>
        <a:bodyPr/>
        <a:lstStyle/>
        <a:p>
          <a:r>
            <a:rPr lang="en-GB" dirty="0"/>
            <a:t>OBSERVATION</a:t>
          </a:r>
        </a:p>
      </dgm:t>
    </dgm:pt>
    <dgm:pt modelId="{C8F4FC34-F756-2B45-85D1-7FF104FE8CF0}" type="parTrans" cxnId="{7271BD79-EC3B-8747-9A89-E2D89593852E}">
      <dgm:prSet/>
      <dgm:spPr/>
      <dgm:t>
        <a:bodyPr/>
        <a:lstStyle/>
        <a:p>
          <a:endParaRPr lang="en-GB"/>
        </a:p>
      </dgm:t>
    </dgm:pt>
    <dgm:pt modelId="{7F71B7F6-AEA0-AC45-8C0B-C5361D01BCCF}" type="sibTrans" cxnId="{7271BD79-EC3B-8747-9A89-E2D89593852E}">
      <dgm:prSet/>
      <dgm:spPr/>
      <dgm:t>
        <a:bodyPr/>
        <a:lstStyle/>
        <a:p>
          <a:endParaRPr lang="en-GB"/>
        </a:p>
      </dgm:t>
    </dgm:pt>
    <dgm:pt modelId="{3FF2EF04-0E2A-C14C-8B36-50F3D6D6B6E6}">
      <dgm:prSet/>
      <dgm:spPr/>
      <dgm:t>
        <a:bodyPr/>
        <a:lstStyle/>
        <a:p>
          <a:r>
            <a:rPr lang="en-GB" dirty="0"/>
            <a:t>QUANTITATIVE</a:t>
          </a:r>
        </a:p>
      </dgm:t>
    </dgm:pt>
    <dgm:pt modelId="{299DAFA9-883F-BA49-9ACA-44CD2B129578}" type="parTrans" cxnId="{0844A631-6B46-2647-B981-7C40CEFE4356}">
      <dgm:prSet/>
      <dgm:spPr/>
      <dgm:t>
        <a:bodyPr/>
        <a:lstStyle/>
        <a:p>
          <a:endParaRPr lang="en-GB"/>
        </a:p>
      </dgm:t>
    </dgm:pt>
    <dgm:pt modelId="{BE42890B-747F-564A-8B4F-C01C23882CEA}" type="sibTrans" cxnId="{0844A631-6B46-2647-B981-7C40CEFE4356}">
      <dgm:prSet/>
      <dgm:spPr/>
      <dgm:t>
        <a:bodyPr/>
        <a:lstStyle/>
        <a:p>
          <a:endParaRPr lang="en-GB"/>
        </a:p>
      </dgm:t>
    </dgm:pt>
    <dgm:pt modelId="{A6F56E76-F2D7-B743-9717-EAAD0967E356}">
      <dgm:prSet/>
      <dgm:spPr/>
      <dgm:t>
        <a:bodyPr/>
        <a:lstStyle/>
        <a:p>
          <a:r>
            <a:rPr lang="en-GB" dirty="0"/>
            <a:t>QUALITATIVE</a:t>
          </a:r>
        </a:p>
      </dgm:t>
    </dgm:pt>
    <dgm:pt modelId="{67317869-A3AE-B143-9054-AB57E6322287}" type="parTrans" cxnId="{9BE207FA-8CBE-1043-89C6-CD3CA7292759}">
      <dgm:prSet/>
      <dgm:spPr/>
      <dgm:t>
        <a:bodyPr/>
        <a:lstStyle/>
        <a:p>
          <a:endParaRPr lang="en-GB"/>
        </a:p>
      </dgm:t>
    </dgm:pt>
    <dgm:pt modelId="{FEF038C1-166C-F041-81C4-D11EED3DDE3D}" type="sibTrans" cxnId="{9BE207FA-8CBE-1043-89C6-CD3CA7292759}">
      <dgm:prSet/>
      <dgm:spPr/>
      <dgm:t>
        <a:bodyPr/>
        <a:lstStyle/>
        <a:p>
          <a:endParaRPr lang="en-GB"/>
        </a:p>
      </dgm:t>
    </dgm:pt>
    <dgm:pt modelId="{4D47F9BC-C905-CE46-85DB-26704E3FB28F}">
      <dgm:prSet/>
      <dgm:spPr/>
      <dgm:t>
        <a:bodyPr/>
        <a:lstStyle/>
        <a:p>
          <a:r>
            <a:rPr lang="en-GB" dirty="0"/>
            <a:t>STROBE</a:t>
          </a:r>
        </a:p>
      </dgm:t>
    </dgm:pt>
    <dgm:pt modelId="{E4AF28CA-ED1F-4E41-B639-0C927CCA45BF}" type="parTrans" cxnId="{6AEF0C1E-D9D1-C34C-B301-3E4EEB08B00F}">
      <dgm:prSet/>
      <dgm:spPr/>
      <dgm:t>
        <a:bodyPr/>
        <a:lstStyle/>
        <a:p>
          <a:endParaRPr lang="en-GB"/>
        </a:p>
      </dgm:t>
    </dgm:pt>
    <dgm:pt modelId="{9721E101-3D61-2249-93DB-819491211C59}" type="sibTrans" cxnId="{6AEF0C1E-D9D1-C34C-B301-3E4EEB08B00F}">
      <dgm:prSet/>
      <dgm:spPr/>
      <dgm:t>
        <a:bodyPr/>
        <a:lstStyle/>
        <a:p>
          <a:endParaRPr lang="en-GB"/>
        </a:p>
      </dgm:t>
    </dgm:pt>
    <dgm:pt modelId="{8B9A397F-B560-BC40-8277-6C88BD40D7EB}" type="pres">
      <dgm:prSet presAssocID="{FDF44077-4995-5244-ADEB-BC2A2E67679F}" presName="hierChild1" presStyleCnt="0">
        <dgm:presLayoutVars>
          <dgm:orgChart val="1"/>
          <dgm:chPref val="1"/>
          <dgm:dir/>
          <dgm:animOne val="branch"/>
          <dgm:animLvl val="lvl"/>
          <dgm:resizeHandles/>
        </dgm:presLayoutVars>
      </dgm:prSet>
      <dgm:spPr/>
    </dgm:pt>
    <dgm:pt modelId="{8D644C3C-C49D-F246-9307-4294F00872AB}" type="pres">
      <dgm:prSet presAssocID="{7C63E2D9-B380-0047-ACBB-327454D80820}" presName="hierRoot1" presStyleCnt="0">
        <dgm:presLayoutVars>
          <dgm:hierBranch val="init"/>
        </dgm:presLayoutVars>
      </dgm:prSet>
      <dgm:spPr/>
    </dgm:pt>
    <dgm:pt modelId="{2ED84415-3241-CF4D-82C7-EDF882C81750}" type="pres">
      <dgm:prSet presAssocID="{7C63E2D9-B380-0047-ACBB-327454D80820}" presName="rootComposite1" presStyleCnt="0"/>
      <dgm:spPr/>
    </dgm:pt>
    <dgm:pt modelId="{D3BEFAA9-311B-8A43-8F64-9676220C13FB}" type="pres">
      <dgm:prSet presAssocID="{7C63E2D9-B380-0047-ACBB-327454D80820}" presName="rootText1" presStyleLbl="node0" presStyleIdx="0" presStyleCnt="1">
        <dgm:presLayoutVars>
          <dgm:chPref val="3"/>
        </dgm:presLayoutVars>
      </dgm:prSet>
      <dgm:spPr/>
    </dgm:pt>
    <dgm:pt modelId="{53B9E0B9-D63E-6942-91CE-A4327FE38DDF}" type="pres">
      <dgm:prSet presAssocID="{7C63E2D9-B380-0047-ACBB-327454D80820}" presName="rootConnector1" presStyleLbl="node1" presStyleIdx="0" presStyleCnt="0"/>
      <dgm:spPr/>
    </dgm:pt>
    <dgm:pt modelId="{D6449E2F-8D77-4C4D-9609-01607486F151}" type="pres">
      <dgm:prSet presAssocID="{7C63E2D9-B380-0047-ACBB-327454D80820}" presName="hierChild2" presStyleCnt="0"/>
      <dgm:spPr/>
    </dgm:pt>
    <dgm:pt modelId="{0B5FC197-0263-2F49-A1DC-968B3B795F5F}" type="pres">
      <dgm:prSet presAssocID="{98C95175-C4DD-1643-9025-717532DE4771}" presName="Name37" presStyleLbl="parChTrans1D2" presStyleIdx="0" presStyleCnt="2"/>
      <dgm:spPr/>
    </dgm:pt>
    <dgm:pt modelId="{0D4B0044-760F-D743-8B1D-900B018EC38C}" type="pres">
      <dgm:prSet presAssocID="{030A63F5-B86C-F444-A08D-F13BDA31C40C}" presName="hierRoot2" presStyleCnt="0">
        <dgm:presLayoutVars>
          <dgm:hierBranch val="init"/>
        </dgm:presLayoutVars>
      </dgm:prSet>
      <dgm:spPr/>
    </dgm:pt>
    <dgm:pt modelId="{F3EC4C0F-2215-664E-9652-7806D5AAED14}" type="pres">
      <dgm:prSet presAssocID="{030A63F5-B86C-F444-A08D-F13BDA31C40C}" presName="rootComposite" presStyleCnt="0"/>
      <dgm:spPr/>
    </dgm:pt>
    <dgm:pt modelId="{BF9D128D-0A04-7843-B773-C9880DCE6819}" type="pres">
      <dgm:prSet presAssocID="{030A63F5-B86C-F444-A08D-F13BDA31C40C}" presName="rootText" presStyleLbl="node2" presStyleIdx="0" presStyleCnt="2">
        <dgm:presLayoutVars>
          <dgm:chPref val="3"/>
        </dgm:presLayoutVars>
      </dgm:prSet>
      <dgm:spPr/>
    </dgm:pt>
    <dgm:pt modelId="{B1BCA8E8-FCBA-964C-A125-36D83FD48593}" type="pres">
      <dgm:prSet presAssocID="{030A63F5-B86C-F444-A08D-F13BDA31C40C}" presName="rootConnector" presStyleLbl="node2" presStyleIdx="0" presStyleCnt="2"/>
      <dgm:spPr/>
    </dgm:pt>
    <dgm:pt modelId="{572C885B-0E70-9D43-804B-34253F330EFF}" type="pres">
      <dgm:prSet presAssocID="{030A63F5-B86C-F444-A08D-F13BDA31C40C}" presName="hierChild4" presStyleCnt="0"/>
      <dgm:spPr/>
    </dgm:pt>
    <dgm:pt modelId="{FDA58F80-3C9E-5749-AE02-8DF78F5144DA}" type="pres">
      <dgm:prSet presAssocID="{F5B97E6C-5467-EB42-90A5-3B91DE559F43}" presName="Name37" presStyleLbl="parChTrans1D3" presStyleIdx="0" presStyleCnt="6"/>
      <dgm:spPr/>
    </dgm:pt>
    <dgm:pt modelId="{C25D25C8-D020-C048-B63B-2CD3216B1C97}" type="pres">
      <dgm:prSet presAssocID="{6CDA6559-117A-0C43-8EFC-489C7491B88D}" presName="hierRoot2" presStyleCnt="0">
        <dgm:presLayoutVars>
          <dgm:hierBranch val="init"/>
        </dgm:presLayoutVars>
      </dgm:prSet>
      <dgm:spPr/>
    </dgm:pt>
    <dgm:pt modelId="{0E5D6397-CB0C-0B44-85F2-872F05B25A01}" type="pres">
      <dgm:prSet presAssocID="{6CDA6559-117A-0C43-8EFC-489C7491B88D}" presName="rootComposite" presStyleCnt="0"/>
      <dgm:spPr/>
    </dgm:pt>
    <dgm:pt modelId="{5CA8ABF3-7124-3C4C-AF79-E841ABBF203E}" type="pres">
      <dgm:prSet presAssocID="{6CDA6559-117A-0C43-8EFC-489C7491B88D}" presName="rootText" presStyleLbl="node3" presStyleIdx="0" presStyleCnt="6">
        <dgm:presLayoutVars>
          <dgm:chPref val="3"/>
        </dgm:presLayoutVars>
      </dgm:prSet>
      <dgm:spPr/>
    </dgm:pt>
    <dgm:pt modelId="{9F18438C-B6AF-7841-BE59-6E6C0A602E5E}" type="pres">
      <dgm:prSet presAssocID="{6CDA6559-117A-0C43-8EFC-489C7491B88D}" presName="rootConnector" presStyleLbl="node3" presStyleIdx="0" presStyleCnt="6"/>
      <dgm:spPr/>
    </dgm:pt>
    <dgm:pt modelId="{99FE22B1-90BF-644F-A291-4C86E0A4AD95}" type="pres">
      <dgm:prSet presAssocID="{6CDA6559-117A-0C43-8EFC-489C7491B88D}" presName="hierChild4" presStyleCnt="0"/>
      <dgm:spPr/>
    </dgm:pt>
    <dgm:pt modelId="{2FE4187D-B30B-354C-AB09-BAD3C2C16E6E}" type="pres">
      <dgm:prSet presAssocID="{9FE3012E-D63A-A747-9E41-BAFFE0F64B5C}" presName="Name37" presStyleLbl="parChTrans1D4" presStyleIdx="0" presStyleCnt="7"/>
      <dgm:spPr/>
    </dgm:pt>
    <dgm:pt modelId="{5490D6E1-7B60-ED45-9ED4-B1590CC35F24}" type="pres">
      <dgm:prSet presAssocID="{5A908CAE-B99E-ED40-A4DE-2ED847D5EF85}" presName="hierRoot2" presStyleCnt="0">
        <dgm:presLayoutVars>
          <dgm:hierBranch val="init"/>
        </dgm:presLayoutVars>
      </dgm:prSet>
      <dgm:spPr/>
    </dgm:pt>
    <dgm:pt modelId="{B2E51D8C-245B-714B-9E10-B6CD81C1A27B}" type="pres">
      <dgm:prSet presAssocID="{5A908CAE-B99E-ED40-A4DE-2ED847D5EF85}" presName="rootComposite" presStyleCnt="0"/>
      <dgm:spPr/>
    </dgm:pt>
    <dgm:pt modelId="{ECD55735-BC56-2143-84B6-71A44DD8C3E8}" type="pres">
      <dgm:prSet presAssocID="{5A908CAE-B99E-ED40-A4DE-2ED847D5EF85}" presName="rootText" presStyleLbl="node4" presStyleIdx="0" presStyleCnt="7">
        <dgm:presLayoutVars>
          <dgm:chPref val="3"/>
        </dgm:presLayoutVars>
      </dgm:prSet>
      <dgm:spPr/>
    </dgm:pt>
    <dgm:pt modelId="{29ED45FD-28CC-444E-8552-4ABA1D65804B}" type="pres">
      <dgm:prSet presAssocID="{5A908CAE-B99E-ED40-A4DE-2ED847D5EF85}" presName="rootConnector" presStyleLbl="node4" presStyleIdx="0" presStyleCnt="7"/>
      <dgm:spPr/>
    </dgm:pt>
    <dgm:pt modelId="{2E6CCDA0-4B09-9045-B822-30F7BF18241D}" type="pres">
      <dgm:prSet presAssocID="{5A908CAE-B99E-ED40-A4DE-2ED847D5EF85}" presName="hierChild4" presStyleCnt="0"/>
      <dgm:spPr/>
    </dgm:pt>
    <dgm:pt modelId="{07FC28F6-E5FA-2949-94F2-AA54723AD836}" type="pres">
      <dgm:prSet presAssocID="{5A908CAE-B99E-ED40-A4DE-2ED847D5EF85}" presName="hierChild5" presStyleCnt="0"/>
      <dgm:spPr/>
    </dgm:pt>
    <dgm:pt modelId="{9A327657-4A9E-124E-A4E8-03C4E5789F50}" type="pres">
      <dgm:prSet presAssocID="{068838CC-3708-B048-A796-DDF41041FCC0}" presName="Name37" presStyleLbl="parChTrans1D4" presStyleIdx="1" presStyleCnt="7"/>
      <dgm:spPr/>
    </dgm:pt>
    <dgm:pt modelId="{2C444FC7-8515-AA41-BDFF-417AE958AEDC}" type="pres">
      <dgm:prSet presAssocID="{81C7E092-132F-5140-A9BA-85D3CCA3B2BF}" presName="hierRoot2" presStyleCnt="0">
        <dgm:presLayoutVars>
          <dgm:hierBranch val="init"/>
        </dgm:presLayoutVars>
      </dgm:prSet>
      <dgm:spPr/>
    </dgm:pt>
    <dgm:pt modelId="{5E154309-26A2-8544-B3B1-FBE5371C73DC}" type="pres">
      <dgm:prSet presAssocID="{81C7E092-132F-5140-A9BA-85D3CCA3B2BF}" presName="rootComposite" presStyleCnt="0"/>
      <dgm:spPr/>
    </dgm:pt>
    <dgm:pt modelId="{B256E37B-2DF7-874D-8F4E-530A815B4B8E}" type="pres">
      <dgm:prSet presAssocID="{81C7E092-132F-5140-A9BA-85D3CCA3B2BF}" presName="rootText" presStyleLbl="node4" presStyleIdx="1" presStyleCnt="7">
        <dgm:presLayoutVars>
          <dgm:chPref val="3"/>
        </dgm:presLayoutVars>
      </dgm:prSet>
      <dgm:spPr/>
    </dgm:pt>
    <dgm:pt modelId="{CB400FC0-4656-2A4D-A328-F804F086CB4B}" type="pres">
      <dgm:prSet presAssocID="{81C7E092-132F-5140-A9BA-85D3CCA3B2BF}" presName="rootConnector" presStyleLbl="node4" presStyleIdx="1" presStyleCnt="7"/>
      <dgm:spPr/>
    </dgm:pt>
    <dgm:pt modelId="{20C5E325-1A72-C447-9666-8316EE26C463}" type="pres">
      <dgm:prSet presAssocID="{81C7E092-132F-5140-A9BA-85D3CCA3B2BF}" presName="hierChild4" presStyleCnt="0"/>
      <dgm:spPr/>
    </dgm:pt>
    <dgm:pt modelId="{40FA8287-02C4-174A-84DE-91DF6C60B8AB}" type="pres">
      <dgm:prSet presAssocID="{81C7E092-132F-5140-A9BA-85D3CCA3B2BF}" presName="hierChild5" presStyleCnt="0"/>
      <dgm:spPr/>
    </dgm:pt>
    <dgm:pt modelId="{50595C48-3805-3C4D-9888-A51C99953793}" type="pres">
      <dgm:prSet presAssocID="{6CDA6559-117A-0C43-8EFC-489C7491B88D}" presName="hierChild5" presStyleCnt="0"/>
      <dgm:spPr/>
    </dgm:pt>
    <dgm:pt modelId="{36EA1FC5-2359-8741-A8FB-933ECC93C882}" type="pres">
      <dgm:prSet presAssocID="{5F829069-B061-6646-8BA7-A94A08113942}" presName="Name37" presStyleLbl="parChTrans1D3" presStyleIdx="1" presStyleCnt="6"/>
      <dgm:spPr/>
    </dgm:pt>
    <dgm:pt modelId="{A250EF67-9199-0C42-A262-EE16E827D03E}" type="pres">
      <dgm:prSet presAssocID="{3318F955-D3D4-754F-AC94-5D945E74ADF4}" presName="hierRoot2" presStyleCnt="0">
        <dgm:presLayoutVars>
          <dgm:hierBranch val="init"/>
        </dgm:presLayoutVars>
      </dgm:prSet>
      <dgm:spPr/>
    </dgm:pt>
    <dgm:pt modelId="{44E6C88A-C887-234C-B781-92C0D9CEBFAE}" type="pres">
      <dgm:prSet presAssocID="{3318F955-D3D4-754F-AC94-5D945E74ADF4}" presName="rootComposite" presStyleCnt="0"/>
      <dgm:spPr/>
    </dgm:pt>
    <dgm:pt modelId="{1F9C853B-FE1F-2746-99EB-B7F95BAC7057}" type="pres">
      <dgm:prSet presAssocID="{3318F955-D3D4-754F-AC94-5D945E74ADF4}" presName="rootText" presStyleLbl="node3" presStyleIdx="1" presStyleCnt="6">
        <dgm:presLayoutVars>
          <dgm:chPref val="3"/>
        </dgm:presLayoutVars>
      </dgm:prSet>
      <dgm:spPr/>
    </dgm:pt>
    <dgm:pt modelId="{D832EBF5-29E4-9548-8CAC-1CEB768506E2}" type="pres">
      <dgm:prSet presAssocID="{3318F955-D3D4-754F-AC94-5D945E74ADF4}" presName="rootConnector" presStyleLbl="node3" presStyleIdx="1" presStyleCnt="6"/>
      <dgm:spPr/>
    </dgm:pt>
    <dgm:pt modelId="{1C259F01-B9B1-314A-9D29-1E617975A2C7}" type="pres">
      <dgm:prSet presAssocID="{3318F955-D3D4-754F-AC94-5D945E74ADF4}" presName="hierChild4" presStyleCnt="0"/>
      <dgm:spPr/>
    </dgm:pt>
    <dgm:pt modelId="{45289FAA-F7E2-7B4F-8BF8-7EA68764B19D}" type="pres">
      <dgm:prSet presAssocID="{9C6ED0A3-0B44-8A46-B767-1AECD30C5668}" presName="Name37" presStyleLbl="parChTrans1D4" presStyleIdx="2" presStyleCnt="7"/>
      <dgm:spPr/>
    </dgm:pt>
    <dgm:pt modelId="{E6235043-1DE5-1A44-AFE7-01B6C5873044}" type="pres">
      <dgm:prSet presAssocID="{7E4BB883-C22E-724F-AB83-A1A7640CD0F7}" presName="hierRoot2" presStyleCnt="0">
        <dgm:presLayoutVars>
          <dgm:hierBranch val="init"/>
        </dgm:presLayoutVars>
      </dgm:prSet>
      <dgm:spPr/>
    </dgm:pt>
    <dgm:pt modelId="{45BC2A8B-7B84-5F45-B1EE-AC8C924D1FD3}" type="pres">
      <dgm:prSet presAssocID="{7E4BB883-C22E-724F-AB83-A1A7640CD0F7}" presName="rootComposite" presStyleCnt="0"/>
      <dgm:spPr/>
    </dgm:pt>
    <dgm:pt modelId="{9E02835D-60C2-0E46-8D12-65D7144CE4ED}" type="pres">
      <dgm:prSet presAssocID="{7E4BB883-C22E-724F-AB83-A1A7640CD0F7}" presName="rootText" presStyleLbl="node4" presStyleIdx="2" presStyleCnt="7">
        <dgm:presLayoutVars>
          <dgm:chPref val="3"/>
        </dgm:presLayoutVars>
      </dgm:prSet>
      <dgm:spPr/>
    </dgm:pt>
    <dgm:pt modelId="{E1C84BA5-D955-9A4B-8DD2-A1FDC983ECA3}" type="pres">
      <dgm:prSet presAssocID="{7E4BB883-C22E-724F-AB83-A1A7640CD0F7}" presName="rootConnector" presStyleLbl="node4" presStyleIdx="2" presStyleCnt="7"/>
      <dgm:spPr/>
    </dgm:pt>
    <dgm:pt modelId="{07A488B6-BEC0-5D43-BA04-EE05EECCDF2B}" type="pres">
      <dgm:prSet presAssocID="{7E4BB883-C22E-724F-AB83-A1A7640CD0F7}" presName="hierChild4" presStyleCnt="0"/>
      <dgm:spPr/>
    </dgm:pt>
    <dgm:pt modelId="{E9B34A0B-2783-7C4A-9865-A21C772306A8}" type="pres">
      <dgm:prSet presAssocID="{7E4BB883-C22E-724F-AB83-A1A7640CD0F7}" presName="hierChild5" presStyleCnt="0"/>
      <dgm:spPr/>
    </dgm:pt>
    <dgm:pt modelId="{2902B871-297A-574E-BB12-B20282E678BE}" type="pres">
      <dgm:prSet presAssocID="{C02AFA5F-CED2-8643-B117-C9F7FA2027DC}" presName="Name37" presStyleLbl="parChTrans1D4" presStyleIdx="3" presStyleCnt="7"/>
      <dgm:spPr/>
    </dgm:pt>
    <dgm:pt modelId="{1DF32DD9-E150-384C-9426-43DECBE27825}" type="pres">
      <dgm:prSet presAssocID="{499B9D73-A992-8648-8BC3-7FF0DA148BCD}" presName="hierRoot2" presStyleCnt="0">
        <dgm:presLayoutVars>
          <dgm:hierBranch val="init"/>
        </dgm:presLayoutVars>
      </dgm:prSet>
      <dgm:spPr/>
    </dgm:pt>
    <dgm:pt modelId="{8EA34F4A-C326-3F4B-BE4B-C861D19DCA31}" type="pres">
      <dgm:prSet presAssocID="{499B9D73-A992-8648-8BC3-7FF0DA148BCD}" presName="rootComposite" presStyleCnt="0"/>
      <dgm:spPr/>
    </dgm:pt>
    <dgm:pt modelId="{A936F2B5-6729-F443-8A00-4129F9969455}" type="pres">
      <dgm:prSet presAssocID="{499B9D73-A992-8648-8BC3-7FF0DA148BCD}" presName="rootText" presStyleLbl="node4" presStyleIdx="3" presStyleCnt="7">
        <dgm:presLayoutVars>
          <dgm:chPref val="3"/>
        </dgm:presLayoutVars>
      </dgm:prSet>
      <dgm:spPr/>
    </dgm:pt>
    <dgm:pt modelId="{59408BB5-1694-5742-B330-43E2CE785CE3}" type="pres">
      <dgm:prSet presAssocID="{499B9D73-A992-8648-8BC3-7FF0DA148BCD}" presName="rootConnector" presStyleLbl="node4" presStyleIdx="3" presStyleCnt="7"/>
      <dgm:spPr/>
    </dgm:pt>
    <dgm:pt modelId="{A207973C-A175-9941-9EAA-3110B6A88400}" type="pres">
      <dgm:prSet presAssocID="{499B9D73-A992-8648-8BC3-7FF0DA148BCD}" presName="hierChild4" presStyleCnt="0"/>
      <dgm:spPr/>
    </dgm:pt>
    <dgm:pt modelId="{EF3B56E1-8C74-D248-9962-190CD859A022}" type="pres">
      <dgm:prSet presAssocID="{499B9D73-A992-8648-8BC3-7FF0DA148BCD}" presName="hierChild5" presStyleCnt="0"/>
      <dgm:spPr/>
    </dgm:pt>
    <dgm:pt modelId="{A65BC9C4-74AF-5747-9C08-F0BD72984552}" type="pres">
      <dgm:prSet presAssocID="{3318F955-D3D4-754F-AC94-5D945E74ADF4}" presName="hierChild5" presStyleCnt="0"/>
      <dgm:spPr/>
    </dgm:pt>
    <dgm:pt modelId="{34E8A5A9-A4EF-1244-B6D9-B77F8EAD56EF}" type="pres">
      <dgm:prSet presAssocID="{D5A55F50-F196-ED48-9D05-A73751B89185}" presName="Name37" presStyleLbl="parChTrans1D3" presStyleIdx="2" presStyleCnt="6"/>
      <dgm:spPr/>
    </dgm:pt>
    <dgm:pt modelId="{F814A9BC-EA26-884E-89B7-1E9E51E378B3}" type="pres">
      <dgm:prSet presAssocID="{79B34CDD-6C02-F441-A066-BCA9A68A5372}" presName="hierRoot2" presStyleCnt="0">
        <dgm:presLayoutVars>
          <dgm:hierBranch val="init"/>
        </dgm:presLayoutVars>
      </dgm:prSet>
      <dgm:spPr/>
    </dgm:pt>
    <dgm:pt modelId="{BD6BA4A6-D088-334B-9976-419A6950D664}" type="pres">
      <dgm:prSet presAssocID="{79B34CDD-6C02-F441-A066-BCA9A68A5372}" presName="rootComposite" presStyleCnt="0"/>
      <dgm:spPr/>
    </dgm:pt>
    <dgm:pt modelId="{5BA786B0-345D-FA4D-BDE3-3D200475AF9D}" type="pres">
      <dgm:prSet presAssocID="{79B34CDD-6C02-F441-A066-BCA9A68A5372}" presName="rootText" presStyleLbl="node3" presStyleIdx="2" presStyleCnt="6">
        <dgm:presLayoutVars>
          <dgm:chPref val="3"/>
        </dgm:presLayoutVars>
      </dgm:prSet>
      <dgm:spPr/>
    </dgm:pt>
    <dgm:pt modelId="{E77506D6-5D57-9544-A3A9-596C6879BBAD}" type="pres">
      <dgm:prSet presAssocID="{79B34CDD-6C02-F441-A066-BCA9A68A5372}" presName="rootConnector" presStyleLbl="node3" presStyleIdx="2" presStyleCnt="6"/>
      <dgm:spPr/>
    </dgm:pt>
    <dgm:pt modelId="{F6A711DD-B2A4-D448-B757-FA3083CE96FB}" type="pres">
      <dgm:prSet presAssocID="{79B34CDD-6C02-F441-A066-BCA9A68A5372}" presName="hierChild4" presStyleCnt="0"/>
      <dgm:spPr/>
    </dgm:pt>
    <dgm:pt modelId="{6E102F14-26EF-2C48-BF90-B779F3BAEE29}" type="pres">
      <dgm:prSet presAssocID="{79B34CDD-6C02-F441-A066-BCA9A68A5372}" presName="hierChild5" presStyleCnt="0"/>
      <dgm:spPr/>
    </dgm:pt>
    <dgm:pt modelId="{C7E03AF0-A8D7-AF43-9DF2-CEA9726BFE4A}" type="pres">
      <dgm:prSet presAssocID="{030A63F5-B86C-F444-A08D-F13BDA31C40C}" presName="hierChild5" presStyleCnt="0"/>
      <dgm:spPr/>
    </dgm:pt>
    <dgm:pt modelId="{B894123F-0220-6D41-A850-C9C49397B892}" type="pres">
      <dgm:prSet presAssocID="{00F3B6C5-8DE3-C14F-B658-517286B52EAC}" presName="Name37" presStyleLbl="parChTrans1D2" presStyleIdx="1" presStyleCnt="2"/>
      <dgm:spPr/>
    </dgm:pt>
    <dgm:pt modelId="{0327E26B-7311-8746-AC0D-554A7F1F92FF}" type="pres">
      <dgm:prSet presAssocID="{DC498EFD-670F-E445-B395-55DA0DEC2483}" presName="hierRoot2" presStyleCnt="0">
        <dgm:presLayoutVars>
          <dgm:hierBranch val="init"/>
        </dgm:presLayoutVars>
      </dgm:prSet>
      <dgm:spPr/>
    </dgm:pt>
    <dgm:pt modelId="{32B889CD-B37B-064B-82DA-21E4E0BB5C7C}" type="pres">
      <dgm:prSet presAssocID="{DC498EFD-670F-E445-B395-55DA0DEC2483}" presName="rootComposite" presStyleCnt="0"/>
      <dgm:spPr/>
    </dgm:pt>
    <dgm:pt modelId="{AB1D0418-69DD-AB45-B6D1-FED3027FC9B1}" type="pres">
      <dgm:prSet presAssocID="{DC498EFD-670F-E445-B395-55DA0DEC2483}" presName="rootText" presStyleLbl="node2" presStyleIdx="1" presStyleCnt="2">
        <dgm:presLayoutVars>
          <dgm:chPref val="3"/>
        </dgm:presLayoutVars>
      </dgm:prSet>
      <dgm:spPr/>
    </dgm:pt>
    <dgm:pt modelId="{849AA345-1B71-3A44-8863-50407BF0B117}" type="pres">
      <dgm:prSet presAssocID="{DC498EFD-670F-E445-B395-55DA0DEC2483}" presName="rootConnector" presStyleLbl="node2" presStyleIdx="1" presStyleCnt="2"/>
      <dgm:spPr/>
    </dgm:pt>
    <dgm:pt modelId="{C0408D4F-60E6-254F-9C68-089E4E842B73}" type="pres">
      <dgm:prSet presAssocID="{DC498EFD-670F-E445-B395-55DA0DEC2483}" presName="hierChild4" presStyleCnt="0"/>
      <dgm:spPr/>
    </dgm:pt>
    <dgm:pt modelId="{F243ED98-B597-E245-ABE3-95247DBD3A67}" type="pres">
      <dgm:prSet presAssocID="{FA8BB937-14D0-F248-9993-F675080BE118}" presName="Name37" presStyleLbl="parChTrans1D3" presStyleIdx="3" presStyleCnt="6"/>
      <dgm:spPr/>
    </dgm:pt>
    <dgm:pt modelId="{D2E63FFD-D8D2-2146-B177-C9E83DA3D16C}" type="pres">
      <dgm:prSet presAssocID="{A88ED65D-D865-E04C-921B-BFEA007C4EBB}" presName="hierRoot2" presStyleCnt="0">
        <dgm:presLayoutVars>
          <dgm:hierBranch val="init"/>
        </dgm:presLayoutVars>
      </dgm:prSet>
      <dgm:spPr/>
    </dgm:pt>
    <dgm:pt modelId="{83B5E4B3-17F1-DF46-8D39-7742BF297B5B}" type="pres">
      <dgm:prSet presAssocID="{A88ED65D-D865-E04C-921B-BFEA007C4EBB}" presName="rootComposite" presStyleCnt="0"/>
      <dgm:spPr/>
    </dgm:pt>
    <dgm:pt modelId="{5A297602-5D78-7E48-94F8-66EFBD41F5A5}" type="pres">
      <dgm:prSet presAssocID="{A88ED65D-D865-E04C-921B-BFEA007C4EBB}" presName="rootText" presStyleLbl="node3" presStyleIdx="3" presStyleCnt="6">
        <dgm:presLayoutVars>
          <dgm:chPref val="3"/>
        </dgm:presLayoutVars>
      </dgm:prSet>
      <dgm:spPr/>
    </dgm:pt>
    <dgm:pt modelId="{4A014A2A-905E-2044-8A42-8FADFAFDB449}" type="pres">
      <dgm:prSet presAssocID="{A88ED65D-D865-E04C-921B-BFEA007C4EBB}" presName="rootConnector" presStyleLbl="node3" presStyleIdx="3" presStyleCnt="6"/>
      <dgm:spPr/>
    </dgm:pt>
    <dgm:pt modelId="{4FD1EED2-482D-744B-A514-CFE4CC6B01C7}" type="pres">
      <dgm:prSet presAssocID="{A88ED65D-D865-E04C-921B-BFEA007C4EBB}" presName="hierChild4" presStyleCnt="0"/>
      <dgm:spPr/>
    </dgm:pt>
    <dgm:pt modelId="{E3825F7A-209E-6C4C-9D9B-6F1BB756C222}" type="pres">
      <dgm:prSet presAssocID="{A88ED65D-D865-E04C-921B-BFEA007C4EBB}" presName="hierChild5" presStyleCnt="0"/>
      <dgm:spPr/>
    </dgm:pt>
    <dgm:pt modelId="{FE921913-4DA7-B649-9D68-0D0DBB2ADA5B}" type="pres">
      <dgm:prSet presAssocID="{232008DA-C5A4-FA46-9EDD-08536578CC4B}" presName="Name37" presStyleLbl="parChTrans1D3" presStyleIdx="4" presStyleCnt="6"/>
      <dgm:spPr/>
    </dgm:pt>
    <dgm:pt modelId="{EA3D61D3-A2CC-EF42-AE80-BA0551157143}" type="pres">
      <dgm:prSet presAssocID="{C75275AF-9DB3-3846-A147-3F514C61CD00}" presName="hierRoot2" presStyleCnt="0">
        <dgm:presLayoutVars>
          <dgm:hierBranch val="init"/>
        </dgm:presLayoutVars>
      </dgm:prSet>
      <dgm:spPr/>
    </dgm:pt>
    <dgm:pt modelId="{82E544F7-D115-304F-B169-FA720C208A0A}" type="pres">
      <dgm:prSet presAssocID="{C75275AF-9DB3-3846-A147-3F514C61CD00}" presName="rootComposite" presStyleCnt="0"/>
      <dgm:spPr/>
    </dgm:pt>
    <dgm:pt modelId="{233936D6-7480-304D-A6C6-AB2FC6A2D4C8}" type="pres">
      <dgm:prSet presAssocID="{C75275AF-9DB3-3846-A147-3F514C61CD00}" presName="rootText" presStyleLbl="node3" presStyleIdx="4" presStyleCnt="6">
        <dgm:presLayoutVars>
          <dgm:chPref val="3"/>
        </dgm:presLayoutVars>
      </dgm:prSet>
      <dgm:spPr/>
    </dgm:pt>
    <dgm:pt modelId="{EDE822D7-9FBD-6A4C-9479-D72B0F2B6447}" type="pres">
      <dgm:prSet presAssocID="{C75275AF-9DB3-3846-A147-3F514C61CD00}" presName="rootConnector" presStyleLbl="node3" presStyleIdx="4" presStyleCnt="6"/>
      <dgm:spPr/>
    </dgm:pt>
    <dgm:pt modelId="{4E7818F2-8627-6B4D-A606-6A9CA47E998E}" type="pres">
      <dgm:prSet presAssocID="{C75275AF-9DB3-3846-A147-3F514C61CD00}" presName="hierChild4" presStyleCnt="0"/>
      <dgm:spPr/>
    </dgm:pt>
    <dgm:pt modelId="{8F23A733-0557-EC4C-808B-7787D88A2BBA}" type="pres">
      <dgm:prSet presAssocID="{299DAFA9-883F-BA49-9ACA-44CD2B129578}" presName="Name37" presStyleLbl="parChTrans1D4" presStyleIdx="4" presStyleCnt="7"/>
      <dgm:spPr/>
    </dgm:pt>
    <dgm:pt modelId="{F643D626-DE6F-3644-BFEB-FDE688F34B8E}" type="pres">
      <dgm:prSet presAssocID="{3FF2EF04-0E2A-C14C-8B36-50F3D6D6B6E6}" presName="hierRoot2" presStyleCnt="0">
        <dgm:presLayoutVars>
          <dgm:hierBranch val="init"/>
        </dgm:presLayoutVars>
      </dgm:prSet>
      <dgm:spPr/>
    </dgm:pt>
    <dgm:pt modelId="{1245F832-825F-2445-BF26-DCED24855F94}" type="pres">
      <dgm:prSet presAssocID="{3FF2EF04-0E2A-C14C-8B36-50F3D6D6B6E6}" presName="rootComposite" presStyleCnt="0"/>
      <dgm:spPr/>
    </dgm:pt>
    <dgm:pt modelId="{56CD9574-BF8F-5543-8D39-6AE2D689CB01}" type="pres">
      <dgm:prSet presAssocID="{3FF2EF04-0E2A-C14C-8B36-50F3D6D6B6E6}" presName="rootText" presStyleLbl="node4" presStyleIdx="4" presStyleCnt="7">
        <dgm:presLayoutVars>
          <dgm:chPref val="3"/>
        </dgm:presLayoutVars>
      </dgm:prSet>
      <dgm:spPr/>
    </dgm:pt>
    <dgm:pt modelId="{DC8A0A3E-44FF-D943-A97E-A72CDE75CD78}" type="pres">
      <dgm:prSet presAssocID="{3FF2EF04-0E2A-C14C-8B36-50F3D6D6B6E6}" presName="rootConnector" presStyleLbl="node4" presStyleIdx="4" presStyleCnt="7"/>
      <dgm:spPr/>
    </dgm:pt>
    <dgm:pt modelId="{C77DC56C-7964-7743-8827-22EDB455EC1B}" type="pres">
      <dgm:prSet presAssocID="{3FF2EF04-0E2A-C14C-8B36-50F3D6D6B6E6}" presName="hierChild4" presStyleCnt="0"/>
      <dgm:spPr/>
    </dgm:pt>
    <dgm:pt modelId="{2C0D9B28-757E-404F-8799-3ECC4362B312}" type="pres">
      <dgm:prSet presAssocID="{3FF2EF04-0E2A-C14C-8B36-50F3D6D6B6E6}" presName="hierChild5" presStyleCnt="0"/>
      <dgm:spPr/>
    </dgm:pt>
    <dgm:pt modelId="{2708D479-2AA3-2C49-959C-2789DBA92F64}" type="pres">
      <dgm:prSet presAssocID="{67317869-A3AE-B143-9054-AB57E6322287}" presName="Name37" presStyleLbl="parChTrans1D4" presStyleIdx="5" presStyleCnt="7"/>
      <dgm:spPr/>
    </dgm:pt>
    <dgm:pt modelId="{346FF834-6F87-EE48-A7A6-DCB80D1B84AB}" type="pres">
      <dgm:prSet presAssocID="{A6F56E76-F2D7-B743-9717-EAAD0967E356}" presName="hierRoot2" presStyleCnt="0">
        <dgm:presLayoutVars>
          <dgm:hierBranch val="init"/>
        </dgm:presLayoutVars>
      </dgm:prSet>
      <dgm:spPr/>
    </dgm:pt>
    <dgm:pt modelId="{6B11DDB8-9F01-6A41-ABC2-0B0B6835BC66}" type="pres">
      <dgm:prSet presAssocID="{A6F56E76-F2D7-B743-9717-EAAD0967E356}" presName="rootComposite" presStyleCnt="0"/>
      <dgm:spPr/>
    </dgm:pt>
    <dgm:pt modelId="{A7C167E2-EFD4-8444-AC87-E05FCC936457}" type="pres">
      <dgm:prSet presAssocID="{A6F56E76-F2D7-B743-9717-EAAD0967E356}" presName="rootText" presStyleLbl="node4" presStyleIdx="5" presStyleCnt="7">
        <dgm:presLayoutVars>
          <dgm:chPref val="3"/>
        </dgm:presLayoutVars>
      </dgm:prSet>
      <dgm:spPr/>
    </dgm:pt>
    <dgm:pt modelId="{C093F95A-EFFA-574E-8CEB-CDF009D15468}" type="pres">
      <dgm:prSet presAssocID="{A6F56E76-F2D7-B743-9717-EAAD0967E356}" presName="rootConnector" presStyleLbl="node4" presStyleIdx="5" presStyleCnt="7"/>
      <dgm:spPr/>
    </dgm:pt>
    <dgm:pt modelId="{2CDB6525-4358-1146-A17B-91EEC79C706C}" type="pres">
      <dgm:prSet presAssocID="{A6F56E76-F2D7-B743-9717-EAAD0967E356}" presName="hierChild4" presStyleCnt="0"/>
      <dgm:spPr/>
    </dgm:pt>
    <dgm:pt modelId="{35CA00DC-8FA4-DE45-B473-470B5680F179}" type="pres">
      <dgm:prSet presAssocID="{A6F56E76-F2D7-B743-9717-EAAD0967E356}" presName="hierChild5" presStyleCnt="0"/>
      <dgm:spPr/>
    </dgm:pt>
    <dgm:pt modelId="{6CB024A8-0B06-6E48-B973-4FB985DBE653}" type="pres">
      <dgm:prSet presAssocID="{C75275AF-9DB3-3846-A147-3F514C61CD00}" presName="hierChild5" presStyleCnt="0"/>
      <dgm:spPr/>
    </dgm:pt>
    <dgm:pt modelId="{FB32BD49-D585-8040-A0BA-225499EB4E51}" type="pres">
      <dgm:prSet presAssocID="{C8F4FC34-F756-2B45-85D1-7FF104FE8CF0}" presName="Name37" presStyleLbl="parChTrans1D3" presStyleIdx="5" presStyleCnt="6"/>
      <dgm:spPr/>
    </dgm:pt>
    <dgm:pt modelId="{38A1783D-5E0F-3242-A0A9-86797EBC00CE}" type="pres">
      <dgm:prSet presAssocID="{1F919481-F776-D842-B0EC-22BABF4BBD18}" presName="hierRoot2" presStyleCnt="0">
        <dgm:presLayoutVars>
          <dgm:hierBranch val="init"/>
        </dgm:presLayoutVars>
      </dgm:prSet>
      <dgm:spPr/>
    </dgm:pt>
    <dgm:pt modelId="{9B8A8A9D-E31D-0A4C-8084-F387ACA8925D}" type="pres">
      <dgm:prSet presAssocID="{1F919481-F776-D842-B0EC-22BABF4BBD18}" presName="rootComposite" presStyleCnt="0"/>
      <dgm:spPr/>
    </dgm:pt>
    <dgm:pt modelId="{CD986E64-F5B1-2045-8CCD-657D0442AD29}" type="pres">
      <dgm:prSet presAssocID="{1F919481-F776-D842-B0EC-22BABF4BBD18}" presName="rootText" presStyleLbl="node3" presStyleIdx="5" presStyleCnt="6">
        <dgm:presLayoutVars>
          <dgm:chPref val="3"/>
        </dgm:presLayoutVars>
      </dgm:prSet>
      <dgm:spPr/>
    </dgm:pt>
    <dgm:pt modelId="{0CA721BB-E839-264B-9E66-D15297BCEAD5}" type="pres">
      <dgm:prSet presAssocID="{1F919481-F776-D842-B0EC-22BABF4BBD18}" presName="rootConnector" presStyleLbl="node3" presStyleIdx="5" presStyleCnt="6"/>
      <dgm:spPr/>
    </dgm:pt>
    <dgm:pt modelId="{A2B47C93-87F5-AD44-BC3F-1307006BF2F4}" type="pres">
      <dgm:prSet presAssocID="{1F919481-F776-D842-B0EC-22BABF4BBD18}" presName="hierChild4" presStyleCnt="0"/>
      <dgm:spPr/>
    </dgm:pt>
    <dgm:pt modelId="{68A780E7-4874-9E49-84F0-C3586F93EFBC}" type="pres">
      <dgm:prSet presAssocID="{E4AF28CA-ED1F-4E41-B639-0C927CCA45BF}" presName="Name37" presStyleLbl="parChTrans1D4" presStyleIdx="6" presStyleCnt="7"/>
      <dgm:spPr/>
    </dgm:pt>
    <dgm:pt modelId="{6416F1E4-6F7B-C743-8E54-1B7346E55C92}" type="pres">
      <dgm:prSet presAssocID="{4D47F9BC-C905-CE46-85DB-26704E3FB28F}" presName="hierRoot2" presStyleCnt="0">
        <dgm:presLayoutVars>
          <dgm:hierBranch val="init"/>
        </dgm:presLayoutVars>
      </dgm:prSet>
      <dgm:spPr/>
    </dgm:pt>
    <dgm:pt modelId="{5769CCB5-AFFC-3947-B0BD-F4C820676CA3}" type="pres">
      <dgm:prSet presAssocID="{4D47F9BC-C905-CE46-85DB-26704E3FB28F}" presName="rootComposite" presStyleCnt="0"/>
      <dgm:spPr/>
    </dgm:pt>
    <dgm:pt modelId="{18B569ED-4EE6-B048-8917-DA258FC8F253}" type="pres">
      <dgm:prSet presAssocID="{4D47F9BC-C905-CE46-85DB-26704E3FB28F}" presName="rootText" presStyleLbl="node4" presStyleIdx="6" presStyleCnt="7">
        <dgm:presLayoutVars>
          <dgm:chPref val="3"/>
        </dgm:presLayoutVars>
      </dgm:prSet>
      <dgm:spPr/>
    </dgm:pt>
    <dgm:pt modelId="{CBBAD041-95FA-C74B-8371-4D968557870D}" type="pres">
      <dgm:prSet presAssocID="{4D47F9BC-C905-CE46-85DB-26704E3FB28F}" presName="rootConnector" presStyleLbl="node4" presStyleIdx="6" presStyleCnt="7"/>
      <dgm:spPr/>
    </dgm:pt>
    <dgm:pt modelId="{1A6CD3CE-DE1C-D349-910A-D15AC7A6E717}" type="pres">
      <dgm:prSet presAssocID="{4D47F9BC-C905-CE46-85DB-26704E3FB28F}" presName="hierChild4" presStyleCnt="0"/>
      <dgm:spPr/>
    </dgm:pt>
    <dgm:pt modelId="{21379467-2726-7F45-A656-61637B43529C}" type="pres">
      <dgm:prSet presAssocID="{4D47F9BC-C905-CE46-85DB-26704E3FB28F}" presName="hierChild5" presStyleCnt="0"/>
      <dgm:spPr/>
    </dgm:pt>
    <dgm:pt modelId="{F6DEE0E3-3C81-A345-A537-71E16DDA43AB}" type="pres">
      <dgm:prSet presAssocID="{1F919481-F776-D842-B0EC-22BABF4BBD18}" presName="hierChild5" presStyleCnt="0"/>
      <dgm:spPr/>
    </dgm:pt>
    <dgm:pt modelId="{7C153FB8-4F5D-AD4B-B79A-1E969F56BD5A}" type="pres">
      <dgm:prSet presAssocID="{DC498EFD-670F-E445-B395-55DA0DEC2483}" presName="hierChild5" presStyleCnt="0"/>
      <dgm:spPr/>
    </dgm:pt>
    <dgm:pt modelId="{4178FABF-6ECB-4A4B-9128-EBFBD8C7553C}" type="pres">
      <dgm:prSet presAssocID="{7C63E2D9-B380-0047-ACBB-327454D80820}" presName="hierChild3" presStyleCnt="0"/>
      <dgm:spPr/>
    </dgm:pt>
  </dgm:ptLst>
  <dgm:cxnLst>
    <dgm:cxn modelId="{B5C5CF00-E74D-7040-ACD4-3F396FCA018B}" type="presOf" srcId="{499B9D73-A992-8648-8BC3-7FF0DA148BCD}" destId="{A936F2B5-6729-F443-8A00-4129F9969455}" srcOrd="0" destOrd="0" presId="urn:microsoft.com/office/officeart/2005/8/layout/orgChart1"/>
    <dgm:cxn modelId="{C0071205-8A1C-7143-B22D-F674F0919F6A}" type="presOf" srcId="{98C95175-C4DD-1643-9025-717532DE4771}" destId="{0B5FC197-0263-2F49-A1DC-968B3B795F5F}" srcOrd="0" destOrd="0" presId="urn:microsoft.com/office/officeart/2005/8/layout/orgChart1"/>
    <dgm:cxn modelId="{4E22C209-BC6D-5E4F-B1D8-AF7618218D38}" type="presOf" srcId="{C75275AF-9DB3-3846-A147-3F514C61CD00}" destId="{233936D6-7480-304D-A6C6-AB2FC6A2D4C8}" srcOrd="0" destOrd="0" presId="urn:microsoft.com/office/officeart/2005/8/layout/orgChart1"/>
    <dgm:cxn modelId="{D34CE60C-A0C1-7E4C-8BF3-A774B60C6F4A}" type="presOf" srcId="{9C6ED0A3-0B44-8A46-B767-1AECD30C5668}" destId="{45289FAA-F7E2-7B4F-8BF8-7EA68764B19D}" srcOrd="0" destOrd="0" presId="urn:microsoft.com/office/officeart/2005/8/layout/orgChart1"/>
    <dgm:cxn modelId="{863ED510-F04F-7E48-B11B-45AB4A0FE64D}" type="presOf" srcId="{FA8BB937-14D0-F248-9993-F675080BE118}" destId="{F243ED98-B597-E245-ABE3-95247DBD3A67}" srcOrd="0" destOrd="0" presId="urn:microsoft.com/office/officeart/2005/8/layout/orgChart1"/>
    <dgm:cxn modelId="{01AEDC12-0A6C-EC4B-940B-2840525DFA09}" type="presOf" srcId="{9FE3012E-D63A-A747-9E41-BAFFE0F64B5C}" destId="{2FE4187D-B30B-354C-AB09-BAD3C2C16E6E}" srcOrd="0" destOrd="0" presId="urn:microsoft.com/office/officeart/2005/8/layout/orgChart1"/>
    <dgm:cxn modelId="{5F23851B-EC68-A94F-B90F-E7792EC2044B}" type="presOf" srcId="{232008DA-C5A4-FA46-9EDD-08536578CC4B}" destId="{FE921913-4DA7-B649-9D68-0D0DBB2ADA5B}" srcOrd="0" destOrd="0" presId="urn:microsoft.com/office/officeart/2005/8/layout/orgChart1"/>
    <dgm:cxn modelId="{E798BC1D-12F5-424E-8168-8DB3AA0A8125}" type="presOf" srcId="{6CDA6559-117A-0C43-8EFC-489C7491B88D}" destId="{5CA8ABF3-7124-3C4C-AF79-E841ABBF203E}" srcOrd="0" destOrd="0" presId="urn:microsoft.com/office/officeart/2005/8/layout/orgChart1"/>
    <dgm:cxn modelId="{6AEF0C1E-D9D1-C34C-B301-3E4EEB08B00F}" srcId="{1F919481-F776-D842-B0EC-22BABF4BBD18}" destId="{4D47F9BC-C905-CE46-85DB-26704E3FB28F}" srcOrd="0" destOrd="0" parTransId="{E4AF28CA-ED1F-4E41-B639-0C927CCA45BF}" sibTransId="{9721E101-3D61-2249-93DB-819491211C59}"/>
    <dgm:cxn modelId="{433B8A21-8C5A-F549-ACBD-730FFC5EF00A}" type="presOf" srcId="{79B34CDD-6C02-F441-A066-BCA9A68A5372}" destId="{E77506D6-5D57-9544-A3A9-596C6879BBAD}" srcOrd="1" destOrd="0" presId="urn:microsoft.com/office/officeart/2005/8/layout/orgChart1"/>
    <dgm:cxn modelId="{3C795629-9444-364A-82E8-F41CD60E3229}" type="presOf" srcId="{068838CC-3708-B048-A796-DDF41041FCC0}" destId="{9A327657-4A9E-124E-A4E8-03C4E5789F50}" srcOrd="0" destOrd="0" presId="urn:microsoft.com/office/officeart/2005/8/layout/orgChart1"/>
    <dgm:cxn modelId="{0844A631-6B46-2647-B981-7C40CEFE4356}" srcId="{C75275AF-9DB3-3846-A147-3F514C61CD00}" destId="{3FF2EF04-0E2A-C14C-8B36-50F3D6D6B6E6}" srcOrd="0" destOrd="0" parTransId="{299DAFA9-883F-BA49-9ACA-44CD2B129578}" sibTransId="{BE42890B-747F-564A-8B4F-C01C23882CEA}"/>
    <dgm:cxn modelId="{8F614D36-1CF3-8B44-96FF-E4989190AFA2}" type="presOf" srcId="{FDF44077-4995-5244-ADEB-BC2A2E67679F}" destId="{8B9A397F-B560-BC40-8277-6C88BD40D7EB}" srcOrd="0" destOrd="0" presId="urn:microsoft.com/office/officeart/2005/8/layout/orgChart1"/>
    <dgm:cxn modelId="{40DD313D-EFE5-6644-82EF-CBD42F1C3315}" type="presOf" srcId="{5F829069-B061-6646-8BA7-A94A08113942}" destId="{36EA1FC5-2359-8741-A8FB-933ECC93C882}" srcOrd="0" destOrd="0" presId="urn:microsoft.com/office/officeart/2005/8/layout/orgChart1"/>
    <dgm:cxn modelId="{88A0823D-C7C4-BE40-AF04-D26148166E65}" type="presOf" srcId="{3318F955-D3D4-754F-AC94-5D945E74ADF4}" destId="{1F9C853B-FE1F-2746-99EB-B7F95BAC7057}" srcOrd="0" destOrd="0" presId="urn:microsoft.com/office/officeart/2005/8/layout/orgChart1"/>
    <dgm:cxn modelId="{F3B02240-2017-264C-A07A-5FC3AC98B590}" type="presOf" srcId="{7C63E2D9-B380-0047-ACBB-327454D80820}" destId="{53B9E0B9-D63E-6942-91CE-A4327FE38DDF}" srcOrd="1" destOrd="0" presId="urn:microsoft.com/office/officeart/2005/8/layout/orgChart1"/>
    <dgm:cxn modelId="{16FD4D40-E9A7-9841-9F8A-0829BC259CDB}" type="presOf" srcId="{6CDA6559-117A-0C43-8EFC-489C7491B88D}" destId="{9F18438C-B6AF-7841-BE59-6E6C0A602E5E}" srcOrd="1" destOrd="0" presId="urn:microsoft.com/office/officeart/2005/8/layout/orgChart1"/>
    <dgm:cxn modelId="{DB1A5F4A-1F0A-A342-98D1-0341E34D26F3}" type="presOf" srcId="{7C63E2D9-B380-0047-ACBB-327454D80820}" destId="{D3BEFAA9-311B-8A43-8F64-9676220C13FB}" srcOrd="0" destOrd="0" presId="urn:microsoft.com/office/officeart/2005/8/layout/orgChart1"/>
    <dgm:cxn modelId="{B3084C4B-81DB-B849-990E-4C5BE9490084}" type="presOf" srcId="{4D47F9BC-C905-CE46-85DB-26704E3FB28F}" destId="{18B569ED-4EE6-B048-8917-DA258FC8F253}" srcOrd="0" destOrd="0" presId="urn:microsoft.com/office/officeart/2005/8/layout/orgChart1"/>
    <dgm:cxn modelId="{04039A4D-8106-BC42-9503-A2353C3019EB}" type="presOf" srcId="{1F919481-F776-D842-B0EC-22BABF4BBD18}" destId="{CD986E64-F5B1-2045-8CCD-657D0442AD29}" srcOrd="0" destOrd="0" presId="urn:microsoft.com/office/officeart/2005/8/layout/orgChart1"/>
    <dgm:cxn modelId="{50FD6F4E-41EF-2842-BD5A-F7549869794B}" srcId="{7C63E2D9-B380-0047-ACBB-327454D80820}" destId="{030A63F5-B86C-F444-A08D-F13BDA31C40C}" srcOrd="0" destOrd="0" parTransId="{98C95175-C4DD-1643-9025-717532DE4771}" sibTransId="{5115F8FE-2A77-564F-A5B2-BC6042294C0A}"/>
    <dgm:cxn modelId="{2081C452-09A5-9C4D-96A0-151253112964}" type="presOf" srcId="{4D47F9BC-C905-CE46-85DB-26704E3FB28F}" destId="{CBBAD041-95FA-C74B-8371-4D968557870D}" srcOrd="1" destOrd="0" presId="urn:microsoft.com/office/officeart/2005/8/layout/orgChart1"/>
    <dgm:cxn modelId="{29357654-5FBD-7749-ABAA-05FAD1937A4A}" type="presOf" srcId="{A88ED65D-D865-E04C-921B-BFEA007C4EBB}" destId="{4A014A2A-905E-2044-8A42-8FADFAFDB449}" srcOrd="1" destOrd="0" presId="urn:microsoft.com/office/officeart/2005/8/layout/orgChart1"/>
    <dgm:cxn modelId="{8386D95A-BB3C-1C45-8525-6746F7221026}" type="presOf" srcId="{00F3B6C5-8DE3-C14F-B658-517286B52EAC}" destId="{B894123F-0220-6D41-A850-C9C49397B892}" srcOrd="0" destOrd="0" presId="urn:microsoft.com/office/officeart/2005/8/layout/orgChart1"/>
    <dgm:cxn modelId="{5C5B6764-B6F4-E843-8224-A673C018E3F6}" type="presOf" srcId="{A88ED65D-D865-E04C-921B-BFEA007C4EBB}" destId="{5A297602-5D78-7E48-94F8-66EFBD41F5A5}" srcOrd="0" destOrd="0" presId="urn:microsoft.com/office/officeart/2005/8/layout/orgChart1"/>
    <dgm:cxn modelId="{A467E164-4A17-B445-BF62-77DD43954D1C}" type="presOf" srcId="{030A63F5-B86C-F444-A08D-F13BDA31C40C}" destId="{BF9D128D-0A04-7843-B773-C9880DCE6819}" srcOrd="0" destOrd="0" presId="urn:microsoft.com/office/officeart/2005/8/layout/orgChart1"/>
    <dgm:cxn modelId="{39319365-E20D-A846-9E78-7F906BE45592}" type="presOf" srcId="{499B9D73-A992-8648-8BC3-7FF0DA148BCD}" destId="{59408BB5-1694-5742-B330-43E2CE785CE3}" srcOrd="1" destOrd="0" presId="urn:microsoft.com/office/officeart/2005/8/layout/orgChart1"/>
    <dgm:cxn modelId="{CA41C965-B8E5-4844-9E7C-DA90496E2F2E}" srcId="{6CDA6559-117A-0C43-8EFC-489C7491B88D}" destId="{81C7E092-132F-5140-A9BA-85D3CCA3B2BF}" srcOrd="1" destOrd="0" parTransId="{068838CC-3708-B048-A796-DDF41041FCC0}" sibTransId="{0A3118DA-4844-7242-9D5C-C74C6D34C734}"/>
    <dgm:cxn modelId="{59323669-C076-074A-B7BC-EBA444D37BD3}" type="presOf" srcId="{3FF2EF04-0E2A-C14C-8B36-50F3D6D6B6E6}" destId="{DC8A0A3E-44FF-D943-A97E-A72CDE75CD78}" srcOrd="1" destOrd="0" presId="urn:microsoft.com/office/officeart/2005/8/layout/orgChart1"/>
    <dgm:cxn modelId="{1743E06E-EF95-4C47-B29E-9F07109AF670}" type="presOf" srcId="{F5B97E6C-5467-EB42-90A5-3B91DE559F43}" destId="{FDA58F80-3C9E-5749-AE02-8DF78F5144DA}" srcOrd="0" destOrd="0" presId="urn:microsoft.com/office/officeart/2005/8/layout/orgChart1"/>
    <dgm:cxn modelId="{0F8F9574-D1D8-7647-B5DB-FA0EE6B330D8}" srcId="{3318F955-D3D4-754F-AC94-5D945E74ADF4}" destId="{499B9D73-A992-8648-8BC3-7FF0DA148BCD}" srcOrd="1" destOrd="0" parTransId="{C02AFA5F-CED2-8643-B117-C9F7FA2027DC}" sibTransId="{C0CCF800-57AB-674D-9E37-70DB06CFB2F8}"/>
    <dgm:cxn modelId="{23499376-9056-6641-874A-8E79F68D06C6}" type="presOf" srcId="{81C7E092-132F-5140-A9BA-85D3CCA3B2BF}" destId="{CB400FC0-4656-2A4D-A328-F804F086CB4B}" srcOrd="1" destOrd="0" presId="urn:microsoft.com/office/officeart/2005/8/layout/orgChart1"/>
    <dgm:cxn modelId="{CFA5A577-9063-504D-AF2E-FCD8C5358159}" type="presOf" srcId="{C8F4FC34-F756-2B45-85D1-7FF104FE8CF0}" destId="{FB32BD49-D585-8040-A0BA-225499EB4E51}" srcOrd="0" destOrd="0" presId="urn:microsoft.com/office/officeart/2005/8/layout/orgChart1"/>
    <dgm:cxn modelId="{7271BD79-EC3B-8747-9A89-E2D89593852E}" srcId="{DC498EFD-670F-E445-B395-55DA0DEC2483}" destId="{1F919481-F776-D842-B0EC-22BABF4BBD18}" srcOrd="2" destOrd="0" parTransId="{C8F4FC34-F756-2B45-85D1-7FF104FE8CF0}" sibTransId="{7F71B7F6-AEA0-AC45-8C0B-C5361D01BCCF}"/>
    <dgm:cxn modelId="{79D9677E-FE27-D644-A8FD-2855ACD30551}" srcId="{DC498EFD-670F-E445-B395-55DA0DEC2483}" destId="{C75275AF-9DB3-3846-A147-3F514C61CD00}" srcOrd="1" destOrd="0" parTransId="{232008DA-C5A4-FA46-9EDD-08536578CC4B}" sibTransId="{038DA78B-D3EB-E14C-BA14-12DE515FEF35}"/>
    <dgm:cxn modelId="{C0D6FF7F-9C5C-1C40-9FB3-7F457C87C6F6}" type="presOf" srcId="{C75275AF-9DB3-3846-A147-3F514C61CD00}" destId="{EDE822D7-9FBD-6A4C-9479-D72B0F2B6447}" srcOrd="1" destOrd="0" presId="urn:microsoft.com/office/officeart/2005/8/layout/orgChart1"/>
    <dgm:cxn modelId="{25860484-8476-BD4A-AA7D-B43B90D1EB18}" type="presOf" srcId="{DC498EFD-670F-E445-B395-55DA0DEC2483}" destId="{AB1D0418-69DD-AB45-B6D1-FED3027FC9B1}" srcOrd="0" destOrd="0" presId="urn:microsoft.com/office/officeart/2005/8/layout/orgChart1"/>
    <dgm:cxn modelId="{E782CD87-3C90-E749-B6B0-9569CEB60A93}" type="presOf" srcId="{E4AF28CA-ED1F-4E41-B639-0C927CCA45BF}" destId="{68A780E7-4874-9E49-84F0-C3586F93EFBC}" srcOrd="0" destOrd="0" presId="urn:microsoft.com/office/officeart/2005/8/layout/orgChart1"/>
    <dgm:cxn modelId="{E59B968A-38B5-0A42-9D7F-4179FAE2176D}" type="presOf" srcId="{79B34CDD-6C02-F441-A066-BCA9A68A5372}" destId="{5BA786B0-345D-FA4D-BDE3-3D200475AF9D}" srcOrd="0" destOrd="0" presId="urn:microsoft.com/office/officeart/2005/8/layout/orgChart1"/>
    <dgm:cxn modelId="{6D0E708D-CA5F-3246-9585-D6654FFBB252}" type="presOf" srcId="{3FF2EF04-0E2A-C14C-8B36-50F3D6D6B6E6}" destId="{56CD9574-BF8F-5543-8D39-6AE2D689CB01}" srcOrd="0" destOrd="0" presId="urn:microsoft.com/office/officeart/2005/8/layout/orgChart1"/>
    <dgm:cxn modelId="{4005A48D-F23F-B245-A7E7-D0AF9D777A05}" srcId="{6CDA6559-117A-0C43-8EFC-489C7491B88D}" destId="{5A908CAE-B99E-ED40-A4DE-2ED847D5EF85}" srcOrd="0" destOrd="0" parTransId="{9FE3012E-D63A-A747-9E41-BAFFE0F64B5C}" sibTransId="{555C63AA-F450-514B-AF43-ED4C85B2DF5A}"/>
    <dgm:cxn modelId="{C81E1C8E-F662-8146-BB4E-06E8509C7E48}" srcId="{7C63E2D9-B380-0047-ACBB-327454D80820}" destId="{DC498EFD-670F-E445-B395-55DA0DEC2483}" srcOrd="1" destOrd="0" parTransId="{00F3B6C5-8DE3-C14F-B658-517286B52EAC}" sibTransId="{94C1D7F1-C823-654E-94FB-97811C8B3477}"/>
    <dgm:cxn modelId="{87D4138F-889B-7B4F-9B47-285273A430B5}" srcId="{030A63F5-B86C-F444-A08D-F13BDA31C40C}" destId="{3318F955-D3D4-754F-AC94-5D945E74ADF4}" srcOrd="1" destOrd="0" parTransId="{5F829069-B061-6646-8BA7-A94A08113942}" sibTransId="{50402A56-651E-6B4E-AEB2-A011E474E45A}"/>
    <dgm:cxn modelId="{20B81099-3AC8-0A42-A746-4A18DC5E3AEF}" type="presOf" srcId="{A6F56E76-F2D7-B743-9717-EAAD0967E356}" destId="{C093F95A-EFFA-574E-8CEB-CDF009D15468}" srcOrd="1" destOrd="0" presId="urn:microsoft.com/office/officeart/2005/8/layout/orgChart1"/>
    <dgm:cxn modelId="{E721BF9A-95D6-0343-B0CA-40B9B22375D7}" type="presOf" srcId="{7E4BB883-C22E-724F-AB83-A1A7640CD0F7}" destId="{9E02835D-60C2-0E46-8D12-65D7144CE4ED}" srcOrd="0" destOrd="0" presId="urn:microsoft.com/office/officeart/2005/8/layout/orgChart1"/>
    <dgm:cxn modelId="{F975F39A-09EE-1443-A58A-5B554C731550}" type="presOf" srcId="{030A63F5-B86C-F444-A08D-F13BDA31C40C}" destId="{B1BCA8E8-FCBA-964C-A125-36D83FD48593}" srcOrd="1" destOrd="0" presId="urn:microsoft.com/office/officeart/2005/8/layout/orgChart1"/>
    <dgm:cxn modelId="{280962B1-FDE7-DA4E-81EA-12339BD6C6A2}" type="presOf" srcId="{81C7E092-132F-5140-A9BA-85D3CCA3B2BF}" destId="{B256E37B-2DF7-874D-8F4E-530A815B4B8E}" srcOrd="0" destOrd="0" presId="urn:microsoft.com/office/officeart/2005/8/layout/orgChart1"/>
    <dgm:cxn modelId="{7DAE49B2-82E6-1F46-A1B6-74FBE9F89394}" type="presOf" srcId="{5A908CAE-B99E-ED40-A4DE-2ED847D5EF85}" destId="{ECD55735-BC56-2143-84B6-71A44DD8C3E8}" srcOrd="0" destOrd="0" presId="urn:microsoft.com/office/officeart/2005/8/layout/orgChart1"/>
    <dgm:cxn modelId="{4D4F04B4-F3EA-B148-8020-521E26FCFA1B}" type="presOf" srcId="{3318F955-D3D4-754F-AC94-5D945E74ADF4}" destId="{D832EBF5-29E4-9548-8CAC-1CEB768506E2}" srcOrd="1" destOrd="0" presId="urn:microsoft.com/office/officeart/2005/8/layout/orgChart1"/>
    <dgm:cxn modelId="{AB46CAB7-952C-6A43-89AC-CB85BEB2DBB3}" srcId="{3318F955-D3D4-754F-AC94-5D945E74ADF4}" destId="{7E4BB883-C22E-724F-AB83-A1A7640CD0F7}" srcOrd="0" destOrd="0" parTransId="{9C6ED0A3-0B44-8A46-B767-1AECD30C5668}" sibTransId="{CCFBD91D-8AE6-4B4F-909F-12E89E40C993}"/>
    <dgm:cxn modelId="{42100BB8-AF6E-CC49-B098-4155FCED90C1}" type="presOf" srcId="{1F919481-F776-D842-B0EC-22BABF4BBD18}" destId="{0CA721BB-E839-264B-9E66-D15297BCEAD5}" srcOrd="1" destOrd="0" presId="urn:microsoft.com/office/officeart/2005/8/layout/orgChart1"/>
    <dgm:cxn modelId="{A1318EC0-C8B0-414F-AF9D-98BA71467720}" type="presOf" srcId="{299DAFA9-883F-BA49-9ACA-44CD2B129578}" destId="{8F23A733-0557-EC4C-808B-7787D88A2BBA}" srcOrd="0" destOrd="0" presId="urn:microsoft.com/office/officeart/2005/8/layout/orgChart1"/>
    <dgm:cxn modelId="{DEF51CC7-C12C-0E46-B37E-205932AD8886}" type="presOf" srcId="{5A908CAE-B99E-ED40-A4DE-2ED847D5EF85}" destId="{29ED45FD-28CC-444E-8552-4ABA1D65804B}" srcOrd="1" destOrd="0" presId="urn:microsoft.com/office/officeart/2005/8/layout/orgChart1"/>
    <dgm:cxn modelId="{F4A86ACD-1F08-944F-8D2B-C0BF8B90B53E}" type="presOf" srcId="{7E4BB883-C22E-724F-AB83-A1A7640CD0F7}" destId="{E1C84BA5-D955-9A4B-8DD2-A1FDC983ECA3}" srcOrd="1" destOrd="0" presId="urn:microsoft.com/office/officeart/2005/8/layout/orgChart1"/>
    <dgm:cxn modelId="{668AA2CE-D376-AA4B-B87B-DCCDEEB60C97}" type="presOf" srcId="{D5A55F50-F196-ED48-9D05-A73751B89185}" destId="{34E8A5A9-A4EF-1244-B6D9-B77F8EAD56EF}" srcOrd="0" destOrd="0" presId="urn:microsoft.com/office/officeart/2005/8/layout/orgChart1"/>
    <dgm:cxn modelId="{FB254BD0-AAB2-3444-8CEC-987B646A1A0A}" type="presOf" srcId="{A6F56E76-F2D7-B743-9717-EAAD0967E356}" destId="{A7C167E2-EFD4-8444-AC87-E05FCC936457}" srcOrd="0" destOrd="0" presId="urn:microsoft.com/office/officeart/2005/8/layout/orgChart1"/>
    <dgm:cxn modelId="{F10088D0-6E1C-6A44-AE63-53CC536FD05E}" type="presOf" srcId="{C02AFA5F-CED2-8643-B117-C9F7FA2027DC}" destId="{2902B871-297A-574E-BB12-B20282E678BE}" srcOrd="0" destOrd="0" presId="urn:microsoft.com/office/officeart/2005/8/layout/orgChart1"/>
    <dgm:cxn modelId="{2FFA44DD-34BB-354D-8AF0-0F8793185A50}" srcId="{030A63F5-B86C-F444-A08D-F13BDA31C40C}" destId="{6CDA6559-117A-0C43-8EFC-489C7491B88D}" srcOrd="0" destOrd="0" parTransId="{F5B97E6C-5467-EB42-90A5-3B91DE559F43}" sibTransId="{41B9300E-9EAA-5747-9698-B387A53144D0}"/>
    <dgm:cxn modelId="{80B214E5-B80F-3D4A-9A3B-3227C5EF3B72}" type="presOf" srcId="{67317869-A3AE-B143-9054-AB57E6322287}" destId="{2708D479-2AA3-2C49-959C-2789DBA92F64}" srcOrd="0" destOrd="0" presId="urn:microsoft.com/office/officeart/2005/8/layout/orgChart1"/>
    <dgm:cxn modelId="{6D116BEC-0FE4-D248-923C-CB917D55DC1A}" srcId="{030A63F5-B86C-F444-A08D-F13BDA31C40C}" destId="{79B34CDD-6C02-F441-A066-BCA9A68A5372}" srcOrd="2" destOrd="0" parTransId="{D5A55F50-F196-ED48-9D05-A73751B89185}" sibTransId="{BE57D7AC-704E-9949-A02A-8DF99203AA61}"/>
    <dgm:cxn modelId="{537BEBF9-B20A-3540-B50D-26ED77441329}" type="presOf" srcId="{DC498EFD-670F-E445-B395-55DA0DEC2483}" destId="{849AA345-1B71-3A44-8863-50407BF0B117}" srcOrd="1" destOrd="0" presId="urn:microsoft.com/office/officeart/2005/8/layout/orgChart1"/>
    <dgm:cxn modelId="{9BE207FA-8CBE-1043-89C6-CD3CA7292759}" srcId="{C75275AF-9DB3-3846-A147-3F514C61CD00}" destId="{A6F56E76-F2D7-B743-9717-EAAD0967E356}" srcOrd="1" destOrd="0" parTransId="{67317869-A3AE-B143-9054-AB57E6322287}" sibTransId="{FEF038C1-166C-F041-81C4-D11EED3DDE3D}"/>
    <dgm:cxn modelId="{0078FBFA-8352-BD44-AFC4-36F3D0FFBB54}" srcId="{FDF44077-4995-5244-ADEB-BC2A2E67679F}" destId="{7C63E2D9-B380-0047-ACBB-327454D80820}" srcOrd="0" destOrd="0" parTransId="{620C4B17-A279-9641-B79E-70769BD9A444}" sibTransId="{4460B7A3-9253-5A4A-A550-3C802BFCDDE9}"/>
    <dgm:cxn modelId="{F0F166FE-2F19-EB41-BF5C-EFBDA2E9D7E4}" srcId="{DC498EFD-670F-E445-B395-55DA0DEC2483}" destId="{A88ED65D-D865-E04C-921B-BFEA007C4EBB}" srcOrd="0" destOrd="0" parTransId="{FA8BB937-14D0-F248-9993-F675080BE118}" sibTransId="{3487699F-0887-FC49-93BD-06D4E69170B6}"/>
    <dgm:cxn modelId="{DB44EA04-612A-8A4A-B707-F95586A1591C}" type="presParOf" srcId="{8B9A397F-B560-BC40-8277-6C88BD40D7EB}" destId="{8D644C3C-C49D-F246-9307-4294F00872AB}" srcOrd="0" destOrd="0" presId="urn:microsoft.com/office/officeart/2005/8/layout/orgChart1"/>
    <dgm:cxn modelId="{E3E62C72-9CE9-2C40-8AD3-87E8DE340C1F}" type="presParOf" srcId="{8D644C3C-C49D-F246-9307-4294F00872AB}" destId="{2ED84415-3241-CF4D-82C7-EDF882C81750}" srcOrd="0" destOrd="0" presId="urn:microsoft.com/office/officeart/2005/8/layout/orgChart1"/>
    <dgm:cxn modelId="{53CF8CB9-227A-724B-B5FF-4427A363A5C3}" type="presParOf" srcId="{2ED84415-3241-CF4D-82C7-EDF882C81750}" destId="{D3BEFAA9-311B-8A43-8F64-9676220C13FB}" srcOrd="0" destOrd="0" presId="urn:microsoft.com/office/officeart/2005/8/layout/orgChart1"/>
    <dgm:cxn modelId="{56AFBBA4-3C66-9847-ADD4-3141402AB429}" type="presParOf" srcId="{2ED84415-3241-CF4D-82C7-EDF882C81750}" destId="{53B9E0B9-D63E-6942-91CE-A4327FE38DDF}" srcOrd="1" destOrd="0" presId="urn:microsoft.com/office/officeart/2005/8/layout/orgChart1"/>
    <dgm:cxn modelId="{E3B29E32-4464-3749-8D9B-B199139A3E61}" type="presParOf" srcId="{8D644C3C-C49D-F246-9307-4294F00872AB}" destId="{D6449E2F-8D77-4C4D-9609-01607486F151}" srcOrd="1" destOrd="0" presId="urn:microsoft.com/office/officeart/2005/8/layout/orgChart1"/>
    <dgm:cxn modelId="{3719A501-6506-A049-8F5D-760A66C52B1A}" type="presParOf" srcId="{D6449E2F-8D77-4C4D-9609-01607486F151}" destId="{0B5FC197-0263-2F49-A1DC-968B3B795F5F}" srcOrd="0" destOrd="0" presId="urn:microsoft.com/office/officeart/2005/8/layout/orgChart1"/>
    <dgm:cxn modelId="{8BDA80AF-A468-B444-BBE8-02115DBC6827}" type="presParOf" srcId="{D6449E2F-8D77-4C4D-9609-01607486F151}" destId="{0D4B0044-760F-D743-8B1D-900B018EC38C}" srcOrd="1" destOrd="0" presId="urn:microsoft.com/office/officeart/2005/8/layout/orgChart1"/>
    <dgm:cxn modelId="{7620E88E-64E8-5F4B-B2DB-D0690039F4C1}" type="presParOf" srcId="{0D4B0044-760F-D743-8B1D-900B018EC38C}" destId="{F3EC4C0F-2215-664E-9652-7806D5AAED14}" srcOrd="0" destOrd="0" presId="urn:microsoft.com/office/officeart/2005/8/layout/orgChart1"/>
    <dgm:cxn modelId="{5FC07621-F8E1-ED4A-BB8E-49958CAAAEB1}" type="presParOf" srcId="{F3EC4C0F-2215-664E-9652-7806D5AAED14}" destId="{BF9D128D-0A04-7843-B773-C9880DCE6819}" srcOrd="0" destOrd="0" presId="urn:microsoft.com/office/officeart/2005/8/layout/orgChart1"/>
    <dgm:cxn modelId="{71D4239C-6B57-9C4F-9DAD-2ED795951A80}" type="presParOf" srcId="{F3EC4C0F-2215-664E-9652-7806D5AAED14}" destId="{B1BCA8E8-FCBA-964C-A125-36D83FD48593}" srcOrd="1" destOrd="0" presId="urn:microsoft.com/office/officeart/2005/8/layout/orgChart1"/>
    <dgm:cxn modelId="{8479A76E-AB83-5B4E-A3EA-A074B623EF9B}" type="presParOf" srcId="{0D4B0044-760F-D743-8B1D-900B018EC38C}" destId="{572C885B-0E70-9D43-804B-34253F330EFF}" srcOrd="1" destOrd="0" presId="urn:microsoft.com/office/officeart/2005/8/layout/orgChart1"/>
    <dgm:cxn modelId="{F441B01B-A79A-9E4C-B1D6-894D8D34B241}" type="presParOf" srcId="{572C885B-0E70-9D43-804B-34253F330EFF}" destId="{FDA58F80-3C9E-5749-AE02-8DF78F5144DA}" srcOrd="0" destOrd="0" presId="urn:microsoft.com/office/officeart/2005/8/layout/orgChart1"/>
    <dgm:cxn modelId="{8BC9DD88-98CE-044F-8C25-C8114A12B7F3}" type="presParOf" srcId="{572C885B-0E70-9D43-804B-34253F330EFF}" destId="{C25D25C8-D020-C048-B63B-2CD3216B1C97}" srcOrd="1" destOrd="0" presId="urn:microsoft.com/office/officeart/2005/8/layout/orgChart1"/>
    <dgm:cxn modelId="{06638B6F-DEC1-504F-8B41-0411F44AC690}" type="presParOf" srcId="{C25D25C8-D020-C048-B63B-2CD3216B1C97}" destId="{0E5D6397-CB0C-0B44-85F2-872F05B25A01}" srcOrd="0" destOrd="0" presId="urn:microsoft.com/office/officeart/2005/8/layout/orgChart1"/>
    <dgm:cxn modelId="{46687C1A-90F1-E040-95F2-819D15A48846}" type="presParOf" srcId="{0E5D6397-CB0C-0B44-85F2-872F05B25A01}" destId="{5CA8ABF3-7124-3C4C-AF79-E841ABBF203E}" srcOrd="0" destOrd="0" presId="urn:microsoft.com/office/officeart/2005/8/layout/orgChart1"/>
    <dgm:cxn modelId="{470E8FB0-31C3-8845-90D9-78B3086E952C}" type="presParOf" srcId="{0E5D6397-CB0C-0B44-85F2-872F05B25A01}" destId="{9F18438C-B6AF-7841-BE59-6E6C0A602E5E}" srcOrd="1" destOrd="0" presId="urn:microsoft.com/office/officeart/2005/8/layout/orgChart1"/>
    <dgm:cxn modelId="{563DEF1F-EE48-4B4B-AF80-A49B3E61834D}" type="presParOf" srcId="{C25D25C8-D020-C048-B63B-2CD3216B1C97}" destId="{99FE22B1-90BF-644F-A291-4C86E0A4AD95}" srcOrd="1" destOrd="0" presId="urn:microsoft.com/office/officeart/2005/8/layout/orgChart1"/>
    <dgm:cxn modelId="{8EED3336-B569-F640-8FEF-8A09D2B6D1AF}" type="presParOf" srcId="{99FE22B1-90BF-644F-A291-4C86E0A4AD95}" destId="{2FE4187D-B30B-354C-AB09-BAD3C2C16E6E}" srcOrd="0" destOrd="0" presId="urn:microsoft.com/office/officeart/2005/8/layout/orgChart1"/>
    <dgm:cxn modelId="{71F0409A-E3F6-4540-896B-D8A70CA45F30}" type="presParOf" srcId="{99FE22B1-90BF-644F-A291-4C86E0A4AD95}" destId="{5490D6E1-7B60-ED45-9ED4-B1590CC35F24}" srcOrd="1" destOrd="0" presId="urn:microsoft.com/office/officeart/2005/8/layout/orgChart1"/>
    <dgm:cxn modelId="{E59AB71F-820E-B944-8910-1BA1E26DA2CA}" type="presParOf" srcId="{5490D6E1-7B60-ED45-9ED4-B1590CC35F24}" destId="{B2E51D8C-245B-714B-9E10-B6CD81C1A27B}" srcOrd="0" destOrd="0" presId="urn:microsoft.com/office/officeart/2005/8/layout/orgChart1"/>
    <dgm:cxn modelId="{C7BED1CC-AE27-0248-AD2E-AB089AA058CA}" type="presParOf" srcId="{B2E51D8C-245B-714B-9E10-B6CD81C1A27B}" destId="{ECD55735-BC56-2143-84B6-71A44DD8C3E8}" srcOrd="0" destOrd="0" presId="urn:microsoft.com/office/officeart/2005/8/layout/orgChart1"/>
    <dgm:cxn modelId="{3A6086DF-327E-4047-B2C3-C78457C2383A}" type="presParOf" srcId="{B2E51D8C-245B-714B-9E10-B6CD81C1A27B}" destId="{29ED45FD-28CC-444E-8552-4ABA1D65804B}" srcOrd="1" destOrd="0" presId="urn:microsoft.com/office/officeart/2005/8/layout/orgChart1"/>
    <dgm:cxn modelId="{6B1DD832-6224-9444-A0D6-06CEDD97AFE8}" type="presParOf" srcId="{5490D6E1-7B60-ED45-9ED4-B1590CC35F24}" destId="{2E6CCDA0-4B09-9045-B822-30F7BF18241D}" srcOrd="1" destOrd="0" presId="urn:microsoft.com/office/officeart/2005/8/layout/orgChart1"/>
    <dgm:cxn modelId="{0F86A7C1-E38E-884E-9A14-37997D20204D}" type="presParOf" srcId="{5490D6E1-7B60-ED45-9ED4-B1590CC35F24}" destId="{07FC28F6-E5FA-2949-94F2-AA54723AD836}" srcOrd="2" destOrd="0" presId="urn:microsoft.com/office/officeart/2005/8/layout/orgChart1"/>
    <dgm:cxn modelId="{6226651F-F48B-C344-918C-561C88659111}" type="presParOf" srcId="{99FE22B1-90BF-644F-A291-4C86E0A4AD95}" destId="{9A327657-4A9E-124E-A4E8-03C4E5789F50}" srcOrd="2" destOrd="0" presId="urn:microsoft.com/office/officeart/2005/8/layout/orgChart1"/>
    <dgm:cxn modelId="{40FBA434-EB86-B44B-B365-4A2C5E27BBAA}" type="presParOf" srcId="{99FE22B1-90BF-644F-A291-4C86E0A4AD95}" destId="{2C444FC7-8515-AA41-BDFF-417AE958AEDC}" srcOrd="3" destOrd="0" presId="urn:microsoft.com/office/officeart/2005/8/layout/orgChart1"/>
    <dgm:cxn modelId="{E57960C6-F12A-AB42-893C-41B5921F5A4F}" type="presParOf" srcId="{2C444FC7-8515-AA41-BDFF-417AE958AEDC}" destId="{5E154309-26A2-8544-B3B1-FBE5371C73DC}" srcOrd="0" destOrd="0" presId="urn:microsoft.com/office/officeart/2005/8/layout/orgChart1"/>
    <dgm:cxn modelId="{30FC34E0-6AD5-494D-B487-E4FF8400B785}" type="presParOf" srcId="{5E154309-26A2-8544-B3B1-FBE5371C73DC}" destId="{B256E37B-2DF7-874D-8F4E-530A815B4B8E}" srcOrd="0" destOrd="0" presId="urn:microsoft.com/office/officeart/2005/8/layout/orgChart1"/>
    <dgm:cxn modelId="{F1746F8E-F036-6E4F-BE51-439DAF191CB7}" type="presParOf" srcId="{5E154309-26A2-8544-B3B1-FBE5371C73DC}" destId="{CB400FC0-4656-2A4D-A328-F804F086CB4B}" srcOrd="1" destOrd="0" presId="urn:microsoft.com/office/officeart/2005/8/layout/orgChart1"/>
    <dgm:cxn modelId="{8857CCFA-87F6-9B4F-8D44-900BAC828F4D}" type="presParOf" srcId="{2C444FC7-8515-AA41-BDFF-417AE958AEDC}" destId="{20C5E325-1A72-C447-9666-8316EE26C463}" srcOrd="1" destOrd="0" presId="urn:microsoft.com/office/officeart/2005/8/layout/orgChart1"/>
    <dgm:cxn modelId="{697C1A5C-A314-9641-B14E-B85FC575098D}" type="presParOf" srcId="{2C444FC7-8515-AA41-BDFF-417AE958AEDC}" destId="{40FA8287-02C4-174A-84DE-91DF6C60B8AB}" srcOrd="2" destOrd="0" presId="urn:microsoft.com/office/officeart/2005/8/layout/orgChart1"/>
    <dgm:cxn modelId="{69CFC5AD-B46C-554A-89AE-604AFECC226F}" type="presParOf" srcId="{C25D25C8-D020-C048-B63B-2CD3216B1C97}" destId="{50595C48-3805-3C4D-9888-A51C99953793}" srcOrd="2" destOrd="0" presId="urn:microsoft.com/office/officeart/2005/8/layout/orgChart1"/>
    <dgm:cxn modelId="{7E28291D-D41E-3A4B-96BE-456E63A1FF2B}" type="presParOf" srcId="{572C885B-0E70-9D43-804B-34253F330EFF}" destId="{36EA1FC5-2359-8741-A8FB-933ECC93C882}" srcOrd="2" destOrd="0" presId="urn:microsoft.com/office/officeart/2005/8/layout/orgChart1"/>
    <dgm:cxn modelId="{DEE63121-D667-E846-B2D7-4C39B577FDB5}" type="presParOf" srcId="{572C885B-0E70-9D43-804B-34253F330EFF}" destId="{A250EF67-9199-0C42-A262-EE16E827D03E}" srcOrd="3" destOrd="0" presId="urn:microsoft.com/office/officeart/2005/8/layout/orgChart1"/>
    <dgm:cxn modelId="{9EE7AC89-9180-F140-8267-7751844FDF33}" type="presParOf" srcId="{A250EF67-9199-0C42-A262-EE16E827D03E}" destId="{44E6C88A-C887-234C-B781-92C0D9CEBFAE}" srcOrd="0" destOrd="0" presId="urn:microsoft.com/office/officeart/2005/8/layout/orgChart1"/>
    <dgm:cxn modelId="{79DB81FE-D95B-CA4E-9E3B-C61682572B15}" type="presParOf" srcId="{44E6C88A-C887-234C-B781-92C0D9CEBFAE}" destId="{1F9C853B-FE1F-2746-99EB-B7F95BAC7057}" srcOrd="0" destOrd="0" presId="urn:microsoft.com/office/officeart/2005/8/layout/orgChart1"/>
    <dgm:cxn modelId="{F1D19580-FF74-F840-A19B-0B33F00789FD}" type="presParOf" srcId="{44E6C88A-C887-234C-B781-92C0D9CEBFAE}" destId="{D832EBF5-29E4-9548-8CAC-1CEB768506E2}" srcOrd="1" destOrd="0" presId="urn:microsoft.com/office/officeart/2005/8/layout/orgChart1"/>
    <dgm:cxn modelId="{E8F00DC5-51A5-304D-A6A0-E8D22DDBF012}" type="presParOf" srcId="{A250EF67-9199-0C42-A262-EE16E827D03E}" destId="{1C259F01-B9B1-314A-9D29-1E617975A2C7}" srcOrd="1" destOrd="0" presId="urn:microsoft.com/office/officeart/2005/8/layout/orgChart1"/>
    <dgm:cxn modelId="{762424E6-1CAA-A042-BDE6-D930E4C485CE}" type="presParOf" srcId="{1C259F01-B9B1-314A-9D29-1E617975A2C7}" destId="{45289FAA-F7E2-7B4F-8BF8-7EA68764B19D}" srcOrd="0" destOrd="0" presId="urn:microsoft.com/office/officeart/2005/8/layout/orgChart1"/>
    <dgm:cxn modelId="{C6D1660D-A54B-7043-BE31-0127AB5E65DE}" type="presParOf" srcId="{1C259F01-B9B1-314A-9D29-1E617975A2C7}" destId="{E6235043-1DE5-1A44-AFE7-01B6C5873044}" srcOrd="1" destOrd="0" presId="urn:microsoft.com/office/officeart/2005/8/layout/orgChart1"/>
    <dgm:cxn modelId="{0DBCAA99-37D5-F24F-8338-09207FC2EB26}" type="presParOf" srcId="{E6235043-1DE5-1A44-AFE7-01B6C5873044}" destId="{45BC2A8B-7B84-5F45-B1EE-AC8C924D1FD3}" srcOrd="0" destOrd="0" presId="urn:microsoft.com/office/officeart/2005/8/layout/orgChart1"/>
    <dgm:cxn modelId="{D4F22C20-A255-8147-9EC8-9E175E19B01E}" type="presParOf" srcId="{45BC2A8B-7B84-5F45-B1EE-AC8C924D1FD3}" destId="{9E02835D-60C2-0E46-8D12-65D7144CE4ED}" srcOrd="0" destOrd="0" presId="urn:microsoft.com/office/officeart/2005/8/layout/orgChart1"/>
    <dgm:cxn modelId="{1D6A03E5-18EB-5E43-823D-F82BE58FEEE5}" type="presParOf" srcId="{45BC2A8B-7B84-5F45-B1EE-AC8C924D1FD3}" destId="{E1C84BA5-D955-9A4B-8DD2-A1FDC983ECA3}" srcOrd="1" destOrd="0" presId="urn:microsoft.com/office/officeart/2005/8/layout/orgChart1"/>
    <dgm:cxn modelId="{F1E0DF9A-34F6-4347-BEFD-D60B5FC76238}" type="presParOf" srcId="{E6235043-1DE5-1A44-AFE7-01B6C5873044}" destId="{07A488B6-BEC0-5D43-BA04-EE05EECCDF2B}" srcOrd="1" destOrd="0" presId="urn:microsoft.com/office/officeart/2005/8/layout/orgChart1"/>
    <dgm:cxn modelId="{3D34850B-CF47-2D43-98BE-6EB3D54C1380}" type="presParOf" srcId="{E6235043-1DE5-1A44-AFE7-01B6C5873044}" destId="{E9B34A0B-2783-7C4A-9865-A21C772306A8}" srcOrd="2" destOrd="0" presId="urn:microsoft.com/office/officeart/2005/8/layout/orgChart1"/>
    <dgm:cxn modelId="{0E1F7D91-EE2E-D243-83B6-CD146F9463FB}" type="presParOf" srcId="{1C259F01-B9B1-314A-9D29-1E617975A2C7}" destId="{2902B871-297A-574E-BB12-B20282E678BE}" srcOrd="2" destOrd="0" presId="urn:microsoft.com/office/officeart/2005/8/layout/orgChart1"/>
    <dgm:cxn modelId="{DE492930-DC44-C842-BDF1-AA6FBDD6D1C6}" type="presParOf" srcId="{1C259F01-B9B1-314A-9D29-1E617975A2C7}" destId="{1DF32DD9-E150-384C-9426-43DECBE27825}" srcOrd="3" destOrd="0" presId="urn:microsoft.com/office/officeart/2005/8/layout/orgChart1"/>
    <dgm:cxn modelId="{43C388C1-B4BD-5349-A462-B16A3C07484D}" type="presParOf" srcId="{1DF32DD9-E150-384C-9426-43DECBE27825}" destId="{8EA34F4A-C326-3F4B-BE4B-C861D19DCA31}" srcOrd="0" destOrd="0" presId="urn:microsoft.com/office/officeart/2005/8/layout/orgChart1"/>
    <dgm:cxn modelId="{D934B220-E2C8-5449-9F1D-8762A5E1EA0B}" type="presParOf" srcId="{8EA34F4A-C326-3F4B-BE4B-C861D19DCA31}" destId="{A936F2B5-6729-F443-8A00-4129F9969455}" srcOrd="0" destOrd="0" presId="urn:microsoft.com/office/officeart/2005/8/layout/orgChart1"/>
    <dgm:cxn modelId="{886FF2F7-8261-B94B-BA9E-2FD3FF38CCA4}" type="presParOf" srcId="{8EA34F4A-C326-3F4B-BE4B-C861D19DCA31}" destId="{59408BB5-1694-5742-B330-43E2CE785CE3}" srcOrd="1" destOrd="0" presId="urn:microsoft.com/office/officeart/2005/8/layout/orgChart1"/>
    <dgm:cxn modelId="{EB71E8D0-FDDE-374F-9614-6650742E8A36}" type="presParOf" srcId="{1DF32DD9-E150-384C-9426-43DECBE27825}" destId="{A207973C-A175-9941-9EAA-3110B6A88400}" srcOrd="1" destOrd="0" presId="urn:microsoft.com/office/officeart/2005/8/layout/orgChart1"/>
    <dgm:cxn modelId="{3B2C9F54-A9F2-334C-99F8-E27CBE92F851}" type="presParOf" srcId="{1DF32DD9-E150-384C-9426-43DECBE27825}" destId="{EF3B56E1-8C74-D248-9962-190CD859A022}" srcOrd="2" destOrd="0" presId="urn:microsoft.com/office/officeart/2005/8/layout/orgChart1"/>
    <dgm:cxn modelId="{5CD91EFF-6E01-A341-9CEE-306218DA1FDA}" type="presParOf" srcId="{A250EF67-9199-0C42-A262-EE16E827D03E}" destId="{A65BC9C4-74AF-5747-9C08-F0BD72984552}" srcOrd="2" destOrd="0" presId="urn:microsoft.com/office/officeart/2005/8/layout/orgChart1"/>
    <dgm:cxn modelId="{7C9EB239-41C1-CC49-8BD9-BCCFA62D33C3}" type="presParOf" srcId="{572C885B-0E70-9D43-804B-34253F330EFF}" destId="{34E8A5A9-A4EF-1244-B6D9-B77F8EAD56EF}" srcOrd="4" destOrd="0" presId="urn:microsoft.com/office/officeart/2005/8/layout/orgChart1"/>
    <dgm:cxn modelId="{9B0D7C1F-C014-5241-9BED-2F8A6B6C6B79}" type="presParOf" srcId="{572C885B-0E70-9D43-804B-34253F330EFF}" destId="{F814A9BC-EA26-884E-89B7-1E9E51E378B3}" srcOrd="5" destOrd="0" presId="urn:microsoft.com/office/officeart/2005/8/layout/orgChart1"/>
    <dgm:cxn modelId="{0DF16E96-6AD9-704F-B069-66945BE138B5}" type="presParOf" srcId="{F814A9BC-EA26-884E-89B7-1E9E51E378B3}" destId="{BD6BA4A6-D088-334B-9976-419A6950D664}" srcOrd="0" destOrd="0" presId="urn:microsoft.com/office/officeart/2005/8/layout/orgChart1"/>
    <dgm:cxn modelId="{C723F93D-EE9A-8F4B-B6A9-CB7B4EB03E0B}" type="presParOf" srcId="{BD6BA4A6-D088-334B-9976-419A6950D664}" destId="{5BA786B0-345D-FA4D-BDE3-3D200475AF9D}" srcOrd="0" destOrd="0" presId="urn:microsoft.com/office/officeart/2005/8/layout/orgChart1"/>
    <dgm:cxn modelId="{AEAE1779-E7BC-DB43-81A9-DE68D8F759B6}" type="presParOf" srcId="{BD6BA4A6-D088-334B-9976-419A6950D664}" destId="{E77506D6-5D57-9544-A3A9-596C6879BBAD}" srcOrd="1" destOrd="0" presId="urn:microsoft.com/office/officeart/2005/8/layout/orgChart1"/>
    <dgm:cxn modelId="{C46C2CF6-0E89-7F43-B522-28A7C18E7A6A}" type="presParOf" srcId="{F814A9BC-EA26-884E-89B7-1E9E51E378B3}" destId="{F6A711DD-B2A4-D448-B757-FA3083CE96FB}" srcOrd="1" destOrd="0" presId="urn:microsoft.com/office/officeart/2005/8/layout/orgChart1"/>
    <dgm:cxn modelId="{A6583B5B-F9BB-5E4D-BDBD-1532B2914940}" type="presParOf" srcId="{F814A9BC-EA26-884E-89B7-1E9E51E378B3}" destId="{6E102F14-26EF-2C48-BF90-B779F3BAEE29}" srcOrd="2" destOrd="0" presId="urn:microsoft.com/office/officeart/2005/8/layout/orgChart1"/>
    <dgm:cxn modelId="{CFF85B54-1A16-8349-8D29-20F87C51CFA9}" type="presParOf" srcId="{0D4B0044-760F-D743-8B1D-900B018EC38C}" destId="{C7E03AF0-A8D7-AF43-9DF2-CEA9726BFE4A}" srcOrd="2" destOrd="0" presId="urn:microsoft.com/office/officeart/2005/8/layout/orgChart1"/>
    <dgm:cxn modelId="{692C95EE-2080-FE4F-95D2-1326C73B36F9}" type="presParOf" srcId="{D6449E2F-8D77-4C4D-9609-01607486F151}" destId="{B894123F-0220-6D41-A850-C9C49397B892}" srcOrd="2" destOrd="0" presId="urn:microsoft.com/office/officeart/2005/8/layout/orgChart1"/>
    <dgm:cxn modelId="{9BABBBFF-A8BA-2442-A781-918B3CDA3482}" type="presParOf" srcId="{D6449E2F-8D77-4C4D-9609-01607486F151}" destId="{0327E26B-7311-8746-AC0D-554A7F1F92FF}" srcOrd="3" destOrd="0" presId="urn:microsoft.com/office/officeart/2005/8/layout/orgChart1"/>
    <dgm:cxn modelId="{0EDC5AE8-A6B1-0743-8E75-E5FC89312B6E}" type="presParOf" srcId="{0327E26B-7311-8746-AC0D-554A7F1F92FF}" destId="{32B889CD-B37B-064B-82DA-21E4E0BB5C7C}" srcOrd="0" destOrd="0" presId="urn:microsoft.com/office/officeart/2005/8/layout/orgChart1"/>
    <dgm:cxn modelId="{53F65606-F3A0-384D-8EFD-DA519E8B6AA5}" type="presParOf" srcId="{32B889CD-B37B-064B-82DA-21E4E0BB5C7C}" destId="{AB1D0418-69DD-AB45-B6D1-FED3027FC9B1}" srcOrd="0" destOrd="0" presId="urn:microsoft.com/office/officeart/2005/8/layout/orgChart1"/>
    <dgm:cxn modelId="{ADD2112B-7D11-F14A-A6E2-9258E5B53DAF}" type="presParOf" srcId="{32B889CD-B37B-064B-82DA-21E4E0BB5C7C}" destId="{849AA345-1B71-3A44-8863-50407BF0B117}" srcOrd="1" destOrd="0" presId="urn:microsoft.com/office/officeart/2005/8/layout/orgChart1"/>
    <dgm:cxn modelId="{6A177C3C-B9BF-2E44-9D4E-1DB901BE78C0}" type="presParOf" srcId="{0327E26B-7311-8746-AC0D-554A7F1F92FF}" destId="{C0408D4F-60E6-254F-9C68-089E4E842B73}" srcOrd="1" destOrd="0" presId="urn:microsoft.com/office/officeart/2005/8/layout/orgChart1"/>
    <dgm:cxn modelId="{1BB0DCFF-BCDD-3748-8C14-4EACC7BDD787}" type="presParOf" srcId="{C0408D4F-60E6-254F-9C68-089E4E842B73}" destId="{F243ED98-B597-E245-ABE3-95247DBD3A67}" srcOrd="0" destOrd="0" presId="urn:microsoft.com/office/officeart/2005/8/layout/orgChart1"/>
    <dgm:cxn modelId="{95552A0E-4B27-7842-A0D7-71A3D4E8708C}" type="presParOf" srcId="{C0408D4F-60E6-254F-9C68-089E4E842B73}" destId="{D2E63FFD-D8D2-2146-B177-C9E83DA3D16C}" srcOrd="1" destOrd="0" presId="urn:microsoft.com/office/officeart/2005/8/layout/orgChart1"/>
    <dgm:cxn modelId="{83BE0DBB-9816-9D43-A4F5-5E58E7FF34F6}" type="presParOf" srcId="{D2E63FFD-D8D2-2146-B177-C9E83DA3D16C}" destId="{83B5E4B3-17F1-DF46-8D39-7742BF297B5B}" srcOrd="0" destOrd="0" presId="urn:microsoft.com/office/officeart/2005/8/layout/orgChart1"/>
    <dgm:cxn modelId="{137142A6-1324-D64C-B7DC-713193CCAFB6}" type="presParOf" srcId="{83B5E4B3-17F1-DF46-8D39-7742BF297B5B}" destId="{5A297602-5D78-7E48-94F8-66EFBD41F5A5}" srcOrd="0" destOrd="0" presId="urn:microsoft.com/office/officeart/2005/8/layout/orgChart1"/>
    <dgm:cxn modelId="{8FA13C62-98D3-0746-81F8-C6DFCC9ACC5A}" type="presParOf" srcId="{83B5E4B3-17F1-DF46-8D39-7742BF297B5B}" destId="{4A014A2A-905E-2044-8A42-8FADFAFDB449}" srcOrd="1" destOrd="0" presId="urn:microsoft.com/office/officeart/2005/8/layout/orgChart1"/>
    <dgm:cxn modelId="{057ED9E5-1681-4749-B932-332A7DED2998}" type="presParOf" srcId="{D2E63FFD-D8D2-2146-B177-C9E83DA3D16C}" destId="{4FD1EED2-482D-744B-A514-CFE4CC6B01C7}" srcOrd="1" destOrd="0" presId="urn:microsoft.com/office/officeart/2005/8/layout/orgChart1"/>
    <dgm:cxn modelId="{04F18797-1C05-8241-AE40-B2C5830FD1D5}" type="presParOf" srcId="{D2E63FFD-D8D2-2146-B177-C9E83DA3D16C}" destId="{E3825F7A-209E-6C4C-9D9B-6F1BB756C222}" srcOrd="2" destOrd="0" presId="urn:microsoft.com/office/officeart/2005/8/layout/orgChart1"/>
    <dgm:cxn modelId="{09FC2A17-D37B-CB40-BEBB-604E30E8181C}" type="presParOf" srcId="{C0408D4F-60E6-254F-9C68-089E4E842B73}" destId="{FE921913-4DA7-B649-9D68-0D0DBB2ADA5B}" srcOrd="2" destOrd="0" presId="urn:microsoft.com/office/officeart/2005/8/layout/orgChart1"/>
    <dgm:cxn modelId="{A28713FE-D2E7-524E-A612-7CEB7565858B}" type="presParOf" srcId="{C0408D4F-60E6-254F-9C68-089E4E842B73}" destId="{EA3D61D3-A2CC-EF42-AE80-BA0551157143}" srcOrd="3" destOrd="0" presId="urn:microsoft.com/office/officeart/2005/8/layout/orgChart1"/>
    <dgm:cxn modelId="{EC26A9CF-CE74-014B-BD54-C6562568F27E}" type="presParOf" srcId="{EA3D61D3-A2CC-EF42-AE80-BA0551157143}" destId="{82E544F7-D115-304F-B169-FA720C208A0A}" srcOrd="0" destOrd="0" presId="urn:microsoft.com/office/officeart/2005/8/layout/orgChart1"/>
    <dgm:cxn modelId="{B8475556-9850-CF45-9757-BA2A2537D7BB}" type="presParOf" srcId="{82E544F7-D115-304F-B169-FA720C208A0A}" destId="{233936D6-7480-304D-A6C6-AB2FC6A2D4C8}" srcOrd="0" destOrd="0" presId="urn:microsoft.com/office/officeart/2005/8/layout/orgChart1"/>
    <dgm:cxn modelId="{394B790E-7628-AF4F-9DB0-6BA729F6D5D5}" type="presParOf" srcId="{82E544F7-D115-304F-B169-FA720C208A0A}" destId="{EDE822D7-9FBD-6A4C-9479-D72B0F2B6447}" srcOrd="1" destOrd="0" presId="urn:microsoft.com/office/officeart/2005/8/layout/orgChart1"/>
    <dgm:cxn modelId="{D5818E17-CC2D-6647-8E64-5A547633BB70}" type="presParOf" srcId="{EA3D61D3-A2CC-EF42-AE80-BA0551157143}" destId="{4E7818F2-8627-6B4D-A606-6A9CA47E998E}" srcOrd="1" destOrd="0" presId="urn:microsoft.com/office/officeart/2005/8/layout/orgChart1"/>
    <dgm:cxn modelId="{8E16706F-9916-3D45-AFC7-A20FDC2B08E4}" type="presParOf" srcId="{4E7818F2-8627-6B4D-A606-6A9CA47E998E}" destId="{8F23A733-0557-EC4C-808B-7787D88A2BBA}" srcOrd="0" destOrd="0" presId="urn:microsoft.com/office/officeart/2005/8/layout/orgChart1"/>
    <dgm:cxn modelId="{5B4C160A-EB7B-274D-A1F0-70C074ED24E8}" type="presParOf" srcId="{4E7818F2-8627-6B4D-A606-6A9CA47E998E}" destId="{F643D626-DE6F-3644-BFEB-FDE688F34B8E}" srcOrd="1" destOrd="0" presId="urn:microsoft.com/office/officeart/2005/8/layout/orgChart1"/>
    <dgm:cxn modelId="{9F9F2219-D81C-1E4C-97E1-1056CAE46C01}" type="presParOf" srcId="{F643D626-DE6F-3644-BFEB-FDE688F34B8E}" destId="{1245F832-825F-2445-BF26-DCED24855F94}" srcOrd="0" destOrd="0" presId="urn:microsoft.com/office/officeart/2005/8/layout/orgChart1"/>
    <dgm:cxn modelId="{42FEA26E-1F17-044F-B959-C0BF81319835}" type="presParOf" srcId="{1245F832-825F-2445-BF26-DCED24855F94}" destId="{56CD9574-BF8F-5543-8D39-6AE2D689CB01}" srcOrd="0" destOrd="0" presId="urn:microsoft.com/office/officeart/2005/8/layout/orgChart1"/>
    <dgm:cxn modelId="{52F981B7-EBD9-4941-942B-76E261D95EC5}" type="presParOf" srcId="{1245F832-825F-2445-BF26-DCED24855F94}" destId="{DC8A0A3E-44FF-D943-A97E-A72CDE75CD78}" srcOrd="1" destOrd="0" presId="urn:microsoft.com/office/officeart/2005/8/layout/orgChart1"/>
    <dgm:cxn modelId="{A4D8A65A-6E97-D444-915C-214CC41C5FDC}" type="presParOf" srcId="{F643D626-DE6F-3644-BFEB-FDE688F34B8E}" destId="{C77DC56C-7964-7743-8827-22EDB455EC1B}" srcOrd="1" destOrd="0" presId="urn:microsoft.com/office/officeart/2005/8/layout/orgChart1"/>
    <dgm:cxn modelId="{6174D76D-005E-7A48-AF34-4889061B5B0A}" type="presParOf" srcId="{F643D626-DE6F-3644-BFEB-FDE688F34B8E}" destId="{2C0D9B28-757E-404F-8799-3ECC4362B312}" srcOrd="2" destOrd="0" presId="urn:microsoft.com/office/officeart/2005/8/layout/orgChart1"/>
    <dgm:cxn modelId="{76E5EC84-BABF-3F44-A7A1-7DEBF296E0CC}" type="presParOf" srcId="{4E7818F2-8627-6B4D-A606-6A9CA47E998E}" destId="{2708D479-2AA3-2C49-959C-2789DBA92F64}" srcOrd="2" destOrd="0" presId="urn:microsoft.com/office/officeart/2005/8/layout/orgChart1"/>
    <dgm:cxn modelId="{CCCF8ABC-1D71-E84A-AE38-2DFAAC0C16E0}" type="presParOf" srcId="{4E7818F2-8627-6B4D-A606-6A9CA47E998E}" destId="{346FF834-6F87-EE48-A7A6-DCB80D1B84AB}" srcOrd="3" destOrd="0" presId="urn:microsoft.com/office/officeart/2005/8/layout/orgChart1"/>
    <dgm:cxn modelId="{5E72C265-9471-8D48-A890-8817A6525C5F}" type="presParOf" srcId="{346FF834-6F87-EE48-A7A6-DCB80D1B84AB}" destId="{6B11DDB8-9F01-6A41-ABC2-0B0B6835BC66}" srcOrd="0" destOrd="0" presId="urn:microsoft.com/office/officeart/2005/8/layout/orgChart1"/>
    <dgm:cxn modelId="{DA825684-CA93-3441-BBA9-520B125E05D7}" type="presParOf" srcId="{6B11DDB8-9F01-6A41-ABC2-0B0B6835BC66}" destId="{A7C167E2-EFD4-8444-AC87-E05FCC936457}" srcOrd="0" destOrd="0" presId="urn:microsoft.com/office/officeart/2005/8/layout/orgChart1"/>
    <dgm:cxn modelId="{DDC5FE9C-EF8B-0342-BEC9-C3E1AF70F792}" type="presParOf" srcId="{6B11DDB8-9F01-6A41-ABC2-0B0B6835BC66}" destId="{C093F95A-EFFA-574E-8CEB-CDF009D15468}" srcOrd="1" destOrd="0" presId="urn:microsoft.com/office/officeart/2005/8/layout/orgChart1"/>
    <dgm:cxn modelId="{81F12EA3-D3B4-A54F-89AF-D2F09C8921E0}" type="presParOf" srcId="{346FF834-6F87-EE48-A7A6-DCB80D1B84AB}" destId="{2CDB6525-4358-1146-A17B-91EEC79C706C}" srcOrd="1" destOrd="0" presId="urn:microsoft.com/office/officeart/2005/8/layout/orgChart1"/>
    <dgm:cxn modelId="{FBB63F90-6676-9846-8459-6AB07D1828AA}" type="presParOf" srcId="{346FF834-6F87-EE48-A7A6-DCB80D1B84AB}" destId="{35CA00DC-8FA4-DE45-B473-470B5680F179}" srcOrd="2" destOrd="0" presId="urn:microsoft.com/office/officeart/2005/8/layout/orgChart1"/>
    <dgm:cxn modelId="{62FE6A21-1701-8743-A3A5-11774C544BF2}" type="presParOf" srcId="{EA3D61D3-A2CC-EF42-AE80-BA0551157143}" destId="{6CB024A8-0B06-6E48-B973-4FB985DBE653}" srcOrd="2" destOrd="0" presId="urn:microsoft.com/office/officeart/2005/8/layout/orgChart1"/>
    <dgm:cxn modelId="{C36F21B4-9F5F-6F4F-8048-DC2DAE5AD68A}" type="presParOf" srcId="{C0408D4F-60E6-254F-9C68-089E4E842B73}" destId="{FB32BD49-D585-8040-A0BA-225499EB4E51}" srcOrd="4" destOrd="0" presId="urn:microsoft.com/office/officeart/2005/8/layout/orgChart1"/>
    <dgm:cxn modelId="{C6D9E33B-0CFA-2543-9923-04CE3E828E30}" type="presParOf" srcId="{C0408D4F-60E6-254F-9C68-089E4E842B73}" destId="{38A1783D-5E0F-3242-A0A9-86797EBC00CE}" srcOrd="5" destOrd="0" presId="urn:microsoft.com/office/officeart/2005/8/layout/orgChart1"/>
    <dgm:cxn modelId="{69F82AD6-5AC4-5647-A03F-4F578CBE2210}" type="presParOf" srcId="{38A1783D-5E0F-3242-A0A9-86797EBC00CE}" destId="{9B8A8A9D-E31D-0A4C-8084-F387ACA8925D}" srcOrd="0" destOrd="0" presId="urn:microsoft.com/office/officeart/2005/8/layout/orgChart1"/>
    <dgm:cxn modelId="{164B052B-7A3D-B945-8178-74C5364C7D0E}" type="presParOf" srcId="{9B8A8A9D-E31D-0A4C-8084-F387ACA8925D}" destId="{CD986E64-F5B1-2045-8CCD-657D0442AD29}" srcOrd="0" destOrd="0" presId="urn:microsoft.com/office/officeart/2005/8/layout/orgChart1"/>
    <dgm:cxn modelId="{9BE49969-BBC5-BC4C-B028-9D684454BE7E}" type="presParOf" srcId="{9B8A8A9D-E31D-0A4C-8084-F387ACA8925D}" destId="{0CA721BB-E839-264B-9E66-D15297BCEAD5}" srcOrd="1" destOrd="0" presId="urn:microsoft.com/office/officeart/2005/8/layout/orgChart1"/>
    <dgm:cxn modelId="{C01F8994-0C3C-EC44-A062-193BBE184192}" type="presParOf" srcId="{38A1783D-5E0F-3242-A0A9-86797EBC00CE}" destId="{A2B47C93-87F5-AD44-BC3F-1307006BF2F4}" srcOrd="1" destOrd="0" presId="urn:microsoft.com/office/officeart/2005/8/layout/orgChart1"/>
    <dgm:cxn modelId="{D8BBDD4E-FAEC-B841-AA84-B221D13C6E5C}" type="presParOf" srcId="{A2B47C93-87F5-AD44-BC3F-1307006BF2F4}" destId="{68A780E7-4874-9E49-84F0-C3586F93EFBC}" srcOrd="0" destOrd="0" presId="urn:microsoft.com/office/officeart/2005/8/layout/orgChart1"/>
    <dgm:cxn modelId="{75C6E583-0329-2844-9EE3-0E946D4EBED3}" type="presParOf" srcId="{A2B47C93-87F5-AD44-BC3F-1307006BF2F4}" destId="{6416F1E4-6F7B-C743-8E54-1B7346E55C92}" srcOrd="1" destOrd="0" presId="urn:microsoft.com/office/officeart/2005/8/layout/orgChart1"/>
    <dgm:cxn modelId="{F93E3AC2-9721-CF48-A941-C8DD1DB2FBBB}" type="presParOf" srcId="{6416F1E4-6F7B-C743-8E54-1B7346E55C92}" destId="{5769CCB5-AFFC-3947-B0BD-F4C820676CA3}" srcOrd="0" destOrd="0" presId="urn:microsoft.com/office/officeart/2005/8/layout/orgChart1"/>
    <dgm:cxn modelId="{841EFAB3-2DC2-EC46-B8BD-E119A657D487}" type="presParOf" srcId="{5769CCB5-AFFC-3947-B0BD-F4C820676CA3}" destId="{18B569ED-4EE6-B048-8917-DA258FC8F253}" srcOrd="0" destOrd="0" presId="urn:microsoft.com/office/officeart/2005/8/layout/orgChart1"/>
    <dgm:cxn modelId="{93DDE3C6-E6B9-494A-B3F3-E5E85B9D9983}" type="presParOf" srcId="{5769CCB5-AFFC-3947-B0BD-F4C820676CA3}" destId="{CBBAD041-95FA-C74B-8371-4D968557870D}" srcOrd="1" destOrd="0" presId="urn:microsoft.com/office/officeart/2005/8/layout/orgChart1"/>
    <dgm:cxn modelId="{233A07F3-FE81-334E-9B9E-27A161356B76}" type="presParOf" srcId="{6416F1E4-6F7B-C743-8E54-1B7346E55C92}" destId="{1A6CD3CE-DE1C-D349-910A-D15AC7A6E717}" srcOrd="1" destOrd="0" presId="urn:microsoft.com/office/officeart/2005/8/layout/orgChart1"/>
    <dgm:cxn modelId="{9402553A-4F26-E04F-B3C2-75F2545A6D89}" type="presParOf" srcId="{6416F1E4-6F7B-C743-8E54-1B7346E55C92}" destId="{21379467-2726-7F45-A656-61637B43529C}" srcOrd="2" destOrd="0" presId="urn:microsoft.com/office/officeart/2005/8/layout/orgChart1"/>
    <dgm:cxn modelId="{F922437E-CD51-1B40-8A31-5461CEBE3212}" type="presParOf" srcId="{38A1783D-5E0F-3242-A0A9-86797EBC00CE}" destId="{F6DEE0E3-3C81-A345-A537-71E16DDA43AB}" srcOrd="2" destOrd="0" presId="urn:microsoft.com/office/officeart/2005/8/layout/orgChart1"/>
    <dgm:cxn modelId="{930C3774-1FC7-CD4C-8EDE-2B8A11BF8FB1}" type="presParOf" srcId="{0327E26B-7311-8746-AC0D-554A7F1F92FF}" destId="{7C153FB8-4F5D-AD4B-B79A-1E969F56BD5A}" srcOrd="2" destOrd="0" presId="urn:microsoft.com/office/officeart/2005/8/layout/orgChart1"/>
    <dgm:cxn modelId="{75B699B6-8950-8B42-81FE-6BB6B5D883BE}" type="presParOf" srcId="{8D644C3C-C49D-F246-9307-4294F00872AB}" destId="{4178FABF-6ECB-4A4B-9128-EBFBD8C7553C}"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58A3A30-C18B-C94F-B7FE-47B1C405216F}"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GB"/>
        </a:p>
      </dgm:t>
    </dgm:pt>
    <dgm:pt modelId="{199B8C77-E01D-7E41-AFE6-6C3BCBC274B7}">
      <dgm:prSet custT="1"/>
      <dgm:spPr/>
      <dgm:t>
        <a:bodyPr/>
        <a:lstStyle/>
        <a:p>
          <a:r>
            <a:rPr lang="en-US" sz="1800" dirty="0"/>
            <a:t>Output: </a:t>
          </a:r>
          <a:endParaRPr lang="en-MY" sz="1800" dirty="0"/>
        </a:p>
      </dgm:t>
    </dgm:pt>
    <dgm:pt modelId="{29437757-DF58-244E-8ABB-CA6A814F57C7}" type="parTrans" cxnId="{79835428-BBF8-704A-91F2-82A34A76BA8B}">
      <dgm:prSet/>
      <dgm:spPr/>
      <dgm:t>
        <a:bodyPr/>
        <a:lstStyle/>
        <a:p>
          <a:endParaRPr lang="en-GB" sz="1100"/>
        </a:p>
      </dgm:t>
    </dgm:pt>
    <dgm:pt modelId="{95D075C0-EAD6-4045-B412-301235EEE4A8}" type="sibTrans" cxnId="{79835428-BBF8-704A-91F2-82A34A76BA8B}">
      <dgm:prSet/>
      <dgm:spPr/>
      <dgm:t>
        <a:bodyPr/>
        <a:lstStyle/>
        <a:p>
          <a:endParaRPr lang="en-GB" sz="1100"/>
        </a:p>
      </dgm:t>
    </dgm:pt>
    <dgm:pt modelId="{FBBE9521-A0EE-6148-9DDD-B603940B2D5A}">
      <dgm:prSet custT="1"/>
      <dgm:spPr/>
      <dgm:t>
        <a:bodyPr/>
        <a:lstStyle/>
        <a:p>
          <a:r>
            <a:rPr lang="en-US" sz="2000" dirty="0"/>
            <a:t>Understands how users accomplish their work.</a:t>
          </a:r>
          <a:endParaRPr lang="en-MY" sz="2000" dirty="0"/>
        </a:p>
      </dgm:t>
    </dgm:pt>
    <dgm:pt modelId="{62978DC2-0861-3C48-8DE3-E8AFF19A8739}" type="parTrans" cxnId="{856CA0D3-CCDD-5342-A60F-E0DD18BCD1B1}">
      <dgm:prSet/>
      <dgm:spPr/>
      <dgm:t>
        <a:bodyPr/>
        <a:lstStyle/>
        <a:p>
          <a:endParaRPr lang="en-GB" sz="1100"/>
        </a:p>
      </dgm:t>
    </dgm:pt>
    <dgm:pt modelId="{7A92D91A-3B8C-4849-976B-8C29889DD801}" type="sibTrans" cxnId="{856CA0D3-CCDD-5342-A60F-E0DD18BCD1B1}">
      <dgm:prSet/>
      <dgm:spPr/>
      <dgm:t>
        <a:bodyPr/>
        <a:lstStyle/>
        <a:p>
          <a:endParaRPr lang="en-GB" sz="1100"/>
        </a:p>
      </dgm:t>
    </dgm:pt>
    <dgm:pt modelId="{094742AC-A10C-4F4C-885A-603CBA965EB4}">
      <dgm:prSet custT="1"/>
      <dgm:spPr/>
      <dgm:t>
        <a:bodyPr/>
        <a:lstStyle/>
        <a:p>
          <a:r>
            <a:rPr lang="en-US" sz="2000" dirty="0"/>
            <a:t>Know the </a:t>
          </a:r>
          <a:r>
            <a:rPr lang="en-US" sz="2000" b="1" dirty="0">
              <a:solidFill>
                <a:schemeClr val="accent2"/>
              </a:solidFill>
            </a:rPr>
            <a:t>BUSINESS FUNCTIONS </a:t>
          </a:r>
          <a:r>
            <a:rPr lang="en-US" sz="2000" dirty="0"/>
            <a:t>and have complete information on the people, goals, data and procedure involved.</a:t>
          </a:r>
          <a:endParaRPr lang="en-MY" sz="2000" dirty="0"/>
        </a:p>
      </dgm:t>
    </dgm:pt>
    <dgm:pt modelId="{65333CF3-1614-BB42-8BFC-FB4B619C550E}" type="parTrans" cxnId="{A3D48831-6951-DA49-8C14-C81E0B50BF00}">
      <dgm:prSet/>
      <dgm:spPr/>
      <dgm:t>
        <a:bodyPr/>
        <a:lstStyle/>
        <a:p>
          <a:endParaRPr lang="en-GB" sz="1100"/>
        </a:p>
      </dgm:t>
    </dgm:pt>
    <dgm:pt modelId="{EA742AED-EA07-024E-8BAB-8842FD9B7E03}" type="sibTrans" cxnId="{A3D48831-6951-DA49-8C14-C81E0B50BF00}">
      <dgm:prSet/>
      <dgm:spPr/>
      <dgm:t>
        <a:bodyPr/>
        <a:lstStyle/>
        <a:p>
          <a:endParaRPr lang="en-GB" sz="1100"/>
        </a:p>
      </dgm:t>
    </dgm:pt>
    <dgm:pt modelId="{34E7CC03-EC1F-1040-BDE0-24B901087F68}" type="pres">
      <dgm:prSet presAssocID="{158A3A30-C18B-C94F-B7FE-47B1C405216F}" presName="linear" presStyleCnt="0">
        <dgm:presLayoutVars>
          <dgm:animLvl val="lvl"/>
          <dgm:resizeHandles val="exact"/>
        </dgm:presLayoutVars>
      </dgm:prSet>
      <dgm:spPr/>
    </dgm:pt>
    <dgm:pt modelId="{B1C37050-D50E-7740-856F-13FA4716F04F}" type="pres">
      <dgm:prSet presAssocID="{199B8C77-E01D-7E41-AFE6-6C3BCBC274B7}" presName="parentText" presStyleLbl="node1" presStyleIdx="0" presStyleCnt="1" custScaleY="31395">
        <dgm:presLayoutVars>
          <dgm:chMax val="0"/>
          <dgm:bulletEnabled val="1"/>
        </dgm:presLayoutVars>
      </dgm:prSet>
      <dgm:spPr/>
    </dgm:pt>
    <dgm:pt modelId="{ABE487D9-10B9-9042-BE83-7EB6922F4878}" type="pres">
      <dgm:prSet presAssocID="{199B8C77-E01D-7E41-AFE6-6C3BCBC274B7}" presName="childText" presStyleLbl="revTx" presStyleIdx="0" presStyleCnt="1">
        <dgm:presLayoutVars>
          <dgm:bulletEnabled val="1"/>
        </dgm:presLayoutVars>
      </dgm:prSet>
      <dgm:spPr/>
    </dgm:pt>
  </dgm:ptLst>
  <dgm:cxnLst>
    <dgm:cxn modelId="{10240F27-A6EE-BE47-A0C3-E99289E9E328}" type="presOf" srcId="{199B8C77-E01D-7E41-AFE6-6C3BCBC274B7}" destId="{B1C37050-D50E-7740-856F-13FA4716F04F}" srcOrd="0" destOrd="0" presId="urn:microsoft.com/office/officeart/2005/8/layout/vList2"/>
    <dgm:cxn modelId="{79835428-BBF8-704A-91F2-82A34A76BA8B}" srcId="{158A3A30-C18B-C94F-B7FE-47B1C405216F}" destId="{199B8C77-E01D-7E41-AFE6-6C3BCBC274B7}" srcOrd="0" destOrd="0" parTransId="{29437757-DF58-244E-8ABB-CA6A814F57C7}" sibTransId="{95D075C0-EAD6-4045-B412-301235EEE4A8}"/>
    <dgm:cxn modelId="{A3D48831-6951-DA49-8C14-C81E0B50BF00}" srcId="{199B8C77-E01D-7E41-AFE6-6C3BCBC274B7}" destId="{094742AC-A10C-4F4C-885A-603CBA965EB4}" srcOrd="1" destOrd="0" parTransId="{65333CF3-1614-BB42-8BFC-FB4B619C550E}" sibTransId="{EA742AED-EA07-024E-8BAB-8842FD9B7E03}"/>
    <dgm:cxn modelId="{05DC8A32-2DAB-5C49-81D4-ABF27C46C952}" type="presOf" srcId="{FBBE9521-A0EE-6148-9DDD-B603940B2D5A}" destId="{ABE487D9-10B9-9042-BE83-7EB6922F4878}" srcOrd="0" destOrd="0" presId="urn:microsoft.com/office/officeart/2005/8/layout/vList2"/>
    <dgm:cxn modelId="{0825ACA2-83D8-C14B-AB27-11153BA08A4A}" type="presOf" srcId="{158A3A30-C18B-C94F-B7FE-47B1C405216F}" destId="{34E7CC03-EC1F-1040-BDE0-24B901087F68}" srcOrd="0" destOrd="0" presId="urn:microsoft.com/office/officeart/2005/8/layout/vList2"/>
    <dgm:cxn modelId="{856CA0D3-CCDD-5342-A60F-E0DD18BCD1B1}" srcId="{199B8C77-E01D-7E41-AFE6-6C3BCBC274B7}" destId="{FBBE9521-A0EE-6148-9DDD-B603940B2D5A}" srcOrd="0" destOrd="0" parTransId="{62978DC2-0861-3C48-8DE3-E8AFF19A8739}" sibTransId="{7A92D91A-3B8C-4849-976B-8C29889DD801}"/>
    <dgm:cxn modelId="{FD5E52EB-3167-EB45-873E-9A7E4D25BE88}" type="presOf" srcId="{094742AC-A10C-4F4C-885A-603CBA965EB4}" destId="{ABE487D9-10B9-9042-BE83-7EB6922F4878}" srcOrd="0" destOrd="1" presId="urn:microsoft.com/office/officeart/2005/8/layout/vList2"/>
    <dgm:cxn modelId="{77235D2A-4C40-7742-A52A-F3BB691DABCA}" type="presParOf" srcId="{34E7CC03-EC1F-1040-BDE0-24B901087F68}" destId="{B1C37050-D50E-7740-856F-13FA4716F04F}" srcOrd="0" destOrd="0" presId="urn:microsoft.com/office/officeart/2005/8/layout/vList2"/>
    <dgm:cxn modelId="{D42D163D-6598-3B4B-969A-32FAF2763EE6}" type="presParOf" srcId="{34E7CC03-EC1F-1040-BDE0-24B901087F68}" destId="{ABE487D9-10B9-9042-BE83-7EB6922F4878}" srcOrd="1"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6386B2C-E672-B347-AA80-B376162495D8}"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GB"/>
        </a:p>
      </dgm:t>
    </dgm:pt>
    <dgm:pt modelId="{2CE7A395-EDD4-A543-9900-29449CBF539E}">
      <dgm:prSet custT="1"/>
      <dgm:spPr/>
      <dgm:t>
        <a:bodyPr/>
        <a:lstStyle/>
        <a:p>
          <a:r>
            <a:rPr lang="en-US" sz="3100" dirty="0"/>
            <a:t>Activity:</a:t>
          </a:r>
          <a:endParaRPr lang="en-MY" sz="3100" dirty="0"/>
        </a:p>
      </dgm:t>
    </dgm:pt>
    <dgm:pt modelId="{A489482B-91DB-2A42-B3B2-1DA680CC73E4}" type="parTrans" cxnId="{3EA62E0A-0E69-D14B-A5E0-6B55015C5AB6}">
      <dgm:prSet/>
      <dgm:spPr/>
      <dgm:t>
        <a:bodyPr/>
        <a:lstStyle/>
        <a:p>
          <a:endParaRPr lang="en-GB"/>
        </a:p>
      </dgm:t>
    </dgm:pt>
    <dgm:pt modelId="{8841784A-6D4D-864F-936E-AD34255633C5}" type="sibTrans" cxnId="{3EA62E0A-0E69-D14B-A5E0-6B55015C5AB6}">
      <dgm:prSet/>
      <dgm:spPr/>
      <dgm:t>
        <a:bodyPr/>
        <a:lstStyle/>
        <a:p>
          <a:endParaRPr lang="en-GB"/>
        </a:p>
      </dgm:t>
    </dgm:pt>
    <dgm:pt modelId="{16DE2196-30B9-194C-9D66-3BA196F92739}">
      <dgm:prSet custT="1"/>
      <dgm:spPr/>
      <dgm:t>
        <a:bodyPr/>
        <a:lstStyle/>
        <a:p>
          <a:r>
            <a:rPr lang="en-US" sz="2400" dirty="0"/>
            <a:t>Create data flow diagrams </a:t>
          </a:r>
          <a:endParaRPr lang="en-MY" sz="2400" dirty="0"/>
        </a:p>
      </dgm:t>
    </dgm:pt>
    <dgm:pt modelId="{09204B5D-EAAB-FF4F-B46B-44807A642D3A}" type="parTrans" cxnId="{80E54675-A8C1-5C46-A484-B5E72F095996}">
      <dgm:prSet/>
      <dgm:spPr/>
      <dgm:t>
        <a:bodyPr/>
        <a:lstStyle/>
        <a:p>
          <a:endParaRPr lang="en-GB"/>
        </a:p>
      </dgm:t>
    </dgm:pt>
    <dgm:pt modelId="{73A41453-4722-5647-AB1D-5DB27A78977E}" type="sibTrans" cxnId="{80E54675-A8C1-5C46-A484-B5E72F095996}">
      <dgm:prSet/>
      <dgm:spPr/>
      <dgm:t>
        <a:bodyPr/>
        <a:lstStyle/>
        <a:p>
          <a:endParaRPr lang="en-GB"/>
        </a:p>
      </dgm:t>
    </dgm:pt>
    <dgm:pt modelId="{F450C87E-618A-AA45-9E4A-2A8168233E2A}">
      <dgm:prSet custT="1"/>
      <dgm:spPr/>
      <dgm:t>
        <a:bodyPr/>
        <a:lstStyle/>
        <a:p>
          <a:r>
            <a:rPr lang="en-US" sz="2400" dirty="0"/>
            <a:t>Complete the data dictionary</a:t>
          </a:r>
          <a:endParaRPr lang="en-MY" sz="2400" dirty="0"/>
        </a:p>
      </dgm:t>
    </dgm:pt>
    <dgm:pt modelId="{D1643435-AC85-DD4C-A6B5-A474F3CDBA7F}" type="parTrans" cxnId="{E0B7B3C4-8DC6-1D4D-97CA-B16B03F4DE47}">
      <dgm:prSet/>
      <dgm:spPr/>
      <dgm:t>
        <a:bodyPr/>
        <a:lstStyle/>
        <a:p>
          <a:endParaRPr lang="en-GB"/>
        </a:p>
      </dgm:t>
    </dgm:pt>
    <dgm:pt modelId="{58AA509A-973C-1641-9DFC-BD5717FB9CA9}" type="sibTrans" cxnId="{E0B7B3C4-8DC6-1D4D-97CA-B16B03F4DE47}">
      <dgm:prSet/>
      <dgm:spPr/>
      <dgm:t>
        <a:bodyPr/>
        <a:lstStyle/>
        <a:p>
          <a:endParaRPr lang="en-GB"/>
        </a:p>
      </dgm:t>
    </dgm:pt>
    <dgm:pt modelId="{5894C3AB-C148-824C-A6B6-291E9FF43DBF}">
      <dgm:prSet custT="1"/>
      <dgm:spPr/>
      <dgm:t>
        <a:bodyPr/>
        <a:lstStyle/>
        <a:p>
          <a:r>
            <a:rPr lang="en-US" sz="2400" dirty="0"/>
            <a:t>Analyze the structured decisions made</a:t>
          </a:r>
          <a:endParaRPr lang="en-MY" sz="2400" dirty="0"/>
        </a:p>
      </dgm:t>
    </dgm:pt>
    <dgm:pt modelId="{B5920851-70A5-964C-8A1C-04DE35046657}" type="parTrans" cxnId="{C03858B9-1EC1-5B40-B75E-C01C96D543CD}">
      <dgm:prSet/>
      <dgm:spPr/>
      <dgm:t>
        <a:bodyPr/>
        <a:lstStyle/>
        <a:p>
          <a:endParaRPr lang="en-GB"/>
        </a:p>
      </dgm:t>
    </dgm:pt>
    <dgm:pt modelId="{68559E47-0660-A842-B65B-1FB96678B790}" type="sibTrans" cxnId="{C03858B9-1EC1-5B40-B75E-C01C96D543CD}">
      <dgm:prSet/>
      <dgm:spPr/>
      <dgm:t>
        <a:bodyPr/>
        <a:lstStyle/>
        <a:p>
          <a:endParaRPr lang="en-GB"/>
        </a:p>
      </dgm:t>
    </dgm:pt>
    <dgm:pt modelId="{DA587B81-5603-0A4E-B633-5D39423E6EEE}">
      <dgm:prSet custT="1"/>
      <dgm:spPr/>
      <dgm:t>
        <a:bodyPr/>
        <a:lstStyle/>
        <a:p>
          <a:r>
            <a:rPr lang="en-US" sz="2400" dirty="0"/>
            <a:t>Prepare and present the system proposal</a:t>
          </a:r>
          <a:endParaRPr lang="en-MY" sz="2400" dirty="0"/>
        </a:p>
      </dgm:t>
    </dgm:pt>
    <dgm:pt modelId="{FFD98D24-59AA-EE40-A7B5-C36BD7963D6E}" type="parTrans" cxnId="{211840D5-5FB4-F44D-9BF2-503A48BD8F18}">
      <dgm:prSet/>
      <dgm:spPr/>
      <dgm:t>
        <a:bodyPr/>
        <a:lstStyle/>
        <a:p>
          <a:endParaRPr lang="en-GB"/>
        </a:p>
      </dgm:t>
    </dgm:pt>
    <dgm:pt modelId="{4AB4C5DC-3CEF-9F4B-88D7-E2680FD5C2D2}" type="sibTrans" cxnId="{211840D5-5FB4-F44D-9BF2-503A48BD8F18}">
      <dgm:prSet/>
      <dgm:spPr/>
      <dgm:t>
        <a:bodyPr/>
        <a:lstStyle/>
        <a:p>
          <a:endParaRPr lang="en-GB"/>
        </a:p>
      </dgm:t>
    </dgm:pt>
    <dgm:pt modelId="{CC2A3862-61F1-3E45-9C2A-C815CFD01F74}" type="pres">
      <dgm:prSet presAssocID="{D6386B2C-E672-B347-AA80-B376162495D8}" presName="linear" presStyleCnt="0">
        <dgm:presLayoutVars>
          <dgm:animLvl val="lvl"/>
          <dgm:resizeHandles val="exact"/>
        </dgm:presLayoutVars>
      </dgm:prSet>
      <dgm:spPr/>
    </dgm:pt>
    <dgm:pt modelId="{A507E9B8-8ED3-4941-868B-EEEB1D8C6A94}" type="pres">
      <dgm:prSet presAssocID="{2CE7A395-EDD4-A543-9900-29449CBF539E}" presName="parentText" presStyleLbl="node1" presStyleIdx="0" presStyleCnt="1" custScaleY="69810">
        <dgm:presLayoutVars>
          <dgm:chMax val="0"/>
          <dgm:bulletEnabled val="1"/>
        </dgm:presLayoutVars>
      </dgm:prSet>
      <dgm:spPr/>
    </dgm:pt>
    <dgm:pt modelId="{E71F32D7-9C9C-F84E-8DF2-799046F1E7B6}" type="pres">
      <dgm:prSet presAssocID="{2CE7A395-EDD4-A543-9900-29449CBF539E}" presName="childText" presStyleLbl="revTx" presStyleIdx="0" presStyleCnt="1">
        <dgm:presLayoutVars>
          <dgm:bulletEnabled val="1"/>
        </dgm:presLayoutVars>
      </dgm:prSet>
      <dgm:spPr/>
    </dgm:pt>
  </dgm:ptLst>
  <dgm:cxnLst>
    <dgm:cxn modelId="{3EA62E0A-0E69-D14B-A5E0-6B55015C5AB6}" srcId="{D6386B2C-E672-B347-AA80-B376162495D8}" destId="{2CE7A395-EDD4-A543-9900-29449CBF539E}" srcOrd="0" destOrd="0" parTransId="{A489482B-91DB-2A42-B3B2-1DA680CC73E4}" sibTransId="{8841784A-6D4D-864F-936E-AD34255633C5}"/>
    <dgm:cxn modelId="{4321CD15-F82E-2045-8A47-4F0A16D8A16A}" type="presOf" srcId="{5894C3AB-C148-824C-A6B6-291E9FF43DBF}" destId="{E71F32D7-9C9C-F84E-8DF2-799046F1E7B6}" srcOrd="0" destOrd="2" presId="urn:microsoft.com/office/officeart/2005/8/layout/vList2"/>
    <dgm:cxn modelId="{25ADE230-DFC9-F14F-9928-FD20094E8A24}" type="presOf" srcId="{D6386B2C-E672-B347-AA80-B376162495D8}" destId="{CC2A3862-61F1-3E45-9C2A-C815CFD01F74}" srcOrd="0" destOrd="0" presId="urn:microsoft.com/office/officeart/2005/8/layout/vList2"/>
    <dgm:cxn modelId="{61279C5F-ACEC-F645-B662-DE53C8A7C362}" type="presOf" srcId="{DA587B81-5603-0A4E-B633-5D39423E6EEE}" destId="{E71F32D7-9C9C-F84E-8DF2-799046F1E7B6}" srcOrd="0" destOrd="3" presId="urn:microsoft.com/office/officeart/2005/8/layout/vList2"/>
    <dgm:cxn modelId="{80E54675-A8C1-5C46-A484-B5E72F095996}" srcId="{2CE7A395-EDD4-A543-9900-29449CBF539E}" destId="{16DE2196-30B9-194C-9D66-3BA196F92739}" srcOrd="0" destOrd="0" parTransId="{09204B5D-EAAB-FF4F-B46B-44807A642D3A}" sibTransId="{73A41453-4722-5647-AB1D-5DB27A78977E}"/>
    <dgm:cxn modelId="{C03858B9-1EC1-5B40-B75E-C01C96D543CD}" srcId="{2CE7A395-EDD4-A543-9900-29449CBF539E}" destId="{5894C3AB-C148-824C-A6B6-291E9FF43DBF}" srcOrd="2" destOrd="0" parTransId="{B5920851-70A5-964C-8A1C-04DE35046657}" sibTransId="{68559E47-0660-A842-B65B-1FB96678B790}"/>
    <dgm:cxn modelId="{E0B7B3C4-8DC6-1D4D-97CA-B16B03F4DE47}" srcId="{2CE7A395-EDD4-A543-9900-29449CBF539E}" destId="{F450C87E-618A-AA45-9E4A-2A8168233E2A}" srcOrd="1" destOrd="0" parTransId="{D1643435-AC85-DD4C-A6B5-A474F3CDBA7F}" sibTransId="{58AA509A-973C-1641-9DFC-BD5717FB9CA9}"/>
    <dgm:cxn modelId="{0EF085CB-CC38-364C-B6E0-60BECB42E742}" type="presOf" srcId="{2CE7A395-EDD4-A543-9900-29449CBF539E}" destId="{A507E9B8-8ED3-4941-868B-EEEB1D8C6A94}" srcOrd="0" destOrd="0" presId="urn:microsoft.com/office/officeart/2005/8/layout/vList2"/>
    <dgm:cxn modelId="{A496A4CC-6E3C-8F48-B678-33255BFE262C}" type="presOf" srcId="{16DE2196-30B9-194C-9D66-3BA196F92739}" destId="{E71F32D7-9C9C-F84E-8DF2-799046F1E7B6}" srcOrd="0" destOrd="0" presId="urn:microsoft.com/office/officeart/2005/8/layout/vList2"/>
    <dgm:cxn modelId="{211840D5-5FB4-F44D-9BF2-503A48BD8F18}" srcId="{2CE7A395-EDD4-A543-9900-29449CBF539E}" destId="{DA587B81-5603-0A4E-B633-5D39423E6EEE}" srcOrd="3" destOrd="0" parTransId="{FFD98D24-59AA-EE40-A7B5-C36BD7963D6E}" sibTransId="{4AB4C5DC-3CEF-9F4B-88D7-E2680FD5C2D2}"/>
    <dgm:cxn modelId="{29D0ACE8-D51B-EA44-8C89-9F2E0019AEB3}" type="presOf" srcId="{F450C87E-618A-AA45-9E4A-2A8168233E2A}" destId="{E71F32D7-9C9C-F84E-8DF2-799046F1E7B6}" srcOrd="0" destOrd="1" presId="urn:microsoft.com/office/officeart/2005/8/layout/vList2"/>
    <dgm:cxn modelId="{1CBC8959-94C3-644A-9047-45523BBB46E7}" type="presParOf" srcId="{CC2A3862-61F1-3E45-9C2A-C815CFD01F74}" destId="{A507E9B8-8ED3-4941-868B-EEEB1D8C6A94}" srcOrd="0" destOrd="0" presId="urn:microsoft.com/office/officeart/2005/8/layout/vList2"/>
    <dgm:cxn modelId="{1465A124-8F74-7744-B02A-608CF2C90885}" type="presParOf" srcId="{CC2A3862-61F1-3E45-9C2A-C815CFD01F74}" destId="{E71F32D7-9C9C-F84E-8DF2-799046F1E7B6}"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6E13D44-AA4E-B140-965B-FB71BC866BAD}" type="doc">
      <dgm:prSet loTypeId="urn:microsoft.com/office/officeart/2005/8/layout/vList5" loCatId="list" qsTypeId="urn:microsoft.com/office/officeart/2005/8/quickstyle/simple1" qsCatId="simple" csTypeId="urn:microsoft.com/office/officeart/2005/8/colors/colorful3" csCatId="colorful" phldr="1"/>
      <dgm:spPr/>
      <dgm:t>
        <a:bodyPr/>
        <a:lstStyle/>
        <a:p>
          <a:endParaRPr lang="en-GB"/>
        </a:p>
      </dgm:t>
    </dgm:pt>
    <dgm:pt modelId="{525FF7B7-45DF-FA40-BA8F-C3AA0B2AD2CA}">
      <dgm:prSet custT="1"/>
      <dgm:spPr/>
      <dgm:t>
        <a:bodyPr/>
        <a:lstStyle/>
        <a:p>
          <a:r>
            <a:rPr lang="en-MY" sz="3200" b="1" dirty="0"/>
            <a:t>DATA FLOW DIAGRAM</a:t>
          </a:r>
        </a:p>
      </dgm:t>
    </dgm:pt>
    <dgm:pt modelId="{44614C75-33C9-1346-AE33-01AF9E91DA71}" type="parTrans" cxnId="{6A891B55-669D-4243-B528-3201E49C598D}">
      <dgm:prSet/>
      <dgm:spPr/>
      <dgm:t>
        <a:bodyPr/>
        <a:lstStyle/>
        <a:p>
          <a:endParaRPr lang="en-GB" sz="2000"/>
        </a:p>
      </dgm:t>
    </dgm:pt>
    <dgm:pt modelId="{FBB7AF22-E434-544A-BCC1-0E1B0B2AC122}" type="sibTrans" cxnId="{6A891B55-669D-4243-B528-3201E49C598D}">
      <dgm:prSet/>
      <dgm:spPr/>
      <dgm:t>
        <a:bodyPr/>
        <a:lstStyle/>
        <a:p>
          <a:endParaRPr lang="en-GB" sz="2000"/>
        </a:p>
      </dgm:t>
    </dgm:pt>
    <dgm:pt modelId="{B5312C67-4CEB-F44F-93A5-C85C710C92C2}">
      <dgm:prSet custT="1"/>
      <dgm:spPr/>
      <dgm:t>
        <a:bodyPr/>
        <a:lstStyle/>
        <a:p>
          <a:r>
            <a:rPr lang="en-US" sz="1600" dirty="0"/>
            <a:t>What is DFD?</a:t>
          </a:r>
          <a:endParaRPr lang="en-MY" sz="1600" dirty="0"/>
        </a:p>
      </dgm:t>
    </dgm:pt>
    <dgm:pt modelId="{08BB4462-F9A0-2E43-86E2-245A04C35B81}" type="parTrans" cxnId="{E56BFB11-13A2-9541-9223-50A532F17137}">
      <dgm:prSet/>
      <dgm:spPr/>
      <dgm:t>
        <a:bodyPr/>
        <a:lstStyle/>
        <a:p>
          <a:endParaRPr lang="en-GB" sz="2000"/>
        </a:p>
      </dgm:t>
    </dgm:pt>
    <dgm:pt modelId="{E2D2852E-EFA8-234E-A822-0111B55231E7}" type="sibTrans" cxnId="{E56BFB11-13A2-9541-9223-50A532F17137}">
      <dgm:prSet/>
      <dgm:spPr/>
      <dgm:t>
        <a:bodyPr/>
        <a:lstStyle/>
        <a:p>
          <a:endParaRPr lang="en-GB" sz="2000"/>
        </a:p>
      </dgm:t>
    </dgm:pt>
    <dgm:pt modelId="{27D4C289-2C43-8348-A08D-F8E751585A4E}">
      <dgm:prSet custT="1"/>
      <dgm:spPr/>
      <dgm:t>
        <a:bodyPr/>
        <a:lstStyle/>
        <a:p>
          <a:r>
            <a:rPr lang="en-US" sz="1600" dirty="0"/>
            <a:t>DFD Symbols</a:t>
          </a:r>
          <a:endParaRPr lang="en-MY" sz="1600" dirty="0"/>
        </a:p>
      </dgm:t>
    </dgm:pt>
    <dgm:pt modelId="{576181E8-7F6A-704E-8F55-C02B67673001}" type="parTrans" cxnId="{99222A9F-D73A-0549-8058-621B0EF0276A}">
      <dgm:prSet/>
      <dgm:spPr/>
      <dgm:t>
        <a:bodyPr/>
        <a:lstStyle/>
        <a:p>
          <a:endParaRPr lang="en-GB" sz="2000"/>
        </a:p>
      </dgm:t>
    </dgm:pt>
    <dgm:pt modelId="{F6F03FE2-D1AB-1742-A2CB-80CB25D60B52}" type="sibTrans" cxnId="{99222A9F-D73A-0549-8058-621B0EF0276A}">
      <dgm:prSet/>
      <dgm:spPr/>
      <dgm:t>
        <a:bodyPr/>
        <a:lstStyle/>
        <a:p>
          <a:endParaRPr lang="en-GB" sz="2000"/>
        </a:p>
      </dgm:t>
    </dgm:pt>
    <dgm:pt modelId="{29CA0E37-B777-1B45-8D42-5505C7EF4DD6}">
      <dgm:prSet custT="1"/>
      <dgm:spPr/>
      <dgm:t>
        <a:bodyPr/>
        <a:lstStyle/>
        <a:p>
          <a:r>
            <a:rPr lang="en-US" sz="3200" b="1" dirty="0"/>
            <a:t>CREATING DFD</a:t>
          </a:r>
          <a:endParaRPr lang="en-MY" sz="3200" dirty="0"/>
        </a:p>
      </dgm:t>
    </dgm:pt>
    <dgm:pt modelId="{4050C5FE-8BDA-0C4E-94B9-599367D9D16D}" type="parTrans" cxnId="{5A56B747-AE64-4B4E-96CA-72F403951E9A}">
      <dgm:prSet/>
      <dgm:spPr/>
      <dgm:t>
        <a:bodyPr/>
        <a:lstStyle/>
        <a:p>
          <a:endParaRPr lang="en-GB" sz="2000"/>
        </a:p>
      </dgm:t>
    </dgm:pt>
    <dgm:pt modelId="{A5EB22FF-A85E-764D-B3B3-B399B012CDCD}" type="sibTrans" cxnId="{5A56B747-AE64-4B4E-96CA-72F403951E9A}">
      <dgm:prSet/>
      <dgm:spPr/>
      <dgm:t>
        <a:bodyPr/>
        <a:lstStyle/>
        <a:p>
          <a:endParaRPr lang="en-GB" sz="2000"/>
        </a:p>
      </dgm:t>
    </dgm:pt>
    <dgm:pt modelId="{B6695AE6-BBD2-9441-8278-405325F3463D}">
      <dgm:prSet custT="1"/>
      <dgm:spPr/>
      <dgm:t>
        <a:bodyPr/>
        <a:lstStyle/>
        <a:p>
          <a:r>
            <a:rPr lang="en-US" sz="1200" dirty="0"/>
            <a:t>Steps to create DFD</a:t>
          </a:r>
          <a:endParaRPr lang="en-MY" sz="1200" dirty="0"/>
        </a:p>
      </dgm:t>
    </dgm:pt>
    <dgm:pt modelId="{F4DE0E6C-6746-464D-978D-6433814E1070}" type="parTrans" cxnId="{600A957D-D0E7-9A4D-A4C3-6061F6EB0A05}">
      <dgm:prSet/>
      <dgm:spPr/>
      <dgm:t>
        <a:bodyPr/>
        <a:lstStyle/>
        <a:p>
          <a:endParaRPr lang="en-GB" sz="2000"/>
        </a:p>
      </dgm:t>
    </dgm:pt>
    <dgm:pt modelId="{B1D92EC7-D55B-3347-BB0C-185AAA5D4CB0}" type="sibTrans" cxnId="{600A957D-D0E7-9A4D-A4C3-6061F6EB0A05}">
      <dgm:prSet/>
      <dgm:spPr/>
      <dgm:t>
        <a:bodyPr/>
        <a:lstStyle/>
        <a:p>
          <a:endParaRPr lang="en-GB" sz="2000"/>
        </a:p>
      </dgm:t>
    </dgm:pt>
    <dgm:pt modelId="{967A1BCE-145A-8245-AFDC-BDD8AAD77A95}">
      <dgm:prSet custT="1"/>
      <dgm:spPr/>
      <dgm:t>
        <a:bodyPr/>
        <a:lstStyle/>
        <a:p>
          <a:r>
            <a:rPr lang="en-US" sz="1200" dirty="0"/>
            <a:t>Context Diagram</a:t>
          </a:r>
          <a:endParaRPr lang="en-MY" sz="1200" dirty="0"/>
        </a:p>
      </dgm:t>
    </dgm:pt>
    <dgm:pt modelId="{389EC7EB-5C34-414F-98C7-6586EBDCAF77}" type="parTrans" cxnId="{A95A8774-DB95-994E-963A-93A2A00FE51A}">
      <dgm:prSet/>
      <dgm:spPr/>
      <dgm:t>
        <a:bodyPr/>
        <a:lstStyle/>
        <a:p>
          <a:endParaRPr lang="en-GB" sz="2000"/>
        </a:p>
      </dgm:t>
    </dgm:pt>
    <dgm:pt modelId="{8CDB7424-7461-C848-825B-5F635DC5EBFC}" type="sibTrans" cxnId="{A95A8774-DB95-994E-963A-93A2A00FE51A}">
      <dgm:prSet/>
      <dgm:spPr/>
      <dgm:t>
        <a:bodyPr/>
        <a:lstStyle/>
        <a:p>
          <a:endParaRPr lang="en-GB" sz="2000"/>
        </a:p>
      </dgm:t>
    </dgm:pt>
    <dgm:pt modelId="{41FBE87C-157B-214E-87C9-6A1C7ED7FE03}">
      <dgm:prSet custT="1"/>
      <dgm:spPr/>
      <dgm:t>
        <a:bodyPr/>
        <a:lstStyle/>
        <a:p>
          <a:r>
            <a:rPr lang="en-MY" sz="3200" b="1" dirty="0"/>
            <a:t>LOGICAL &amp; PHYSICAL DFD</a:t>
          </a:r>
        </a:p>
      </dgm:t>
    </dgm:pt>
    <dgm:pt modelId="{D4BA1163-1DCF-D34A-82C1-EBE08534E676}" type="parTrans" cxnId="{5B127372-A974-D54E-ABAB-CC45AABEE999}">
      <dgm:prSet/>
      <dgm:spPr/>
      <dgm:t>
        <a:bodyPr/>
        <a:lstStyle/>
        <a:p>
          <a:endParaRPr lang="en-GB" sz="2000"/>
        </a:p>
      </dgm:t>
    </dgm:pt>
    <dgm:pt modelId="{9155D718-1FC1-3F4D-8F2E-781E49A169FF}" type="sibTrans" cxnId="{5B127372-A974-D54E-ABAB-CC45AABEE999}">
      <dgm:prSet/>
      <dgm:spPr/>
      <dgm:t>
        <a:bodyPr/>
        <a:lstStyle/>
        <a:p>
          <a:endParaRPr lang="en-GB" sz="2000"/>
        </a:p>
      </dgm:t>
    </dgm:pt>
    <dgm:pt modelId="{7DE22736-7EC1-2E43-A8E5-23F32D4E6111}">
      <dgm:prSet custT="1"/>
      <dgm:spPr/>
      <dgm:t>
        <a:bodyPr/>
        <a:lstStyle/>
        <a:p>
          <a:r>
            <a:rPr lang="en-US" sz="1600" dirty="0"/>
            <a:t>From logical to physical DFD</a:t>
          </a:r>
          <a:endParaRPr lang="en-MY" sz="1600" dirty="0"/>
        </a:p>
      </dgm:t>
    </dgm:pt>
    <dgm:pt modelId="{047BB41C-E133-3C40-889E-4A93E74DF886}" type="parTrans" cxnId="{3C1E74A1-E982-BE4E-95E7-74A4E5B03A3C}">
      <dgm:prSet/>
      <dgm:spPr/>
      <dgm:t>
        <a:bodyPr/>
        <a:lstStyle/>
        <a:p>
          <a:endParaRPr lang="en-GB" sz="2000"/>
        </a:p>
      </dgm:t>
    </dgm:pt>
    <dgm:pt modelId="{B1564ADA-3472-A946-8F1A-385A1EDCDD45}" type="sibTrans" cxnId="{3C1E74A1-E982-BE4E-95E7-74A4E5B03A3C}">
      <dgm:prSet/>
      <dgm:spPr/>
      <dgm:t>
        <a:bodyPr/>
        <a:lstStyle/>
        <a:p>
          <a:endParaRPr lang="en-GB" sz="2000"/>
        </a:p>
      </dgm:t>
    </dgm:pt>
    <dgm:pt modelId="{F0CD8126-DF69-044D-8321-9A7AAC9DA219}">
      <dgm:prSet custT="1"/>
      <dgm:spPr/>
      <dgm:t>
        <a:bodyPr/>
        <a:lstStyle/>
        <a:p>
          <a:r>
            <a:rPr lang="en-MY" sz="3200" b="1" dirty="0"/>
            <a:t>PARTITIONING</a:t>
          </a:r>
        </a:p>
      </dgm:t>
    </dgm:pt>
    <dgm:pt modelId="{731A2FAB-9C2C-4F40-A3A2-9E5F0F5D758A}" type="parTrans" cxnId="{1E5DC76E-C8A3-6B43-9AF3-DF9E705ED992}">
      <dgm:prSet/>
      <dgm:spPr/>
      <dgm:t>
        <a:bodyPr/>
        <a:lstStyle/>
        <a:p>
          <a:endParaRPr lang="en-GB" sz="2000"/>
        </a:p>
      </dgm:t>
    </dgm:pt>
    <dgm:pt modelId="{9443BB85-003E-5440-B40A-9AB532EBDB6B}" type="sibTrans" cxnId="{1E5DC76E-C8A3-6B43-9AF3-DF9E705ED992}">
      <dgm:prSet/>
      <dgm:spPr/>
      <dgm:t>
        <a:bodyPr/>
        <a:lstStyle/>
        <a:p>
          <a:endParaRPr lang="en-GB" sz="2000"/>
        </a:p>
      </dgm:t>
    </dgm:pt>
    <dgm:pt modelId="{55D93C0F-D2A2-7D4D-A04F-DDCFA44B0B3A}">
      <dgm:prSet custT="1"/>
      <dgm:spPr/>
      <dgm:t>
        <a:bodyPr/>
        <a:lstStyle/>
        <a:p>
          <a:r>
            <a:rPr lang="en-MY" sz="1200" dirty="0"/>
            <a:t>Diagram 0</a:t>
          </a:r>
        </a:p>
      </dgm:t>
    </dgm:pt>
    <dgm:pt modelId="{48B42AEC-BF97-A14D-B02D-64F8C7A33CCC}" type="parTrans" cxnId="{09362E2F-AFDD-1040-8128-09677E4C0380}">
      <dgm:prSet/>
      <dgm:spPr/>
      <dgm:t>
        <a:bodyPr/>
        <a:lstStyle/>
        <a:p>
          <a:endParaRPr lang="en-GB" sz="2000"/>
        </a:p>
      </dgm:t>
    </dgm:pt>
    <dgm:pt modelId="{878634D9-CA33-3149-97DF-25AC22C444D7}" type="sibTrans" cxnId="{09362E2F-AFDD-1040-8128-09677E4C0380}">
      <dgm:prSet/>
      <dgm:spPr/>
      <dgm:t>
        <a:bodyPr/>
        <a:lstStyle/>
        <a:p>
          <a:endParaRPr lang="en-GB" sz="2000"/>
        </a:p>
      </dgm:t>
    </dgm:pt>
    <dgm:pt modelId="{6AEEE010-0D3D-6A4C-84AC-54FBAF611454}">
      <dgm:prSet custT="1"/>
      <dgm:spPr/>
      <dgm:t>
        <a:bodyPr/>
        <a:lstStyle/>
        <a:p>
          <a:r>
            <a:rPr lang="en-MY" sz="1200" dirty="0"/>
            <a:t>DFD Level</a:t>
          </a:r>
        </a:p>
      </dgm:t>
    </dgm:pt>
    <dgm:pt modelId="{9D20C415-68D1-864B-BBD5-853A955F8146}" type="parTrans" cxnId="{826DFE39-59AC-7A4A-A2A3-4D5578A8D36A}">
      <dgm:prSet/>
      <dgm:spPr/>
      <dgm:t>
        <a:bodyPr/>
        <a:lstStyle/>
        <a:p>
          <a:endParaRPr lang="en-GB" sz="2000"/>
        </a:p>
      </dgm:t>
    </dgm:pt>
    <dgm:pt modelId="{ADE2A95A-72B7-0741-9021-0605BB24B2D0}" type="sibTrans" cxnId="{826DFE39-59AC-7A4A-A2A3-4D5578A8D36A}">
      <dgm:prSet/>
      <dgm:spPr/>
      <dgm:t>
        <a:bodyPr/>
        <a:lstStyle/>
        <a:p>
          <a:endParaRPr lang="en-GB" sz="2000"/>
        </a:p>
      </dgm:t>
    </dgm:pt>
    <dgm:pt modelId="{A541253C-9291-6A41-932F-803C230AB69B}">
      <dgm:prSet custT="1"/>
      <dgm:spPr/>
      <dgm:t>
        <a:bodyPr/>
        <a:lstStyle/>
        <a:p>
          <a:r>
            <a:rPr lang="en-MY" sz="1600" dirty="0"/>
            <a:t>Partitioning DFD</a:t>
          </a:r>
        </a:p>
      </dgm:t>
    </dgm:pt>
    <dgm:pt modelId="{B8C5FBA8-FCF5-4E48-98D0-1476BEF53B1C}" type="parTrans" cxnId="{09E45379-7DC7-D94C-8533-EA01F5A98411}">
      <dgm:prSet/>
      <dgm:spPr/>
      <dgm:t>
        <a:bodyPr/>
        <a:lstStyle/>
        <a:p>
          <a:endParaRPr lang="en-GB"/>
        </a:p>
      </dgm:t>
    </dgm:pt>
    <dgm:pt modelId="{65A5E871-1594-BC48-B6FD-78589C9F4C8C}" type="sibTrans" cxnId="{09E45379-7DC7-D94C-8533-EA01F5A98411}">
      <dgm:prSet/>
      <dgm:spPr/>
      <dgm:t>
        <a:bodyPr/>
        <a:lstStyle/>
        <a:p>
          <a:endParaRPr lang="en-GB"/>
        </a:p>
      </dgm:t>
    </dgm:pt>
    <dgm:pt modelId="{6606722E-8EF8-7F47-A783-59A0133CF798}">
      <dgm:prSet custT="1"/>
      <dgm:spPr/>
      <dgm:t>
        <a:bodyPr/>
        <a:lstStyle/>
        <a:p>
          <a:r>
            <a:rPr lang="en-MY" sz="1600" dirty="0"/>
            <a:t>CRUD matrix</a:t>
          </a:r>
        </a:p>
      </dgm:t>
    </dgm:pt>
    <dgm:pt modelId="{D6DE63F0-0EDC-364F-AAD6-D86F7E78F1E6}" type="parTrans" cxnId="{CD4E3BA5-83FA-9849-8430-8901EC0185CC}">
      <dgm:prSet/>
      <dgm:spPr/>
      <dgm:t>
        <a:bodyPr/>
        <a:lstStyle/>
        <a:p>
          <a:endParaRPr lang="en-GB"/>
        </a:p>
      </dgm:t>
    </dgm:pt>
    <dgm:pt modelId="{5F16838B-4E22-BA47-B576-C371B30AFDD1}" type="sibTrans" cxnId="{CD4E3BA5-83FA-9849-8430-8901EC0185CC}">
      <dgm:prSet/>
      <dgm:spPr/>
      <dgm:t>
        <a:bodyPr/>
        <a:lstStyle/>
        <a:p>
          <a:endParaRPr lang="en-GB"/>
        </a:p>
      </dgm:t>
    </dgm:pt>
    <dgm:pt modelId="{9403BA41-611A-FA42-8804-EA979A74D0A5}" type="pres">
      <dgm:prSet presAssocID="{66E13D44-AA4E-B140-965B-FB71BC866BAD}" presName="Name0" presStyleCnt="0">
        <dgm:presLayoutVars>
          <dgm:dir/>
          <dgm:animLvl val="lvl"/>
          <dgm:resizeHandles val="exact"/>
        </dgm:presLayoutVars>
      </dgm:prSet>
      <dgm:spPr/>
    </dgm:pt>
    <dgm:pt modelId="{267EA5D5-E941-8541-9A49-9B5A3E7AA808}" type="pres">
      <dgm:prSet presAssocID="{525FF7B7-45DF-FA40-BA8F-C3AA0B2AD2CA}" presName="linNode" presStyleCnt="0"/>
      <dgm:spPr/>
    </dgm:pt>
    <dgm:pt modelId="{3E0D387A-B967-1140-8AD6-3ED717D320AA}" type="pres">
      <dgm:prSet presAssocID="{525FF7B7-45DF-FA40-BA8F-C3AA0B2AD2CA}" presName="parentText" presStyleLbl="node1" presStyleIdx="0" presStyleCnt="4">
        <dgm:presLayoutVars>
          <dgm:chMax val="1"/>
          <dgm:bulletEnabled val="1"/>
        </dgm:presLayoutVars>
      </dgm:prSet>
      <dgm:spPr/>
    </dgm:pt>
    <dgm:pt modelId="{8C44A406-9567-204D-9E84-60F98F7D9983}" type="pres">
      <dgm:prSet presAssocID="{525FF7B7-45DF-FA40-BA8F-C3AA0B2AD2CA}" presName="descendantText" presStyleLbl="alignAccFollowNode1" presStyleIdx="0" presStyleCnt="4">
        <dgm:presLayoutVars>
          <dgm:bulletEnabled val="1"/>
        </dgm:presLayoutVars>
      </dgm:prSet>
      <dgm:spPr/>
    </dgm:pt>
    <dgm:pt modelId="{D29D6126-FEF5-D943-B195-03050CF36A5D}" type="pres">
      <dgm:prSet presAssocID="{FBB7AF22-E434-544A-BCC1-0E1B0B2AC122}" presName="sp" presStyleCnt="0"/>
      <dgm:spPr/>
    </dgm:pt>
    <dgm:pt modelId="{FFECDE15-43EA-BD48-9814-7BB57CB3D4EA}" type="pres">
      <dgm:prSet presAssocID="{29CA0E37-B777-1B45-8D42-5505C7EF4DD6}" presName="linNode" presStyleCnt="0"/>
      <dgm:spPr/>
    </dgm:pt>
    <dgm:pt modelId="{0F5C74DA-8593-D54A-8A8A-E5B629D54B1F}" type="pres">
      <dgm:prSet presAssocID="{29CA0E37-B777-1B45-8D42-5505C7EF4DD6}" presName="parentText" presStyleLbl="node1" presStyleIdx="1" presStyleCnt="4">
        <dgm:presLayoutVars>
          <dgm:chMax val="1"/>
          <dgm:bulletEnabled val="1"/>
        </dgm:presLayoutVars>
      </dgm:prSet>
      <dgm:spPr/>
    </dgm:pt>
    <dgm:pt modelId="{30D41C04-0840-D141-A88D-FA44AB020792}" type="pres">
      <dgm:prSet presAssocID="{29CA0E37-B777-1B45-8D42-5505C7EF4DD6}" presName="descendantText" presStyleLbl="alignAccFollowNode1" presStyleIdx="1" presStyleCnt="4">
        <dgm:presLayoutVars>
          <dgm:bulletEnabled val="1"/>
        </dgm:presLayoutVars>
      </dgm:prSet>
      <dgm:spPr/>
    </dgm:pt>
    <dgm:pt modelId="{3629FC86-0326-9246-B9D9-79ACBCB14890}" type="pres">
      <dgm:prSet presAssocID="{A5EB22FF-A85E-764D-B3B3-B399B012CDCD}" presName="sp" presStyleCnt="0"/>
      <dgm:spPr/>
    </dgm:pt>
    <dgm:pt modelId="{CBF80E1D-D967-C84E-9C4F-F8CD0EAB51C7}" type="pres">
      <dgm:prSet presAssocID="{41FBE87C-157B-214E-87C9-6A1C7ED7FE03}" presName="linNode" presStyleCnt="0"/>
      <dgm:spPr/>
    </dgm:pt>
    <dgm:pt modelId="{282AF86B-5651-D740-B3E2-314500A8BB47}" type="pres">
      <dgm:prSet presAssocID="{41FBE87C-157B-214E-87C9-6A1C7ED7FE03}" presName="parentText" presStyleLbl="node1" presStyleIdx="2" presStyleCnt="4">
        <dgm:presLayoutVars>
          <dgm:chMax val="1"/>
          <dgm:bulletEnabled val="1"/>
        </dgm:presLayoutVars>
      </dgm:prSet>
      <dgm:spPr/>
    </dgm:pt>
    <dgm:pt modelId="{0EF433D6-DF43-904C-ADEA-ABBA75D6F29B}" type="pres">
      <dgm:prSet presAssocID="{41FBE87C-157B-214E-87C9-6A1C7ED7FE03}" presName="descendantText" presStyleLbl="alignAccFollowNode1" presStyleIdx="2" presStyleCnt="4">
        <dgm:presLayoutVars>
          <dgm:bulletEnabled val="1"/>
        </dgm:presLayoutVars>
      </dgm:prSet>
      <dgm:spPr/>
    </dgm:pt>
    <dgm:pt modelId="{138EC77E-1C17-E048-8EE2-27D1FB14AD3C}" type="pres">
      <dgm:prSet presAssocID="{9155D718-1FC1-3F4D-8F2E-781E49A169FF}" presName="sp" presStyleCnt="0"/>
      <dgm:spPr/>
    </dgm:pt>
    <dgm:pt modelId="{A6030532-6B05-8D40-BC34-887AAD755FD5}" type="pres">
      <dgm:prSet presAssocID="{F0CD8126-DF69-044D-8321-9A7AAC9DA219}" presName="linNode" presStyleCnt="0"/>
      <dgm:spPr/>
    </dgm:pt>
    <dgm:pt modelId="{0B007AB8-6A1B-BB45-B875-ABA3A8A4792D}" type="pres">
      <dgm:prSet presAssocID="{F0CD8126-DF69-044D-8321-9A7AAC9DA219}" presName="parentText" presStyleLbl="node1" presStyleIdx="3" presStyleCnt="4">
        <dgm:presLayoutVars>
          <dgm:chMax val="1"/>
          <dgm:bulletEnabled val="1"/>
        </dgm:presLayoutVars>
      </dgm:prSet>
      <dgm:spPr/>
    </dgm:pt>
    <dgm:pt modelId="{24481DDC-4EA3-9943-80F7-A5AA7BFA99F5}" type="pres">
      <dgm:prSet presAssocID="{F0CD8126-DF69-044D-8321-9A7AAC9DA219}" presName="descendantText" presStyleLbl="alignAccFollowNode1" presStyleIdx="3" presStyleCnt="4">
        <dgm:presLayoutVars>
          <dgm:bulletEnabled val="1"/>
        </dgm:presLayoutVars>
      </dgm:prSet>
      <dgm:spPr/>
    </dgm:pt>
  </dgm:ptLst>
  <dgm:cxnLst>
    <dgm:cxn modelId="{E56BFB11-13A2-9541-9223-50A532F17137}" srcId="{525FF7B7-45DF-FA40-BA8F-C3AA0B2AD2CA}" destId="{B5312C67-4CEB-F44F-93A5-C85C710C92C2}" srcOrd="0" destOrd="0" parTransId="{08BB4462-F9A0-2E43-86E2-245A04C35B81}" sibTransId="{E2D2852E-EFA8-234E-A822-0111B55231E7}"/>
    <dgm:cxn modelId="{01F4CD21-75F8-174E-8FA2-8340CC0F0ED7}" type="presOf" srcId="{55D93C0F-D2A2-7D4D-A04F-DDCFA44B0B3A}" destId="{30D41C04-0840-D141-A88D-FA44AB020792}" srcOrd="0" destOrd="2" presId="urn:microsoft.com/office/officeart/2005/8/layout/vList5"/>
    <dgm:cxn modelId="{35EDA924-17F1-6E4D-9EF3-33CFDEA0B23B}" type="presOf" srcId="{27D4C289-2C43-8348-A08D-F8E751585A4E}" destId="{8C44A406-9567-204D-9E84-60F98F7D9983}" srcOrd="0" destOrd="1" presId="urn:microsoft.com/office/officeart/2005/8/layout/vList5"/>
    <dgm:cxn modelId="{8DB99B25-98D4-6744-A5CC-E937621B1256}" type="presOf" srcId="{A541253C-9291-6A41-932F-803C230AB69B}" destId="{24481DDC-4EA3-9943-80F7-A5AA7BFA99F5}" srcOrd="0" destOrd="0" presId="urn:microsoft.com/office/officeart/2005/8/layout/vList5"/>
    <dgm:cxn modelId="{DC286B29-9D74-824A-BCA0-5BB45F677DAD}" type="presOf" srcId="{F0CD8126-DF69-044D-8321-9A7AAC9DA219}" destId="{0B007AB8-6A1B-BB45-B875-ABA3A8A4792D}" srcOrd="0" destOrd="0" presId="urn:microsoft.com/office/officeart/2005/8/layout/vList5"/>
    <dgm:cxn modelId="{09362E2F-AFDD-1040-8128-09677E4C0380}" srcId="{29CA0E37-B777-1B45-8D42-5505C7EF4DD6}" destId="{55D93C0F-D2A2-7D4D-A04F-DDCFA44B0B3A}" srcOrd="2" destOrd="0" parTransId="{48B42AEC-BF97-A14D-B02D-64F8C7A33CCC}" sibTransId="{878634D9-CA33-3149-97DF-25AC22C444D7}"/>
    <dgm:cxn modelId="{E02A8B33-3DFE-7244-9FF0-0D48E78C6C88}" type="presOf" srcId="{29CA0E37-B777-1B45-8D42-5505C7EF4DD6}" destId="{0F5C74DA-8593-D54A-8A8A-E5B629D54B1F}" srcOrd="0" destOrd="0" presId="urn:microsoft.com/office/officeart/2005/8/layout/vList5"/>
    <dgm:cxn modelId="{826DFE39-59AC-7A4A-A2A3-4D5578A8D36A}" srcId="{29CA0E37-B777-1B45-8D42-5505C7EF4DD6}" destId="{6AEEE010-0D3D-6A4C-84AC-54FBAF611454}" srcOrd="3" destOrd="0" parTransId="{9D20C415-68D1-864B-BBD5-853A955F8146}" sibTransId="{ADE2A95A-72B7-0741-9021-0605BB24B2D0}"/>
    <dgm:cxn modelId="{5A56B747-AE64-4B4E-96CA-72F403951E9A}" srcId="{66E13D44-AA4E-B140-965B-FB71BC866BAD}" destId="{29CA0E37-B777-1B45-8D42-5505C7EF4DD6}" srcOrd="1" destOrd="0" parTransId="{4050C5FE-8BDA-0C4E-94B9-599367D9D16D}" sibTransId="{A5EB22FF-A85E-764D-B3B3-B399B012CDCD}"/>
    <dgm:cxn modelId="{4BD8834B-8014-7D40-B82B-0B10D59F4C4E}" type="presOf" srcId="{41FBE87C-157B-214E-87C9-6A1C7ED7FE03}" destId="{282AF86B-5651-D740-B3E2-314500A8BB47}" srcOrd="0" destOrd="0" presId="urn:microsoft.com/office/officeart/2005/8/layout/vList5"/>
    <dgm:cxn modelId="{6A891B55-669D-4243-B528-3201E49C598D}" srcId="{66E13D44-AA4E-B140-965B-FB71BC866BAD}" destId="{525FF7B7-45DF-FA40-BA8F-C3AA0B2AD2CA}" srcOrd="0" destOrd="0" parTransId="{44614C75-33C9-1346-AE33-01AF9E91DA71}" sibTransId="{FBB7AF22-E434-544A-BCC1-0E1B0B2AC122}"/>
    <dgm:cxn modelId="{5F7DCF59-355F-EE45-88D9-481F00CCC8FF}" type="presOf" srcId="{B6695AE6-BBD2-9441-8278-405325F3463D}" destId="{30D41C04-0840-D141-A88D-FA44AB020792}" srcOrd="0" destOrd="0" presId="urn:microsoft.com/office/officeart/2005/8/layout/vList5"/>
    <dgm:cxn modelId="{1E5DC76E-C8A3-6B43-9AF3-DF9E705ED992}" srcId="{66E13D44-AA4E-B140-965B-FB71BC866BAD}" destId="{F0CD8126-DF69-044D-8321-9A7AAC9DA219}" srcOrd="3" destOrd="0" parTransId="{731A2FAB-9C2C-4F40-A3A2-9E5F0F5D758A}" sibTransId="{9443BB85-003E-5440-B40A-9AB532EBDB6B}"/>
    <dgm:cxn modelId="{5B127372-A974-D54E-ABAB-CC45AABEE999}" srcId="{66E13D44-AA4E-B140-965B-FB71BC866BAD}" destId="{41FBE87C-157B-214E-87C9-6A1C7ED7FE03}" srcOrd="2" destOrd="0" parTransId="{D4BA1163-1DCF-D34A-82C1-EBE08534E676}" sibTransId="{9155D718-1FC1-3F4D-8F2E-781E49A169FF}"/>
    <dgm:cxn modelId="{C7E80073-C806-B148-82E8-9E834E178DFE}" type="presOf" srcId="{525FF7B7-45DF-FA40-BA8F-C3AA0B2AD2CA}" destId="{3E0D387A-B967-1140-8AD6-3ED717D320AA}" srcOrd="0" destOrd="0" presId="urn:microsoft.com/office/officeart/2005/8/layout/vList5"/>
    <dgm:cxn modelId="{A95A8774-DB95-994E-963A-93A2A00FE51A}" srcId="{29CA0E37-B777-1B45-8D42-5505C7EF4DD6}" destId="{967A1BCE-145A-8245-AFDC-BDD8AAD77A95}" srcOrd="1" destOrd="0" parTransId="{389EC7EB-5C34-414F-98C7-6586EBDCAF77}" sibTransId="{8CDB7424-7461-C848-825B-5F635DC5EBFC}"/>
    <dgm:cxn modelId="{09E45379-7DC7-D94C-8533-EA01F5A98411}" srcId="{F0CD8126-DF69-044D-8321-9A7AAC9DA219}" destId="{A541253C-9291-6A41-932F-803C230AB69B}" srcOrd="0" destOrd="0" parTransId="{B8C5FBA8-FCF5-4E48-98D0-1476BEF53B1C}" sibTransId="{65A5E871-1594-BC48-B6FD-78589C9F4C8C}"/>
    <dgm:cxn modelId="{600A957D-D0E7-9A4D-A4C3-6061F6EB0A05}" srcId="{29CA0E37-B777-1B45-8D42-5505C7EF4DD6}" destId="{B6695AE6-BBD2-9441-8278-405325F3463D}" srcOrd="0" destOrd="0" parTransId="{F4DE0E6C-6746-464D-978D-6433814E1070}" sibTransId="{B1D92EC7-D55B-3347-BB0C-185AAA5D4CB0}"/>
    <dgm:cxn modelId="{37194984-C065-F84B-8E12-A56782412C4D}" type="presOf" srcId="{7DE22736-7EC1-2E43-A8E5-23F32D4E6111}" destId="{0EF433D6-DF43-904C-ADEA-ABBA75D6F29B}" srcOrd="0" destOrd="0" presId="urn:microsoft.com/office/officeart/2005/8/layout/vList5"/>
    <dgm:cxn modelId="{3BAD4D9C-F3E0-AE4A-ACB6-7FEC13331C4E}" type="presOf" srcId="{6606722E-8EF8-7F47-A783-59A0133CF798}" destId="{0EF433D6-DF43-904C-ADEA-ABBA75D6F29B}" srcOrd="0" destOrd="1" presId="urn:microsoft.com/office/officeart/2005/8/layout/vList5"/>
    <dgm:cxn modelId="{99222A9F-D73A-0549-8058-621B0EF0276A}" srcId="{525FF7B7-45DF-FA40-BA8F-C3AA0B2AD2CA}" destId="{27D4C289-2C43-8348-A08D-F8E751585A4E}" srcOrd="1" destOrd="0" parTransId="{576181E8-7F6A-704E-8F55-C02B67673001}" sibTransId="{F6F03FE2-D1AB-1742-A2CB-80CB25D60B52}"/>
    <dgm:cxn modelId="{3C1E74A1-E982-BE4E-95E7-74A4E5B03A3C}" srcId="{41FBE87C-157B-214E-87C9-6A1C7ED7FE03}" destId="{7DE22736-7EC1-2E43-A8E5-23F32D4E6111}" srcOrd="0" destOrd="0" parTransId="{047BB41C-E133-3C40-889E-4A93E74DF886}" sibTransId="{B1564ADA-3472-A946-8F1A-385A1EDCDD45}"/>
    <dgm:cxn modelId="{CD4E3BA5-83FA-9849-8430-8901EC0185CC}" srcId="{41FBE87C-157B-214E-87C9-6A1C7ED7FE03}" destId="{6606722E-8EF8-7F47-A783-59A0133CF798}" srcOrd="1" destOrd="0" parTransId="{D6DE63F0-0EDC-364F-AAD6-D86F7E78F1E6}" sibTransId="{5F16838B-4E22-BA47-B576-C371B30AFDD1}"/>
    <dgm:cxn modelId="{B44465B3-51C7-1C40-9E70-8B95647CD15E}" type="presOf" srcId="{66E13D44-AA4E-B140-965B-FB71BC866BAD}" destId="{9403BA41-611A-FA42-8804-EA979A74D0A5}" srcOrd="0" destOrd="0" presId="urn:microsoft.com/office/officeart/2005/8/layout/vList5"/>
    <dgm:cxn modelId="{8D09E6C2-F454-3743-8EAD-79FBBDCA4BC6}" type="presOf" srcId="{B5312C67-4CEB-F44F-93A5-C85C710C92C2}" destId="{8C44A406-9567-204D-9E84-60F98F7D9983}" srcOrd="0" destOrd="0" presId="urn:microsoft.com/office/officeart/2005/8/layout/vList5"/>
    <dgm:cxn modelId="{1858DFDC-2A18-9D46-9FC2-805F5FB5D2B4}" type="presOf" srcId="{6AEEE010-0D3D-6A4C-84AC-54FBAF611454}" destId="{30D41C04-0840-D141-A88D-FA44AB020792}" srcOrd="0" destOrd="3" presId="urn:microsoft.com/office/officeart/2005/8/layout/vList5"/>
    <dgm:cxn modelId="{3A69CCF8-D463-D948-BECC-30A032680D83}" type="presOf" srcId="{967A1BCE-145A-8245-AFDC-BDD8AAD77A95}" destId="{30D41C04-0840-D141-A88D-FA44AB020792}" srcOrd="0" destOrd="1" presId="urn:microsoft.com/office/officeart/2005/8/layout/vList5"/>
    <dgm:cxn modelId="{95C59005-5123-3E47-9B14-AEAE4E33C8A4}" type="presParOf" srcId="{9403BA41-611A-FA42-8804-EA979A74D0A5}" destId="{267EA5D5-E941-8541-9A49-9B5A3E7AA808}" srcOrd="0" destOrd="0" presId="urn:microsoft.com/office/officeart/2005/8/layout/vList5"/>
    <dgm:cxn modelId="{8F93950F-D678-284C-AD27-6B3A5D52111D}" type="presParOf" srcId="{267EA5D5-E941-8541-9A49-9B5A3E7AA808}" destId="{3E0D387A-B967-1140-8AD6-3ED717D320AA}" srcOrd="0" destOrd="0" presId="urn:microsoft.com/office/officeart/2005/8/layout/vList5"/>
    <dgm:cxn modelId="{9727BAD8-B833-5B4E-B043-2C06B623633A}" type="presParOf" srcId="{267EA5D5-E941-8541-9A49-9B5A3E7AA808}" destId="{8C44A406-9567-204D-9E84-60F98F7D9983}" srcOrd="1" destOrd="0" presId="urn:microsoft.com/office/officeart/2005/8/layout/vList5"/>
    <dgm:cxn modelId="{656ACA59-E023-364F-9E43-81FE8D7CF41B}" type="presParOf" srcId="{9403BA41-611A-FA42-8804-EA979A74D0A5}" destId="{D29D6126-FEF5-D943-B195-03050CF36A5D}" srcOrd="1" destOrd="0" presId="urn:microsoft.com/office/officeart/2005/8/layout/vList5"/>
    <dgm:cxn modelId="{B00F0DBE-D9A6-1343-AEB6-0884DB3FBD6E}" type="presParOf" srcId="{9403BA41-611A-FA42-8804-EA979A74D0A5}" destId="{FFECDE15-43EA-BD48-9814-7BB57CB3D4EA}" srcOrd="2" destOrd="0" presId="urn:microsoft.com/office/officeart/2005/8/layout/vList5"/>
    <dgm:cxn modelId="{BFD2B0FF-E067-544A-985A-CCF976943180}" type="presParOf" srcId="{FFECDE15-43EA-BD48-9814-7BB57CB3D4EA}" destId="{0F5C74DA-8593-D54A-8A8A-E5B629D54B1F}" srcOrd="0" destOrd="0" presId="urn:microsoft.com/office/officeart/2005/8/layout/vList5"/>
    <dgm:cxn modelId="{6721DA2B-F92E-2C40-AB15-A7F4019EB3DB}" type="presParOf" srcId="{FFECDE15-43EA-BD48-9814-7BB57CB3D4EA}" destId="{30D41C04-0840-D141-A88D-FA44AB020792}" srcOrd="1" destOrd="0" presId="urn:microsoft.com/office/officeart/2005/8/layout/vList5"/>
    <dgm:cxn modelId="{99D7267C-091C-FE47-956E-A45D1CBD71F7}" type="presParOf" srcId="{9403BA41-611A-FA42-8804-EA979A74D0A5}" destId="{3629FC86-0326-9246-B9D9-79ACBCB14890}" srcOrd="3" destOrd="0" presId="urn:microsoft.com/office/officeart/2005/8/layout/vList5"/>
    <dgm:cxn modelId="{2CAD2E9F-7C2C-2D48-91C0-B4CBBEEBABDE}" type="presParOf" srcId="{9403BA41-611A-FA42-8804-EA979A74D0A5}" destId="{CBF80E1D-D967-C84E-9C4F-F8CD0EAB51C7}" srcOrd="4" destOrd="0" presId="urn:microsoft.com/office/officeart/2005/8/layout/vList5"/>
    <dgm:cxn modelId="{BC55CD20-0A0C-C543-9370-48FBC63A2A2C}" type="presParOf" srcId="{CBF80E1D-D967-C84E-9C4F-F8CD0EAB51C7}" destId="{282AF86B-5651-D740-B3E2-314500A8BB47}" srcOrd="0" destOrd="0" presId="urn:microsoft.com/office/officeart/2005/8/layout/vList5"/>
    <dgm:cxn modelId="{EEE3A6C8-0333-234B-8223-A3589D9A0E2E}" type="presParOf" srcId="{CBF80E1D-D967-C84E-9C4F-F8CD0EAB51C7}" destId="{0EF433D6-DF43-904C-ADEA-ABBA75D6F29B}" srcOrd="1" destOrd="0" presId="urn:microsoft.com/office/officeart/2005/8/layout/vList5"/>
    <dgm:cxn modelId="{7549DB6E-12C7-2544-A156-95BE39EE9E13}" type="presParOf" srcId="{9403BA41-611A-FA42-8804-EA979A74D0A5}" destId="{138EC77E-1C17-E048-8EE2-27D1FB14AD3C}" srcOrd="5" destOrd="0" presId="urn:microsoft.com/office/officeart/2005/8/layout/vList5"/>
    <dgm:cxn modelId="{F3A1FB5C-23B0-C346-942D-42009CC87883}" type="presParOf" srcId="{9403BA41-611A-FA42-8804-EA979A74D0A5}" destId="{A6030532-6B05-8D40-BC34-887AAD755FD5}" srcOrd="6" destOrd="0" presId="urn:microsoft.com/office/officeart/2005/8/layout/vList5"/>
    <dgm:cxn modelId="{84A2BA36-7328-8149-8EB2-01D56CFA4D2A}" type="presParOf" srcId="{A6030532-6B05-8D40-BC34-887AAD755FD5}" destId="{0B007AB8-6A1B-BB45-B875-ABA3A8A4792D}" srcOrd="0" destOrd="0" presId="urn:microsoft.com/office/officeart/2005/8/layout/vList5"/>
    <dgm:cxn modelId="{C6EF32C6-A379-D34F-91C7-92560D66E62C}" type="presParOf" srcId="{A6030532-6B05-8D40-BC34-887AAD755FD5}" destId="{24481DDC-4EA3-9943-80F7-A5AA7BFA99F5}"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489679E-D4E5-454E-96B6-F48B498A1D2F}" type="doc">
      <dgm:prSet loTypeId="urn:microsoft.com/office/officeart/2005/8/layout/process1" loCatId="process" qsTypeId="urn:microsoft.com/office/officeart/2005/8/quickstyle/simple1" qsCatId="simple" csTypeId="urn:microsoft.com/office/officeart/2005/8/colors/colorful2" csCatId="colorful"/>
      <dgm:spPr/>
      <dgm:t>
        <a:bodyPr/>
        <a:lstStyle/>
        <a:p>
          <a:endParaRPr lang="en-GB"/>
        </a:p>
      </dgm:t>
    </dgm:pt>
    <dgm:pt modelId="{10D62BBA-CAC4-2247-ADE7-BDAE13CF996C}">
      <dgm:prSet/>
      <dgm:spPr/>
      <dgm:t>
        <a:bodyPr/>
        <a:lstStyle/>
        <a:p>
          <a:r>
            <a:rPr lang="en-US" dirty="0"/>
            <a:t>System inputs</a:t>
          </a:r>
          <a:endParaRPr lang="en-MY" dirty="0"/>
        </a:p>
      </dgm:t>
    </dgm:pt>
    <dgm:pt modelId="{2B288AAF-96C2-E44E-A8BC-AB40B47240BF}" type="parTrans" cxnId="{75FE78AC-80D3-E041-A715-A2B85FC89983}">
      <dgm:prSet/>
      <dgm:spPr/>
      <dgm:t>
        <a:bodyPr/>
        <a:lstStyle/>
        <a:p>
          <a:endParaRPr lang="en-GB"/>
        </a:p>
      </dgm:t>
    </dgm:pt>
    <dgm:pt modelId="{6077CAFC-BDC5-4742-9461-E7BA2FECBD1F}" type="sibTrans" cxnId="{75FE78AC-80D3-E041-A715-A2B85FC89983}">
      <dgm:prSet/>
      <dgm:spPr/>
      <dgm:t>
        <a:bodyPr/>
        <a:lstStyle/>
        <a:p>
          <a:endParaRPr lang="en-GB"/>
        </a:p>
      </dgm:t>
    </dgm:pt>
    <dgm:pt modelId="{BFBA6504-523C-A54B-8F0F-8E593603ED07}">
      <dgm:prSet/>
      <dgm:spPr/>
      <dgm:t>
        <a:bodyPr/>
        <a:lstStyle/>
        <a:p>
          <a:r>
            <a:rPr lang="en-US"/>
            <a:t>Processes</a:t>
          </a:r>
          <a:endParaRPr lang="en-MY"/>
        </a:p>
      </dgm:t>
    </dgm:pt>
    <dgm:pt modelId="{D03FA376-7B4F-9A48-BED3-B5CB9C86AC68}" type="parTrans" cxnId="{166E2F95-4798-F344-A97F-81886636B12A}">
      <dgm:prSet/>
      <dgm:spPr/>
      <dgm:t>
        <a:bodyPr/>
        <a:lstStyle/>
        <a:p>
          <a:endParaRPr lang="en-GB"/>
        </a:p>
      </dgm:t>
    </dgm:pt>
    <dgm:pt modelId="{AD12F4F9-A94E-584A-B5D1-6983AFC3BE1C}" type="sibTrans" cxnId="{166E2F95-4798-F344-A97F-81886636B12A}">
      <dgm:prSet/>
      <dgm:spPr/>
      <dgm:t>
        <a:bodyPr/>
        <a:lstStyle/>
        <a:p>
          <a:endParaRPr lang="en-GB"/>
        </a:p>
      </dgm:t>
    </dgm:pt>
    <dgm:pt modelId="{F80053CA-A2C6-1D43-8BF5-DB029C0B70AE}">
      <dgm:prSet/>
      <dgm:spPr/>
      <dgm:t>
        <a:bodyPr/>
        <a:lstStyle/>
        <a:p>
          <a:r>
            <a:rPr lang="en-US"/>
            <a:t>Outputs</a:t>
          </a:r>
          <a:endParaRPr lang="en-MY"/>
        </a:p>
      </dgm:t>
    </dgm:pt>
    <dgm:pt modelId="{FFF3398D-C2A3-F84B-ADBB-249D7CD69FDA}" type="parTrans" cxnId="{55CC65AB-8ACF-4548-AB1B-E2576D6FC875}">
      <dgm:prSet/>
      <dgm:spPr/>
      <dgm:t>
        <a:bodyPr/>
        <a:lstStyle/>
        <a:p>
          <a:endParaRPr lang="en-GB"/>
        </a:p>
      </dgm:t>
    </dgm:pt>
    <dgm:pt modelId="{35271B9D-9A0D-E642-B182-AE7403D460F4}" type="sibTrans" cxnId="{55CC65AB-8ACF-4548-AB1B-E2576D6FC875}">
      <dgm:prSet/>
      <dgm:spPr/>
      <dgm:t>
        <a:bodyPr/>
        <a:lstStyle/>
        <a:p>
          <a:endParaRPr lang="en-GB"/>
        </a:p>
      </dgm:t>
    </dgm:pt>
    <dgm:pt modelId="{893C217A-C384-1346-8C91-9D8308EF0E32}" type="pres">
      <dgm:prSet presAssocID="{E489679E-D4E5-454E-96B6-F48B498A1D2F}" presName="Name0" presStyleCnt="0">
        <dgm:presLayoutVars>
          <dgm:dir/>
          <dgm:resizeHandles val="exact"/>
        </dgm:presLayoutVars>
      </dgm:prSet>
      <dgm:spPr/>
    </dgm:pt>
    <dgm:pt modelId="{50674DE8-1943-E743-9393-1B9A82961FFB}" type="pres">
      <dgm:prSet presAssocID="{10D62BBA-CAC4-2247-ADE7-BDAE13CF996C}" presName="node" presStyleLbl="node1" presStyleIdx="0" presStyleCnt="3">
        <dgm:presLayoutVars>
          <dgm:bulletEnabled val="1"/>
        </dgm:presLayoutVars>
      </dgm:prSet>
      <dgm:spPr/>
    </dgm:pt>
    <dgm:pt modelId="{709FDE20-5D29-8346-937B-6A360927EA97}" type="pres">
      <dgm:prSet presAssocID="{6077CAFC-BDC5-4742-9461-E7BA2FECBD1F}" presName="sibTrans" presStyleLbl="sibTrans2D1" presStyleIdx="0" presStyleCnt="2"/>
      <dgm:spPr/>
    </dgm:pt>
    <dgm:pt modelId="{4BE17C0C-A890-E14A-9845-6CE46BF88DB0}" type="pres">
      <dgm:prSet presAssocID="{6077CAFC-BDC5-4742-9461-E7BA2FECBD1F}" presName="connectorText" presStyleLbl="sibTrans2D1" presStyleIdx="0" presStyleCnt="2"/>
      <dgm:spPr/>
    </dgm:pt>
    <dgm:pt modelId="{62702E73-B339-794A-AF7F-AD1D53EE83A8}" type="pres">
      <dgm:prSet presAssocID="{BFBA6504-523C-A54B-8F0F-8E593603ED07}" presName="node" presStyleLbl="node1" presStyleIdx="1" presStyleCnt="3">
        <dgm:presLayoutVars>
          <dgm:bulletEnabled val="1"/>
        </dgm:presLayoutVars>
      </dgm:prSet>
      <dgm:spPr/>
    </dgm:pt>
    <dgm:pt modelId="{B2C1EF81-B823-E044-B609-29B8150E467D}" type="pres">
      <dgm:prSet presAssocID="{AD12F4F9-A94E-584A-B5D1-6983AFC3BE1C}" presName="sibTrans" presStyleLbl="sibTrans2D1" presStyleIdx="1" presStyleCnt="2"/>
      <dgm:spPr/>
    </dgm:pt>
    <dgm:pt modelId="{4A739906-AD1C-3A4C-9EB6-D5EA82B7FED8}" type="pres">
      <dgm:prSet presAssocID="{AD12F4F9-A94E-584A-B5D1-6983AFC3BE1C}" presName="connectorText" presStyleLbl="sibTrans2D1" presStyleIdx="1" presStyleCnt="2"/>
      <dgm:spPr/>
    </dgm:pt>
    <dgm:pt modelId="{F6EB91B1-F215-194B-8374-032D0563DDFA}" type="pres">
      <dgm:prSet presAssocID="{F80053CA-A2C6-1D43-8BF5-DB029C0B70AE}" presName="node" presStyleLbl="node1" presStyleIdx="2" presStyleCnt="3">
        <dgm:presLayoutVars>
          <dgm:bulletEnabled val="1"/>
        </dgm:presLayoutVars>
      </dgm:prSet>
      <dgm:spPr/>
    </dgm:pt>
  </dgm:ptLst>
  <dgm:cxnLst>
    <dgm:cxn modelId="{9910710E-B7A4-1E42-84C9-266B7CDA8CA0}" type="presOf" srcId="{6077CAFC-BDC5-4742-9461-E7BA2FECBD1F}" destId="{4BE17C0C-A890-E14A-9845-6CE46BF88DB0}" srcOrd="1" destOrd="0" presId="urn:microsoft.com/office/officeart/2005/8/layout/process1"/>
    <dgm:cxn modelId="{7B08AC0F-4E80-DF44-A59E-D7FD65EF53AF}" type="presOf" srcId="{6077CAFC-BDC5-4742-9461-E7BA2FECBD1F}" destId="{709FDE20-5D29-8346-937B-6A360927EA97}" srcOrd="0" destOrd="0" presId="urn:microsoft.com/office/officeart/2005/8/layout/process1"/>
    <dgm:cxn modelId="{586BD046-34E9-0F49-B58A-4CE362E06D49}" type="presOf" srcId="{F80053CA-A2C6-1D43-8BF5-DB029C0B70AE}" destId="{F6EB91B1-F215-194B-8374-032D0563DDFA}" srcOrd="0" destOrd="0" presId="urn:microsoft.com/office/officeart/2005/8/layout/process1"/>
    <dgm:cxn modelId="{99743660-EF5D-5743-AB43-F9E005526245}" type="presOf" srcId="{BFBA6504-523C-A54B-8F0F-8E593603ED07}" destId="{62702E73-B339-794A-AF7F-AD1D53EE83A8}" srcOrd="0" destOrd="0" presId="urn:microsoft.com/office/officeart/2005/8/layout/process1"/>
    <dgm:cxn modelId="{B2845F68-2563-AD43-AE53-F7EFC5598D21}" type="presOf" srcId="{AD12F4F9-A94E-584A-B5D1-6983AFC3BE1C}" destId="{B2C1EF81-B823-E044-B609-29B8150E467D}" srcOrd="0" destOrd="0" presId="urn:microsoft.com/office/officeart/2005/8/layout/process1"/>
    <dgm:cxn modelId="{44198A77-6706-4344-9A22-9F29A40538EB}" type="presOf" srcId="{10D62BBA-CAC4-2247-ADE7-BDAE13CF996C}" destId="{50674DE8-1943-E743-9393-1B9A82961FFB}" srcOrd="0" destOrd="0" presId="urn:microsoft.com/office/officeart/2005/8/layout/process1"/>
    <dgm:cxn modelId="{96BC4D7C-96A0-FA4A-9D26-0633CAE4D174}" type="presOf" srcId="{AD12F4F9-A94E-584A-B5D1-6983AFC3BE1C}" destId="{4A739906-AD1C-3A4C-9EB6-D5EA82B7FED8}" srcOrd="1" destOrd="0" presId="urn:microsoft.com/office/officeart/2005/8/layout/process1"/>
    <dgm:cxn modelId="{166E2F95-4798-F344-A97F-81886636B12A}" srcId="{E489679E-D4E5-454E-96B6-F48B498A1D2F}" destId="{BFBA6504-523C-A54B-8F0F-8E593603ED07}" srcOrd="1" destOrd="0" parTransId="{D03FA376-7B4F-9A48-BED3-B5CB9C86AC68}" sibTransId="{AD12F4F9-A94E-584A-B5D1-6983AFC3BE1C}"/>
    <dgm:cxn modelId="{5D198DA1-F882-064B-B500-C471BD939E56}" type="presOf" srcId="{E489679E-D4E5-454E-96B6-F48B498A1D2F}" destId="{893C217A-C384-1346-8C91-9D8308EF0E32}" srcOrd="0" destOrd="0" presId="urn:microsoft.com/office/officeart/2005/8/layout/process1"/>
    <dgm:cxn modelId="{55CC65AB-8ACF-4548-AB1B-E2576D6FC875}" srcId="{E489679E-D4E5-454E-96B6-F48B498A1D2F}" destId="{F80053CA-A2C6-1D43-8BF5-DB029C0B70AE}" srcOrd="2" destOrd="0" parTransId="{FFF3398D-C2A3-F84B-ADBB-249D7CD69FDA}" sibTransId="{35271B9D-9A0D-E642-B182-AE7403D460F4}"/>
    <dgm:cxn modelId="{75FE78AC-80D3-E041-A715-A2B85FC89983}" srcId="{E489679E-D4E5-454E-96B6-F48B498A1D2F}" destId="{10D62BBA-CAC4-2247-ADE7-BDAE13CF996C}" srcOrd="0" destOrd="0" parTransId="{2B288AAF-96C2-E44E-A8BC-AB40B47240BF}" sibTransId="{6077CAFC-BDC5-4742-9461-E7BA2FECBD1F}"/>
    <dgm:cxn modelId="{A13BB6D6-64E7-E94D-BB76-F402AA366324}" type="presParOf" srcId="{893C217A-C384-1346-8C91-9D8308EF0E32}" destId="{50674DE8-1943-E743-9393-1B9A82961FFB}" srcOrd="0" destOrd="0" presId="urn:microsoft.com/office/officeart/2005/8/layout/process1"/>
    <dgm:cxn modelId="{186DC7DC-E7C1-4041-AFDF-428BAFE43AC7}" type="presParOf" srcId="{893C217A-C384-1346-8C91-9D8308EF0E32}" destId="{709FDE20-5D29-8346-937B-6A360927EA97}" srcOrd="1" destOrd="0" presId="urn:microsoft.com/office/officeart/2005/8/layout/process1"/>
    <dgm:cxn modelId="{847058D9-88D4-064A-BC5B-A1ABF56F5F72}" type="presParOf" srcId="{709FDE20-5D29-8346-937B-6A360927EA97}" destId="{4BE17C0C-A890-E14A-9845-6CE46BF88DB0}" srcOrd="0" destOrd="0" presId="urn:microsoft.com/office/officeart/2005/8/layout/process1"/>
    <dgm:cxn modelId="{16683F5B-122C-E145-A2C4-58406198F956}" type="presParOf" srcId="{893C217A-C384-1346-8C91-9D8308EF0E32}" destId="{62702E73-B339-794A-AF7F-AD1D53EE83A8}" srcOrd="2" destOrd="0" presId="urn:microsoft.com/office/officeart/2005/8/layout/process1"/>
    <dgm:cxn modelId="{8866218A-2BC4-B04B-A4C5-0CBB0E8CDAE4}" type="presParOf" srcId="{893C217A-C384-1346-8C91-9D8308EF0E32}" destId="{B2C1EF81-B823-E044-B609-29B8150E467D}" srcOrd="3" destOrd="0" presId="urn:microsoft.com/office/officeart/2005/8/layout/process1"/>
    <dgm:cxn modelId="{B36408F0-765B-744F-A99D-B34E9F72FD37}" type="presParOf" srcId="{B2C1EF81-B823-E044-B609-29B8150E467D}" destId="{4A739906-AD1C-3A4C-9EB6-D5EA82B7FED8}" srcOrd="0" destOrd="0" presId="urn:microsoft.com/office/officeart/2005/8/layout/process1"/>
    <dgm:cxn modelId="{266EF475-FAAD-094D-BBAD-2BA6A073EFE5}" type="presParOf" srcId="{893C217A-C384-1346-8C91-9D8308EF0E32}" destId="{F6EB91B1-F215-194B-8374-032D0563DDFA}"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71E2286-F950-0B49-A576-F3F7C94E56B5}"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GB"/>
        </a:p>
      </dgm:t>
    </dgm:pt>
    <dgm:pt modelId="{BBEC1DCD-D2DF-874F-A8D5-7A53340C030E}">
      <dgm:prSet/>
      <dgm:spPr/>
      <dgm:t>
        <a:bodyPr/>
        <a:lstStyle/>
        <a:p>
          <a:r>
            <a:rPr lang="en-US"/>
            <a:t>LOGICAL DFD</a:t>
          </a:r>
          <a:endParaRPr lang="en-MY"/>
        </a:p>
      </dgm:t>
    </dgm:pt>
    <dgm:pt modelId="{B2A1B92C-D7FD-6E4C-928B-A93333DF5ED6}" type="parTrans" cxnId="{A3CB1280-80B9-FA44-A100-9ABC1C36EA8C}">
      <dgm:prSet/>
      <dgm:spPr/>
      <dgm:t>
        <a:bodyPr/>
        <a:lstStyle/>
        <a:p>
          <a:endParaRPr lang="en-GB"/>
        </a:p>
      </dgm:t>
    </dgm:pt>
    <dgm:pt modelId="{3CB23E21-2023-A144-AE57-25AA664E092E}" type="sibTrans" cxnId="{A3CB1280-80B9-FA44-A100-9ABC1C36EA8C}">
      <dgm:prSet/>
      <dgm:spPr/>
      <dgm:t>
        <a:bodyPr/>
        <a:lstStyle/>
        <a:p>
          <a:endParaRPr lang="en-GB"/>
        </a:p>
      </dgm:t>
    </dgm:pt>
    <dgm:pt modelId="{533AC3C9-F1FE-C84A-BEA8-A3AF525CA447}">
      <dgm:prSet/>
      <dgm:spPr/>
      <dgm:t>
        <a:bodyPr/>
        <a:lstStyle/>
        <a:p>
          <a:r>
            <a:rPr lang="en-US"/>
            <a:t>Better communication with users</a:t>
          </a:r>
          <a:endParaRPr lang="en-MY"/>
        </a:p>
      </dgm:t>
    </dgm:pt>
    <dgm:pt modelId="{D97807B5-B21F-1F49-817C-E92D3C58D9AF}" type="parTrans" cxnId="{C5E958BF-AC0C-944F-B726-9B8F7D6AF90C}">
      <dgm:prSet/>
      <dgm:spPr/>
      <dgm:t>
        <a:bodyPr/>
        <a:lstStyle/>
        <a:p>
          <a:endParaRPr lang="en-GB"/>
        </a:p>
      </dgm:t>
    </dgm:pt>
    <dgm:pt modelId="{06867694-1D72-2C44-91CF-8549E6C79400}" type="sibTrans" cxnId="{C5E958BF-AC0C-944F-B726-9B8F7D6AF90C}">
      <dgm:prSet/>
      <dgm:spPr/>
      <dgm:t>
        <a:bodyPr/>
        <a:lstStyle/>
        <a:p>
          <a:endParaRPr lang="en-GB"/>
        </a:p>
      </dgm:t>
    </dgm:pt>
    <dgm:pt modelId="{67336468-24E5-4B4D-A0AC-A14456FFE61C}">
      <dgm:prSet/>
      <dgm:spPr/>
      <dgm:t>
        <a:bodyPr/>
        <a:lstStyle/>
        <a:p>
          <a:r>
            <a:rPr lang="en-US"/>
            <a:t>More stable systems</a:t>
          </a:r>
          <a:endParaRPr lang="en-MY"/>
        </a:p>
      </dgm:t>
    </dgm:pt>
    <dgm:pt modelId="{6025866F-1FCA-634E-B4B3-6021E002599E}" type="parTrans" cxnId="{2D09BA1B-0477-3A47-B7ED-B5A71BF6B997}">
      <dgm:prSet/>
      <dgm:spPr/>
      <dgm:t>
        <a:bodyPr/>
        <a:lstStyle/>
        <a:p>
          <a:endParaRPr lang="en-GB"/>
        </a:p>
      </dgm:t>
    </dgm:pt>
    <dgm:pt modelId="{BFC0A3EA-F7D9-8A4C-9A6D-B2B0D9AE7D28}" type="sibTrans" cxnId="{2D09BA1B-0477-3A47-B7ED-B5A71BF6B997}">
      <dgm:prSet/>
      <dgm:spPr/>
      <dgm:t>
        <a:bodyPr/>
        <a:lstStyle/>
        <a:p>
          <a:endParaRPr lang="en-GB"/>
        </a:p>
      </dgm:t>
    </dgm:pt>
    <dgm:pt modelId="{D5DDBAFB-AC02-E34E-8BA9-E599C567E4C4}">
      <dgm:prSet/>
      <dgm:spPr/>
      <dgm:t>
        <a:bodyPr/>
        <a:lstStyle/>
        <a:p>
          <a:r>
            <a:rPr lang="en-US"/>
            <a:t>Better understanding of the business by analysts</a:t>
          </a:r>
          <a:endParaRPr lang="en-MY"/>
        </a:p>
      </dgm:t>
    </dgm:pt>
    <dgm:pt modelId="{8A8F41F9-5D82-DC49-9A0F-19C856640C75}" type="parTrans" cxnId="{B1862AD4-1051-C145-9364-A67D1634BBF8}">
      <dgm:prSet/>
      <dgm:spPr/>
      <dgm:t>
        <a:bodyPr/>
        <a:lstStyle/>
        <a:p>
          <a:endParaRPr lang="en-GB"/>
        </a:p>
      </dgm:t>
    </dgm:pt>
    <dgm:pt modelId="{0FD04AF6-1740-A14B-9362-65F845B93249}" type="sibTrans" cxnId="{B1862AD4-1051-C145-9364-A67D1634BBF8}">
      <dgm:prSet/>
      <dgm:spPr/>
      <dgm:t>
        <a:bodyPr/>
        <a:lstStyle/>
        <a:p>
          <a:endParaRPr lang="en-GB"/>
        </a:p>
      </dgm:t>
    </dgm:pt>
    <dgm:pt modelId="{FED178A3-9759-784A-A085-E99ABC283C83}">
      <dgm:prSet/>
      <dgm:spPr/>
      <dgm:t>
        <a:bodyPr/>
        <a:lstStyle/>
        <a:p>
          <a:r>
            <a:rPr lang="en-US"/>
            <a:t>Flexibility and maintenance</a:t>
          </a:r>
          <a:endParaRPr lang="en-MY"/>
        </a:p>
      </dgm:t>
    </dgm:pt>
    <dgm:pt modelId="{FF73AF86-3105-F847-8B56-DB3C7B109812}" type="parTrans" cxnId="{6CD4F788-0622-864F-985B-3AA1AF39CB4A}">
      <dgm:prSet/>
      <dgm:spPr/>
      <dgm:t>
        <a:bodyPr/>
        <a:lstStyle/>
        <a:p>
          <a:endParaRPr lang="en-GB"/>
        </a:p>
      </dgm:t>
    </dgm:pt>
    <dgm:pt modelId="{3D95EDFF-1D78-154B-ABC6-311D13AB96DE}" type="sibTrans" cxnId="{6CD4F788-0622-864F-985B-3AA1AF39CB4A}">
      <dgm:prSet/>
      <dgm:spPr/>
      <dgm:t>
        <a:bodyPr/>
        <a:lstStyle/>
        <a:p>
          <a:endParaRPr lang="en-GB"/>
        </a:p>
      </dgm:t>
    </dgm:pt>
    <dgm:pt modelId="{5D8360F6-F0D0-9D42-A6B6-53A6A954F59C}">
      <dgm:prSet/>
      <dgm:spPr/>
      <dgm:t>
        <a:bodyPr/>
        <a:lstStyle/>
        <a:p>
          <a:r>
            <a:rPr lang="en-US"/>
            <a:t>Elimination of redundancy and easier creation of the physical model</a:t>
          </a:r>
          <a:endParaRPr lang="en-MY"/>
        </a:p>
      </dgm:t>
    </dgm:pt>
    <dgm:pt modelId="{5F7AA5BF-F4F9-714D-A8F1-BEFBBC3249BB}" type="parTrans" cxnId="{74116319-F927-914B-AE34-D1CC18398CA5}">
      <dgm:prSet/>
      <dgm:spPr/>
      <dgm:t>
        <a:bodyPr/>
        <a:lstStyle/>
        <a:p>
          <a:endParaRPr lang="en-GB"/>
        </a:p>
      </dgm:t>
    </dgm:pt>
    <dgm:pt modelId="{0AAC94A7-C487-9E48-A5AD-FBBA1B477095}" type="sibTrans" cxnId="{74116319-F927-914B-AE34-D1CC18398CA5}">
      <dgm:prSet/>
      <dgm:spPr/>
      <dgm:t>
        <a:bodyPr/>
        <a:lstStyle/>
        <a:p>
          <a:endParaRPr lang="en-GB"/>
        </a:p>
      </dgm:t>
    </dgm:pt>
    <dgm:pt modelId="{5CE4C97E-ECA7-514B-94D3-F389D8ED95FA}">
      <dgm:prSet/>
      <dgm:spPr/>
      <dgm:t>
        <a:bodyPr/>
        <a:lstStyle/>
        <a:p>
          <a:r>
            <a:rPr lang="en-US"/>
            <a:t>PHYSICAL DFD</a:t>
          </a:r>
          <a:endParaRPr lang="en-MY"/>
        </a:p>
      </dgm:t>
    </dgm:pt>
    <dgm:pt modelId="{5FCD76FF-5AFD-AA43-AE73-CCD95A29C02C}" type="parTrans" cxnId="{05F03940-694A-5F48-BFEE-6BD946331E30}">
      <dgm:prSet/>
      <dgm:spPr/>
      <dgm:t>
        <a:bodyPr/>
        <a:lstStyle/>
        <a:p>
          <a:endParaRPr lang="en-GB"/>
        </a:p>
      </dgm:t>
    </dgm:pt>
    <dgm:pt modelId="{870CCFA9-56B6-4642-ABC9-DF6DFBB7E471}" type="sibTrans" cxnId="{05F03940-694A-5F48-BFEE-6BD946331E30}">
      <dgm:prSet/>
      <dgm:spPr/>
      <dgm:t>
        <a:bodyPr/>
        <a:lstStyle/>
        <a:p>
          <a:endParaRPr lang="en-GB"/>
        </a:p>
      </dgm:t>
    </dgm:pt>
    <dgm:pt modelId="{C219C549-0BF7-634E-9514-29F328785C04}">
      <dgm:prSet/>
      <dgm:spPr/>
      <dgm:t>
        <a:bodyPr/>
        <a:lstStyle/>
        <a:p>
          <a:r>
            <a:rPr lang="en-US"/>
            <a:t>Clarifying which processes are performed by humans and which are automated</a:t>
          </a:r>
          <a:endParaRPr lang="en-MY"/>
        </a:p>
      </dgm:t>
    </dgm:pt>
    <dgm:pt modelId="{785B4F4F-F23F-5A49-9A90-431C551A99B9}" type="parTrans" cxnId="{842FA573-974A-2149-A612-35494EB0AF05}">
      <dgm:prSet/>
      <dgm:spPr/>
      <dgm:t>
        <a:bodyPr/>
        <a:lstStyle/>
        <a:p>
          <a:endParaRPr lang="en-GB"/>
        </a:p>
      </dgm:t>
    </dgm:pt>
    <dgm:pt modelId="{6488B6CA-30FA-D44B-876C-9E02EC80B363}" type="sibTrans" cxnId="{842FA573-974A-2149-A612-35494EB0AF05}">
      <dgm:prSet/>
      <dgm:spPr/>
      <dgm:t>
        <a:bodyPr/>
        <a:lstStyle/>
        <a:p>
          <a:endParaRPr lang="en-GB"/>
        </a:p>
      </dgm:t>
    </dgm:pt>
    <dgm:pt modelId="{0AB6CC8F-9922-F542-9912-466D9CAD6C5C}">
      <dgm:prSet/>
      <dgm:spPr/>
      <dgm:t>
        <a:bodyPr/>
        <a:lstStyle/>
        <a:p>
          <a:r>
            <a:rPr lang="en-US"/>
            <a:t>Describing processes in more detail</a:t>
          </a:r>
          <a:endParaRPr lang="en-MY"/>
        </a:p>
      </dgm:t>
    </dgm:pt>
    <dgm:pt modelId="{EC3BA512-237F-5A4E-B04C-5B9F9D5BD5E9}" type="parTrans" cxnId="{82E5A51B-ABCD-AD46-A9BF-090103D6BE55}">
      <dgm:prSet/>
      <dgm:spPr/>
      <dgm:t>
        <a:bodyPr/>
        <a:lstStyle/>
        <a:p>
          <a:endParaRPr lang="en-GB"/>
        </a:p>
      </dgm:t>
    </dgm:pt>
    <dgm:pt modelId="{739B9FE9-2F26-D14F-8044-E3D33EDC34E4}" type="sibTrans" cxnId="{82E5A51B-ABCD-AD46-A9BF-090103D6BE55}">
      <dgm:prSet/>
      <dgm:spPr/>
      <dgm:t>
        <a:bodyPr/>
        <a:lstStyle/>
        <a:p>
          <a:endParaRPr lang="en-GB"/>
        </a:p>
      </dgm:t>
    </dgm:pt>
    <dgm:pt modelId="{79CF9B82-C5A6-934E-9948-4706AEBA39FA}">
      <dgm:prSet/>
      <dgm:spPr/>
      <dgm:t>
        <a:bodyPr/>
        <a:lstStyle/>
        <a:p>
          <a:r>
            <a:rPr lang="en-US" dirty="0"/>
            <a:t>Sequencing processes that must be done in a particular order</a:t>
          </a:r>
          <a:endParaRPr lang="en-MY" dirty="0"/>
        </a:p>
      </dgm:t>
    </dgm:pt>
    <dgm:pt modelId="{1A14D6A3-3312-BF40-91E5-0C7E8A0BEBAC}" type="parTrans" cxnId="{297F5FF9-92DE-144D-AFA2-8FD5EE8F33E6}">
      <dgm:prSet/>
      <dgm:spPr/>
      <dgm:t>
        <a:bodyPr/>
        <a:lstStyle/>
        <a:p>
          <a:endParaRPr lang="en-GB"/>
        </a:p>
      </dgm:t>
    </dgm:pt>
    <dgm:pt modelId="{69C59797-42B9-624D-8E0F-AEE3507EDEE4}" type="sibTrans" cxnId="{297F5FF9-92DE-144D-AFA2-8FD5EE8F33E6}">
      <dgm:prSet/>
      <dgm:spPr/>
      <dgm:t>
        <a:bodyPr/>
        <a:lstStyle/>
        <a:p>
          <a:endParaRPr lang="en-GB"/>
        </a:p>
      </dgm:t>
    </dgm:pt>
    <dgm:pt modelId="{9EC3A72D-B5DC-C445-AA9C-F7B8F273D593}">
      <dgm:prSet/>
      <dgm:spPr/>
      <dgm:t>
        <a:bodyPr/>
        <a:lstStyle/>
        <a:p>
          <a:r>
            <a:rPr lang="en-US"/>
            <a:t>Identifying temporary data stores </a:t>
          </a:r>
          <a:endParaRPr lang="en-MY"/>
        </a:p>
      </dgm:t>
    </dgm:pt>
    <dgm:pt modelId="{205BE407-09BF-8F46-9956-AB12E79ED202}" type="parTrans" cxnId="{283719D2-767A-FC4A-BC74-3FD5EE6CE607}">
      <dgm:prSet/>
      <dgm:spPr/>
      <dgm:t>
        <a:bodyPr/>
        <a:lstStyle/>
        <a:p>
          <a:endParaRPr lang="en-GB"/>
        </a:p>
      </dgm:t>
    </dgm:pt>
    <dgm:pt modelId="{136B934F-D082-1945-98D6-C47DAD805C14}" type="sibTrans" cxnId="{283719D2-767A-FC4A-BC74-3FD5EE6CE607}">
      <dgm:prSet/>
      <dgm:spPr/>
      <dgm:t>
        <a:bodyPr/>
        <a:lstStyle/>
        <a:p>
          <a:endParaRPr lang="en-GB"/>
        </a:p>
      </dgm:t>
    </dgm:pt>
    <dgm:pt modelId="{A5CBB0C5-4C57-C74C-A02E-840C9F175521}">
      <dgm:prSet/>
      <dgm:spPr/>
      <dgm:t>
        <a:bodyPr/>
        <a:lstStyle/>
        <a:p>
          <a:r>
            <a:rPr lang="en-US"/>
            <a:t>Specifying actual names of files and printouts</a:t>
          </a:r>
          <a:endParaRPr lang="en-MY"/>
        </a:p>
      </dgm:t>
    </dgm:pt>
    <dgm:pt modelId="{4A8A2794-3D8E-2D4F-A7EB-A6F2641BD122}" type="parTrans" cxnId="{C98CC054-C5DA-F549-8997-F19731A64399}">
      <dgm:prSet/>
      <dgm:spPr/>
      <dgm:t>
        <a:bodyPr/>
        <a:lstStyle/>
        <a:p>
          <a:endParaRPr lang="en-GB"/>
        </a:p>
      </dgm:t>
    </dgm:pt>
    <dgm:pt modelId="{CBF9D1E3-B232-A74B-A53C-803E3717E259}" type="sibTrans" cxnId="{C98CC054-C5DA-F549-8997-F19731A64399}">
      <dgm:prSet/>
      <dgm:spPr/>
      <dgm:t>
        <a:bodyPr/>
        <a:lstStyle/>
        <a:p>
          <a:endParaRPr lang="en-GB"/>
        </a:p>
      </dgm:t>
    </dgm:pt>
    <dgm:pt modelId="{8DCA8B51-4C88-0144-B365-ACD077BE3C74}">
      <dgm:prSet/>
      <dgm:spPr/>
      <dgm:t>
        <a:bodyPr/>
        <a:lstStyle/>
        <a:p>
          <a:r>
            <a:rPr lang="en-US"/>
            <a:t>Adding controls to ensure the processes are done properly</a:t>
          </a:r>
          <a:endParaRPr lang="en-MY"/>
        </a:p>
      </dgm:t>
    </dgm:pt>
    <dgm:pt modelId="{6C363826-EA4A-BE4D-8487-5BCBD52A9976}" type="parTrans" cxnId="{11857164-DEE8-F241-90B1-8FA57806AEAB}">
      <dgm:prSet/>
      <dgm:spPr/>
      <dgm:t>
        <a:bodyPr/>
        <a:lstStyle/>
        <a:p>
          <a:endParaRPr lang="en-GB"/>
        </a:p>
      </dgm:t>
    </dgm:pt>
    <dgm:pt modelId="{4AECA837-D5D2-574C-9CA3-EE1AE347C8DF}" type="sibTrans" cxnId="{11857164-DEE8-F241-90B1-8FA57806AEAB}">
      <dgm:prSet/>
      <dgm:spPr/>
      <dgm:t>
        <a:bodyPr/>
        <a:lstStyle/>
        <a:p>
          <a:endParaRPr lang="en-GB"/>
        </a:p>
      </dgm:t>
    </dgm:pt>
    <dgm:pt modelId="{AA9D104F-E522-1D40-AA6C-22BAA87374F2}" type="pres">
      <dgm:prSet presAssocID="{371E2286-F950-0B49-A576-F3F7C94E56B5}" presName="linear" presStyleCnt="0">
        <dgm:presLayoutVars>
          <dgm:animLvl val="lvl"/>
          <dgm:resizeHandles val="exact"/>
        </dgm:presLayoutVars>
      </dgm:prSet>
      <dgm:spPr/>
    </dgm:pt>
    <dgm:pt modelId="{F461CB4E-761D-504B-8482-5C454439570C}" type="pres">
      <dgm:prSet presAssocID="{BBEC1DCD-D2DF-874F-A8D5-7A53340C030E}" presName="parentText" presStyleLbl="node1" presStyleIdx="0" presStyleCnt="2">
        <dgm:presLayoutVars>
          <dgm:chMax val="0"/>
          <dgm:bulletEnabled val="1"/>
        </dgm:presLayoutVars>
      </dgm:prSet>
      <dgm:spPr/>
    </dgm:pt>
    <dgm:pt modelId="{8B17BE25-BC6E-6B4F-9AF5-E7B470CCED22}" type="pres">
      <dgm:prSet presAssocID="{BBEC1DCD-D2DF-874F-A8D5-7A53340C030E}" presName="childText" presStyleLbl="revTx" presStyleIdx="0" presStyleCnt="2">
        <dgm:presLayoutVars>
          <dgm:bulletEnabled val="1"/>
        </dgm:presLayoutVars>
      </dgm:prSet>
      <dgm:spPr/>
    </dgm:pt>
    <dgm:pt modelId="{2EE50380-FBDF-BC42-AC19-1CA9C8BF1C5A}" type="pres">
      <dgm:prSet presAssocID="{5CE4C97E-ECA7-514B-94D3-F389D8ED95FA}" presName="parentText" presStyleLbl="node1" presStyleIdx="1" presStyleCnt="2">
        <dgm:presLayoutVars>
          <dgm:chMax val="0"/>
          <dgm:bulletEnabled val="1"/>
        </dgm:presLayoutVars>
      </dgm:prSet>
      <dgm:spPr/>
    </dgm:pt>
    <dgm:pt modelId="{E1165570-6FD7-674D-9350-9F4BE9692CF6}" type="pres">
      <dgm:prSet presAssocID="{5CE4C97E-ECA7-514B-94D3-F389D8ED95FA}" presName="childText" presStyleLbl="revTx" presStyleIdx="1" presStyleCnt="2">
        <dgm:presLayoutVars>
          <dgm:bulletEnabled val="1"/>
        </dgm:presLayoutVars>
      </dgm:prSet>
      <dgm:spPr/>
    </dgm:pt>
  </dgm:ptLst>
  <dgm:cxnLst>
    <dgm:cxn modelId="{C86C7502-06B2-6C40-BF9C-3CAFC4850964}" type="presOf" srcId="{371E2286-F950-0B49-A576-F3F7C94E56B5}" destId="{AA9D104F-E522-1D40-AA6C-22BAA87374F2}" srcOrd="0" destOrd="0" presId="urn:microsoft.com/office/officeart/2005/8/layout/vList2"/>
    <dgm:cxn modelId="{E4C95D0C-688C-F242-9226-CFE8C9E14C35}" type="presOf" srcId="{79CF9B82-C5A6-934E-9948-4706AEBA39FA}" destId="{E1165570-6FD7-674D-9350-9F4BE9692CF6}" srcOrd="0" destOrd="2" presId="urn:microsoft.com/office/officeart/2005/8/layout/vList2"/>
    <dgm:cxn modelId="{015CAE0E-2EF7-234C-853E-E5AE5DF8572B}" type="presOf" srcId="{67336468-24E5-4B4D-A0AC-A14456FFE61C}" destId="{8B17BE25-BC6E-6B4F-9AF5-E7B470CCED22}" srcOrd="0" destOrd="1" presId="urn:microsoft.com/office/officeart/2005/8/layout/vList2"/>
    <dgm:cxn modelId="{AC4D9C15-C8EE-9F47-8FFA-2440A30E6993}" type="presOf" srcId="{5D8360F6-F0D0-9D42-A6B6-53A6A954F59C}" destId="{8B17BE25-BC6E-6B4F-9AF5-E7B470CCED22}" srcOrd="0" destOrd="4" presId="urn:microsoft.com/office/officeart/2005/8/layout/vList2"/>
    <dgm:cxn modelId="{74116319-F927-914B-AE34-D1CC18398CA5}" srcId="{BBEC1DCD-D2DF-874F-A8D5-7A53340C030E}" destId="{5D8360F6-F0D0-9D42-A6B6-53A6A954F59C}" srcOrd="4" destOrd="0" parTransId="{5F7AA5BF-F4F9-714D-A8F1-BEFBBC3249BB}" sibTransId="{0AAC94A7-C487-9E48-A5AD-FBBA1B477095}"/>
    <dgm:cxn modelId="{539BD41A-8C51-4D44-B9F5-761E6A848694}" type="presOf" srcId="{8DCA8B51-4C88-0144-B365-ACD077BE3C74}" destId="{E1165570-6FD7-674D-9350-9F4BE9692CF6}" srcOrd="0" destOrd="5" presId="urn:microsoft.com/office/officeart/2005/8/layout/vList2"/>
    <dgm:cxn modelId="{82E5A51B-ABCD-AD46-A9BF-090103D6BE55}" srcId="{5CE4C97E-ECA7-514B-94D3-F389D8ED95FA}" destId="{0AB6CC8F-9922-F542-9912-466D9CAD6C5C}" srcOrd="1" destOrd="0" parTransId="{EC3BA512-237F-5A4E-B04C-5B9F9D5BD5E9}" sibTransId="{739B9FE9-2F26-D14F-8044-E3D33EDC34E4}"/>
    <dgm:cxn modelId="{2D09BA1B-0477-3A47-B7ED-B5A71BF6B997}" srcId="{BBEC1DCD-D2DF-874F-A8D5-7A53340C030E}" destId="{67336468-24E5-4B4D-A0AC-A14456FFE61C}" srcOrd="1" destOrd="0" parTransId="{6025866F-1FCA-634E-B4B3-6021E002599E}" sibTransId="{BFC0A3EA-F7D9-8A4C-9A6D-B2B0D9AE7D28}"/>
    <dgm:cxn modelId="{739C2B28-8837-8C4C-8FE6-ACD434A482E2}" type="presOf" srcId="{533AC3C9-F1FE-C84A-BEA8-A3AF525CA447}" destId="{8B17BE25-BC6E-6B4F-9AF5-E7B470CCED22}" srcOrd="0" destOrd="0" presId="urn:microsoft.com/office/officeart/2005/8/layout/vList2"/>
    <dgm:cxn modelId="{83C31937-FD75-6340-B2DE-A0C6B124FA01}" type="presOf" srcId="{0AB6CC8F-9922-F542-9912-466D9CAD6C5C}" destId="{E1165570-6FD7-674D-9350-9F4BE9692CF6}" srcOrd="0" destOrd="1" presId="urn:microsoft.com/office/officeart/2005/8/layout/vList2"/>
    <dgm:cxn modelId="{7581F83A-28C4-9F40-81DE-C6FF929DCE6E}" type="presOf" srcId="{BBEC1DCD-D2DF-874F-A8D5-7A53340C030E}" destId="{F461CB4E-761D-504B-8482-5C454439570C}" srcOrd="0" destOrd="0" presId="urn:microsoft.com/office/officeart/2005/8/layout/vList2"/>
    <dgm:cxn modelId="{05F03940-694A-5F48-BFEE-6BD946331E30}" srcId="{371E2286-F950-0B49-A576-F3F7C94E56B5}" destId="{5CE4C97E-ECA7-514B-94D3-F389D8ED95FA}" srcOrd="1" destOrd="0" parTransId="{5FCD76FF-5AFD-AA43-AE73-CCD95A29C02C}" sibTransId="{870CCFA9-56B6-4642-ABC9-DF6DFBB7E471}"/>
    <dgm:cxn modelId="{C98CC054-C5DA-F549-8997-F19731A64399}" srcId="{5CE4C97E-ECA7-514B-94D3-F389D8ED95FA}" destId="{A5CBB0C5-4C57-C74C-A02E-840C9F175521}" srcOrd="4" destOrd="0" parTransId="{4A8A2794-3D8E-2D4F-A7EB-A6F2641BD122}" sibTransId="{CBF9D1E3-B232-A74B-A53C-803E3717E259}"/>
    <dgm:cxn modelId="{11857164-DEE8-F241-90B1-8FA57806AEAB}" srcId="{5CE4C97E-ECA7-514B-94D3-F389D8ED95FA}" destId="{8DCA8B51-4C88-0144-B365-ACD077BE3C74}" srcOrd="5" destOrd="0" parTransId="{6C363826-EA4A-BE4D-8487-5BCBD52A9976}" sibTransId="{4AECA837-D5D2-574C-9CA3-EE1AE347C8DF}"/>
    <dgm:cxn modelId="{D59EE96B-F896-4049-8928-4469471BCDCC}" type="presOf" srcId="{9EC3A72D-B5DC-C445-AA9C-F7B8F273D593}" destId="{E1165570-6FD7-674D-9350-9F4BE9692CF6}" srcOrd="0" destOrd="3" presId="urn:microsoft.com/office/officeart/2005/8/layout/vList2"/>
    <dgm:cxn modelId="{9BC1A96C-F349-7049-97B1-942CB4153F20}" type="presOf" srcId="{FED178A3-9759-784A-A085-E99ABC283C83}" destId="{8B17BE25-BC6E-6B4F-9AF5-E7B470CCED22}" srcOrd="0" destOrd="3" presId="urn:microsoft.com/office/officeart/2005/8/layout/vList2"/>
    <dgm:cxn modelId="{842FA573-974A-2149-A612-35494EB0AF05}" srcId="{5CE4C97E-ECA7-514B-94D3-F389D8ED95FA}" destId="{C219C549-0BF7-634E-9514-29F328785C04}" srcOrd="0" destOrd="0" parTransId="{785B4F4F-F23F-5A49-9A90-431C551A99B9}" sibTransId="{6488B6CA-30FA-D44B-876C-9E02EC80B363}"/>
    <dgm:cxn modelId="{A3CB1280-80B9-FA44-A100-9ABC1C36EA8C}" srcId="{371E2286-F950-0B49-A576-F3F7C94E56B5}" destId="{BBEC1DCD-D2DF-874F-A8D5-7A53340C030E}" srcOrd="0" destOrd="0" parTransId="{B2A1B92C-D7FD-6E4C-928B-A93333DF5ED6}" sibTransId="{3CB23E21-2023-A144-AE57-25AA664E092E}"/>
    <dgm:cxn modelId="{6CD4F788-0622-864F-985B-3AA1AF39CB4A}" srcId="{BBEC1DCD-D2DF-874F-A8D5-7A53340C030E}" destId="{FED178A3-9759-784A-A085-E99ABC283C83}" srcOrd="3" destOrd="0" parTransId="{FF73AF86-3105-F847-8B56-DB3C7B109812}" sibTransId="{3D95EDFF-1D78-154B-ABC6-311D13AB96DE}"/>
    <dgm:cxn modelId="{EAE4DAAE-9EC1-C547-A8A5-7B3CA5D0F134}" type="presOf" srcId="{A5CBB0C5-4C57-C74C-A02E-840C9F175521}" destId="{E1165570-6FD7-674D-9350-9F4BE9692CF6}" srcOrd="0" destOrd="4" presId="urn:microsoft.com/office/officeart/2005/8/layout/vList2"/>
    <dgm:cxn modelId="{C5E958BF-AC0C-944F-B726-9B8F7D6AF90C}" srcId="{BBEC1DCD-D2DF-874F-A8D5-7A53340C030E}" destId="{533AC3C9-F1FE-C84A-BEA8-A3AF525CA447}" srcOrd="0" destOrd="0" parTransId="{D97807B5-B21F-1F49-817C-E92D3C58D9AF}" sibTransId="{06867694-1D72-2C44-91CF-8549E6C79400}"/>
    <dgm:cxn modelId="{283719D2-767A-FC4A-BC74-3FD5EE6CE607}" srcId="{5CE4C97E-ECA7-514B-94D3-F389D8ED95FA}" destId="{9EC3A72D-B5DC-C445-AA9C-F7B8F273D593}" srcOrd="3" destOrd="0" parTransId="{205BE407-09BF-8F46-9956-AB12E79ED202}" sibTransId="{136B934F-D082-1945-98D6-C47DAD805C14}"/>
    <dgm:cxn modelId="{B1862AD4-1051-C145-9364-A67D1634BBF8}" srcId="{BBEC1DCD-D2DF-874F-A8D5-7A53340C030E}" destId="{D5DDBAFB-AC02-E34E-8BA9-E599C567E4C4}" srcOrd="2" destOrd="0" parTransId="{8A8F41F9-5D82-DC49-9A0F-19C856640C75}" sibTransId="{0FD04AF6-1740-A14B-9362-65F845B93249}"/>
    <dgm:cxn modelId="{AD7A35D5-6004-D642-9FE3-878D7C1D797E}" type="presOf" srcId="{C219C549-0BF7-634E-9514-29F328785C04}" destId="{E1165570-6FD7-674D-9350-9F4BE9692CF6}" srcOrd="0" destOrd="0" presId="urn:microsoft.com/office/officeart/2005/8/layout/vList2"/>
    <dgm:cxn modelId="{DAD909D7-8378-3C46-A244-B7DD27687925}" type="presOf" srcId="{5CE4C97E-ECA7-514B-94D3-F389D8ED95FA}" destId="{2EE50380-FBDF-BC42-AC19-1CA9C8BF1C5A}" srcOrd="0" destOrd="0" presId="urn:microsoft.com/office/officeart/2005/8/layout/vList2"/>
    <dgm:cxn modelId="{734078EC-585A-3949-A7C0-A6B1BE8FD78F}" type="presOf" srcId="{D5DDBAFB-AC02-E34E-8BA9-E599C567E4C4}" destId="{8B17BE25-BC6E-6B4F-9AF5-E7B470CCED22}" srcOrd="0" destOrd="2" presId="urn:microsoft.com/office/officeart/2005/8/layout/vList2"/>
    <dgm:cxn modelId="{297F5FF9-92DE-144D-AFA2-8FD5EE8F33E6}" srcId="{5CE4C97E-ECA7-514B-94D3-F389D8ED95FA}" destId="{79CF9B82-C5A6-934E-9948-4706AEBA39FA}" srcOrd="2" destOrd="0" parTransId="{1A14D6A3-3312-BF40-91E5-0C7E8A0BEBAC}" sibTransId="{69C59797-42B9-624D-8E0F-AEE3507EDEE4}"/>
    <dgm:cxn modelId="{A5D8C9FD-A4DB-1D45-B8B3-7178D5C660F2}" type="presParOf" srcId="{AA9D104F-E522-1D40-AA6C-22BAA87374F2}" destId="{F461CB4E-761D-504B-8482-5C454439570C}" srcOrd="0" destOrd="0" presId="urn:microsoft.com/office/officeart/2005/8/layout/vList2"/>
    <dgm:cxn modelId="{B89DA63A-5BC6-0C49-AF78-FEFBD29A6901}" type="presParOf" srcId="{AA9D104F-E522-1D40-AA6C-22BAA87374F2}" destId="{8B17BE25-BC6E-6B4F-9AF5-E7B470CCED22}" srcOrd="1" destOrd="0" presId="urn:microsoft.com/office/officeart/2005/8/layout/vList2"/>
    <dgm:cxn modelId="{4B134706-0760-3241-89EE-6821C5552DC7}" type="presParOf" srcId="{AA9D104F-E522-1D40-AA6C-22BAA87374F2}" destId="{2EE50380-FBDF-BC42-AC19-1CA9C8BF1C5A}" srcOrd="2" destOrd="0" presId="urn:microsoft.com/office/officeart/2005/8/layout/vList2"/>
    <dgm:cxn modelId="{639FC160-4687-4240-ABF9-4200B8A43C43}" type="presParOf" srcId="{AA9D104F-E522-1D40-AA6C-22BAA87374F2}" destId="{E1165570-6FD7-674D-9350-9F4BE9692CF6}"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6E13D44-AA4E-B140-965B-FB71BC866BAD}" type="doc">
      <dgm:prSet loTypeId="urn:microsoft.com/office/officeart/2005/8/layout/vList5" loCatId="list" qsTypeId="urn:microsoft.com/office/officeart/2005/8/quickstyle/simple1" qsCatId="simple" csTypeId="urn:microsoft.com/office/officeart/2005/8/colors/colorful3" csCatId="colorful" phldr="1"/>
      <dgm:spPr/>
      <dgm:t>
        <a:bodyPr/>
        <a:lstStyle/>
        <a:p>
          <a:endParaRPr lang="en-GB"/>
        </a:p>
      </dgm:t>
    </dgm:pt>
    <dgm:pt modelId="{525FF7B7-45DF-FA40-BA8F-C3AA0B2AD2CA}">
      <dgm:prSet custT="1"/>
      <dgm:spPr/>
      <dgm:t>
        <a:bodyPr/>
        <a:lstStyle/>
        <a:p>
          <a:r>
            <a:rPr lang="en-MY" sz="3200" b="1" dirty="0"/>
            <a:t>DATA FLOW DIAGRAM</a:t>
          </a:r>
        </a:p>
      </dgm:t>
    </dgm:pt>
    <dgm:pt modelId="{44614C75-33C9-1346-AE33-01AF9E91DA71}" type="parTrans" cxnId="{6A891B55-669D-4243-B528-3201E49C598D}">
      <dgm:prSet/>
      <dgm:spPr/>
      <dgm:t>
        <a:bodyPr/>
        <a:lstStyle/>
        <a:p>
          <a:endParaRPr lang="en-GB" sz="2000"/>
        </a:p>
      </dgm:t>
    </dgm:pt>
    <dgm:pt modelId="{FBB7AF22-E434-544A-BCC1-0E1B0B2AC122}" type="sibTrans" cxnId="{6A891B55-669D-4243-B528-3201E49C598D}">
      <dgm:prSet/>
      <dgm:spPr/>
      <dgm:t>
        <a:bodyPr/>
        <a:lstStyle/>
        <a:p>
          <a:endParaRPr lang="en-GB" sz="2000"/>
        </a:p>
      </dgm:t>
    </dgm:pt>
    <dgm:pt modelId="{B5312C67-4CEB-F44F-93A5-C85C710C92C2}">
      <dgm:prSet custT="1"/>
      <dgm:spPr/>
      <dgm:t>
        <a:bodyPr/>
        <a:lstStyle/>
        <a:p>
          <a:r>
            <a:rPr lang="en-US" sz="1600" dirty="0"/>
            <a:t>Structured analysis and design tools that allow the analyst to comprehend the system and subsystems visually as a set of interrelated data flows</a:t>
          </a:r>
          <a:endParaRPr lang="en-MY" sz="1600" dirty="0"/>
        </a:p>
      </dgm:t>
    </dgm:pt>
    <dgm:pt modelId="{08BB4462-F9A0-2E43-86E2-245A04C35B81}" type="parTrans" cxnId="{E56BFB11-13A2-9541-9223-50A532F17137}">
      <dgm:prSet/>
      <dgm:spPr/>
      <dgm:t>
        <a:bodyPr/>
        <a:lstStyle/>
        <a:p>
          <a:endParaRPr lang="en-GB" sz="2000"/>
        </a:p>
      </dgm:t>
    </dgm:pt>
    <dgm:pt modelId="{E2D2852E-EFA8-234E-A822-0111B55231E7}" type="sibTrans" cxnId="{E56BFB11-13A2-9541-9223-50A532F17137}">
      <dgm:prSet/>
      <dgm:spPr/>
      <dgm:t>
        <a:bodyPr/>
        <a:lstStyle/>
        <a:p>
          <a:endParaRPr lang="en-GB" sz="2000"/>
        </a:p>
      </dgm:t>
    </dgm:pt>
    <dgm:pt modelId="{29CA0E37-B777-1B45-8D42-5505C7EF4DD6}">
      <dgm:prSet custT="1"/>
      <dgm:spPr/>
      <dgm:t>
        <a:bodyPr/>
        <a:lstStyle/>
        <a:p>
          <a:r>
            <a:rPr lang="en-US" sz="3200" b="1" dirty="0"/>
            <a:t>CREATING DFD</a:t>
          </a:r>
          <a:endParaRPr lang="en-MY" sz="3200" dirty="0"/>
        </a:p>
      </dgm:t>
    </dgm:pt>
    <dgm:pt modelId="{4050C5FE-8BDA-0C4E-94B9-599367D9D16D}" type="parTrans" cxnId="{5A56B747-AE64-4B4E-96CA-72F403951E9A}">
      <dgm:prSet/>
      <dgm:spPr/>
      <dgm:t>
        <a:bodyPr/>
        <a:lstStyle/>
        <a:p>
          <a:endParaRPr lang="en-GB" sz="2000"/>
        </a:p>
      </dgm:t>
    </dgm:pt>
    <dgm:pt modelId="{A5EB22FF-A85E-764D-B3B3-B399B012CDCD}" type="sibTrans" cxnId="{5A56B747-AE64-4B4E-96CA-72F403951E9A}">
      <dgm:prSet/>
      <dgm:spPr/>
      <dgm:t>
        <a:bodyPr/>
        <a:lstStyle/>
        <a:p>
          <a:endParaRPr lang="en-GB" sz="2000"/>
        </a:p>
      </dgm:t>
    </dgm:pt>
    <dgm:pt modelId="{B6695AE6-BBD2-9441-8278-405325F3463D}">
      <dgm:prSet custT="1"/>
      <dgm:spPr/>
      <dgm:t>
        <a:bodyPr/>
        <a:lstStyle/>
        <a:p>
          <a:pPr>
            <a:lnSpc>
              <a:spcPct val="100000"/>
            </a:lnSpc>
            <a:spcAft>
              <a:spcPts val="0"/>
            </a:spcAft>
          </a:pPr>
          <a:r>
            <a:rPr lang="en-US" sz="1200" dirty="0"/>
            <a:t>Rounded rectangle (PROCESS)</a:t>
          </a:r>
          <a:endParaRPr lang="en-MY" sz="1200" dirty="0"/>
        </a:p>
      </dgm:t>
    </dgm:pt>
    <dgm:pt modelId="{F4DE0E6C-6746-464D-978D-6433814E1070}" type="parTrans" cxnId="{600A957D-D0E7-9A4D-A4C3-6061F6EB0A05}">
      <dgm:prSet/>
      <dgm:spPr/>
      <dgm:t>
        <a:bodyPr/>
        <a:lstStyle/>
        <a:p>
          <a:endParaRPr lang="en-GB" sz="2000"/>
        </a:p>
      </dgm:t>
    </dgm:pt>
    <dgm:pt modelId="{B1D92EC7-D55B-3347-BB0C-185AAA5D4CB0}" type="sibTrans" cxnId="{600A957D-D0E7-9A4D-A4C3-6061F6EB0A05}">
      <dgm:prSet/>
      <dgm:spPr/>
      <dgm:t>
        <a:bodyPr/>
        <a:lstStyle/>
        <a:p>
          <a:endParaRPr lang="en-GB" sz="2000"/>
        </a:p>
      </dgm:t>
    </dgm:pt>
    <dgm:pt modelId="{41FBE87C-157B-214E-87C9-6A1C7ED7FE03}">
      <dgm:prSet custT="1"/>
      <dgm:spPr/>
      <dgm:t>
        <a:bodyPr/>
        <a:lstStyle/>
        <a:p>
          <a:r>
            <a:rPr lang="en-MY" sz="3200" b="1" dirty="0"/>
            <a:t>LOGICAL &amp; PHYSICAL DFD</a:t>
          </a:r>
        </a:p>
      </dgm:t>
    </dgm:pt>
    <dgm:pt modelId="{D4BA1163-1DCF-D34A-82C1-EBE08534E676}" type="parTrans" cxnId="{5B127372-A974-D54E-ABAB-CC45AABEE999}">
      <dgm:prSet/>
      <dgm:spPr/>
      <dgm:t>
        <a:bodyPr/>
        <a:lstStyle/>
        <a:p>
          <a:endParaRPr lang="en-GB" sz="2000"/>
        </a:p>
      </dgm:t>
    </dgm:pt>
    <dgm:pt modelId="{9155D718-1FC1-3F4D-8F2E-781E49A169FF}" type="sibTrans" cxnId="{5B127372-A974-D54E-ABAB-CC45AABEE999}">
      <dgm:prSet/>
      <dgm:spPr/>
      <dgm:t>
        <a:bodyPr/>
        <a:lstStyle/>
        <a:p>
          <a:endParaRPr lang="en-GB" sz="2000"/>
        </a:p>
      </dgm:t>
    </dgm:pt>
    <dgm:pt modelId="{F0CD8126-DF69-044D-8321-9A7AAC9DA219}">
      <dgm:prSet custT="1"/>
      <dgm:spPr/>
      <dgm:t>
        <a:bodyPr/>
        <a:lstStyle/>
        <a:p>
          <a:r>
            <a:rPr lang="en-MY" sz="3200" b="1" dirty="0"/>
            <a:t>PARTITIONING</a:t>
          </a:r>
        </a:p>
      </dgm:t>
    </dgm:pt>
    <dgm:pt modelId="{731A2FAB-9C2C-4F40-A3A2-9E5F0F5D758A}" type="parTrans" cxnId="{1E5DC76E-C8A3-6B43-9AF3-DF9E705ED992}">
      <dgm:prSet/>
      <dgm:spPr/>
      <dgm:t>
        <a:bodyPr/>
        <a:lstStyle/>
        <a:p>
          <a:endParaRPr lang="en-GB" sz="2000"/>
        </a:p>
      </dgm:t>
    </dgm:pt>
    <dgm:pt modelId="{9443BB85-003E-5440-B40A-9AB532EBDB6B}" type="sibTrans" cxnId="{1E5DC76E-C8A3-6B43-9AF3-DF9E705ED992}">
      <dgm:prSet/>
      <dgm:spPr/>
      <dgm:t>
        <a:bodyPr/>
        <a:lstStyle/>
        <a:p>
          <a:endParaRPr lang="en-GB" sz="2000"/>
        </a:p>
      </dgm:t>
    </dgm:pt>
    <dgm:pt modelId="{6976CC4A-115D-B040-ADE4-8EFB432A87EA}">
      <dgm:prSet custT="1"/>
      <dgm:spPr/>
      <dgm:t>
        <a:bodyPr/>
        <a:lstStyle/>
        <a:p>
          <a:pPr>
            <a:lnSpc>
              <a:spcPct val="100000"/>
            </a:lnSpc>
            <a:spcAft>
              <a:spcPts val="0"/>
            </a:spcAft>
          </a:pPr>
          <a:r>
            <a:rPr lang="en-US" sz="1200" dirty="0"/>
            <a:t>Double square (ENTITY)</a:t>
          </a:r>
        </a:p>
      </dgm:t>
    </dgm:pt>
    <dgm:pt modelId="{AC5EC17B-E3C2-4B4E-B718-2B2A6DCF473B}" type="parTrans" cxnId="{24D5AFF8-158A-7644-AE96-759892692204}">
      <dgm:prSet/>
      <dgm:spPr/>
      <dgm:t>
        <a:bodyPr/>
        <a:lstStyle/>
        <a:p>
          <a:endParaRPr lang="en-GB"/>
        </a:p>
      </dgm:t>
    </dgm:pt>
    <dgm:pt modelId="{FBFEF812-B2FC-244C-8524-E2B744D83903}" type="sibTrans" cxnId="{24D5AFF8-158A-7644-AE96-759892692204}">
      <dgm:prSet/>
      <dgm:spPr/>
      <dgm:t>
        <a:bodyPr/>
        <a:lstStyle/>
        <a:p>
          <a:endParaRPr lang="en-GB"/>
        </a:p>
      </dgm:t>
    </dgm:pt>
    <dgm:pt modelId="{449F3FCB-9B87-6349-9981-619578026891}">
      <dgm:prSet custT="1"/>
      <dgm:spPr/>
      <dgm:t>
        <a:bodyPr/>
        <a:lstStyle/>
        <a:p>
          <a:pPr>
            <a:lnSpc>
              <a:spcPct val="100000"/>
            </a:lnSpc>
            <a:spcAft>
              <a:spcPts val="0"/>
            </a:spcAft>
          </a:pPr>
          <a:r>
            <a:rPr lang="en-US" sz="1200" dirty="0"/>
            <a:t>An arrow (DATA FLOW)</a:t>
          </a:r>
        </a:p>
      </dgm:t>
    </dgm:pt>
    <dgm:pt modelId="{E3920132-9506-4A4B-8A66-0A36E9F7C18E}" type="parTrans" cxnId="{026F82D7-194F-744C-BE7A-4F7E0EF6A9BC}">
      <dgm:prSet/>
      <dgm:spPr/>
      <dgm:t>
        <a:bodyPr/>
        <a:lstStyle/>
        <a:p>
          <a:endParaRPr lang="en-GB"/>
        </a:p>
      </dgm:t>
    </dgm:pt>
    <dgm:pt modelId="{2AED9EFF-7F9E-674A-ADFD-C5AB4F27E5AB}" type="sibTrans" cxnId="{026F82D7-194F-744C-BE7A-4F7E0EF6A9BC}">
      <dgm:prSet/>
      <dgm:spPr/>
      <dgm:t>
        <a:bodyPr/>
        <a:lstStyle/>
        <a:p>
          <a:endParaRPr lang="en-GB"/>
        </a:p>
      </dgm:t>
    </dgm:pt>
    <dgm:pt modelId="{FB6FC026-890A-0343-B859-145BFBDFDD90}">
      <dgm:prSet custT="1"/>
      <dgm:spPr/>
      <dgm:t>
        <a:bodyPr/>
        <a:lstStyle/>
        <a:p>
          <a:pPr>
            <a:lnSpc>
              <a:spcPct val="100000"/>
            </a:lnSpc>
            <a:spcAft>
              <a:spcPts val="0"/>
            </a:spcAft>
          </a:pPr>
          <a:r>
            <a:rPr lang="en-US" sz="1200" dirty="0"/>
            <a:t>Open-ended rectangle (DATA STORE)</a:t>
          </a:r>
        </a:p>
      </dgm:t>
    </dgm:pt>
    <dgm:pt modelId="{9CFD970E-DD0C-7D4D-8756-F503516AB363}" type="parTrans" cxnId="{17A7978F-4DFE-D140-8B6D-1C3EE12AB6E2}">
      <dgm:prSet/>
      <dgm:spPr/>
      <dgm:t>
        <a:bodyPr/>
        <a:lstStyle/>
        <a:p>
          <a:endParaRPr lang="en-GB"/>
        </a:p>
      </dgm:t>
    </dgm:pt>
    <dgm:pt modelId="{F2544FB9-FFCE-A049-909B-B5C4661576CA}" type="sibTrans" cxnId="{17A7978F-4DFE-D140-8B6D-1C3EE12AB6E2}">
      <dgm:prSet/>
      <dgm:spPr/>
      <dgm:t>
        <a:bodyPr/>
        <a:lstStyle/>
        <a:p>
          <a:endParaRPr lang="en-GB"/>
        </a:p>
      </dgm:t>
    </dgm:pt>
    <dgm:pt modelId="{4E724351-F209-CA4B-BDE1-2E1442AB26D4}">
      <dgm:prSet custT="1"/>
      <dgm:spPr/>
      <dgm:t>
        <a:bodyPr/>
        <a:lstStyle/>
        <a:p>
          <a:endParaRPr lang="en-MY" sz="1200" b="1" dirty="0"/>
        </a:p>
      </dgm:t>
    </dgm:pt>
    <dgm:pt modelId="{CFF20A43-2FEA-3540-860B-E2EF84DDEF72}" type="parTrans" cxnId="{7ABF8B74-8DD3-F643-8863-F508E9C92F1F}">
      <dgm:prSet/>
      <dgm:spPr/>
      <dgm:t>
        <a:bodyPr/>
        <a:lstStyle/>
        <a:p>
          <a:endParaRPr lang="en-GB"/>
        </a:p>
      </dgm:t>
    </dgm:pt>
    <dgm:pt modelId="{C792BA42-FCF6-FE46-BEBF-C6060AC8B854}" type="sibTrans" cxnId="{7ABF8B74-8DD3-F643-8863-F508E9C92F1F}">
      <dgm:prSet/>
      <dgm:spPr/>
      <dgm:t>
        <a:bodyPr/>
        <a:lstStyle/>
        <a:p>
          <a:endParaRPr lang="en-GB"/>
        </a:p>
      </dgm:t>
    </dgm:pt>
    <dgm:pt modelId="{0A7677AA-FB74-4341-B3C8-6839F676AF84}">
      <dgm:prSet custT="1"/>
      <dgm:spPr/>
      <dgm:t>
        <a:bodyPr/>
        <a:lstStyle/>
        <a:p>
          <a:endParaRPr lang="en-MY" sz="3200" b="1" dirty="0"/>
        </a:p>
      </dgm:t>
    </dgm:pt>
    <dgm:pt modelId="{6A24F602-60D6-974C-B667-7B91D775753A}" type="parTrans" cxnId="{324C3302-FEC7-C54D-B1A2-D92316EDAC62}">
      <dgm:prSet/>
      <dgm:spPr/>
      <dgm:t>
        <a:bodyPr/>
        <a:lstStyle/>
        <a:p>
          <a:endParaRPr lang="en-GB"/>
        </a:p>
      </dgm:t>
    </dgm:pt>
    <dgm:pt modelId="{507700F9-27A3-B346-93F4-C73ABA75107E}" type="sibTrans" cxnId="{324C3302-FEC7-C54D-B1A2-D92316EDAC62}">
      <dgm:prSet/>
      <dgm:spPr/>
      <dgm:t>
        <a:bodyPr/>
        <a:lstStyle/>
        <a:p>
          <a:endParaRPr lang="en-GB"/>
        </a:p>
      </dgm:t>
    </dgm:pt>
    <dgm:pt modelId="{9403BA41-611A-FA42-8804-EA979A74D0A5}" type="pres">
      <dgm:prSet presAssocID="{66E13D44-AA4E-B140-965B-FB71BC866BAD}" presName="Name0" presStyleCnt="0">
        <dgm:presLayoutVars>
          <dgm:dir/>
          <dgm:animLvl val="lvl"/>
          <dgm:resizeHandles val="exact"/>
        </dgm:presLayoutVars>
      </dgm:prSet>
      <dgm:spPr/>
    </dgm:pt>
    <dgm:pt modelId="{267EA5D5-E941-8541-9A49-9B5A3E7AA808}" type="pres">
      <dgm:prSet presAssocID="{525FF7B7-45DF-FA40-BA8F-C3AA0B2AD2CA}" presName="linNode" presStyleCnt="0"/>
      <dgm:spPr/>
    </dgm:pt>
    <dgm:pt modelId="{3E0D387A-B967-1140-8AD6-3ED717D320AA}" type="pres">
      <dgm:prSet presAssocID="{525FF7B7-45DF-FA40-BA8F-C3AA0B2AD2CA}" presName="parentText" presStyleLbl="node1" presStyleIdx="0" presStyleCnt="4">
        <dgm:presLayoutVars>
          <dgm:chMax val="1"/>
          <dgm:bulletEnabled val="1"/>
        </dgm:presLayoutVars>
      </dgm:prSet>
      <dgm:spPr/>
    </dgm:pt>
    <dgm:pt modelId="{8C44A406-9567-204D-9E84-60F98F7D9983}" type="pres">
      <dgm:prSet presAssocID="{525FF7B7-45DF-FA40-BA8F-C3AA0B2AD2CA}" presName="descendantText" presStyleLbl="alignAccFollowNode1" presStyleIdx="0" presStyleCnt="4">
        <dgm:presLayoutVars>
          <dgm:bulletEnabled val="1"/>
        </dgm:presLayoutVars>
      </dgm:prSet>
      <dgm:spPr/>
    </dgm:pt>
    <dgm:pt modelId="{D29D6126-FEF5-D943-B195-03050CF36A5D}" type="pres">
      <dgm:prSet presAssocID="{FBB7AF22-E434-544A-BCC1-0E1B0B2AC122}" presName="sp" presStyleCnt="0"/>
      <dgm:spPr/>
    </dgm:pt>
    <dgm:pt modelId="{FFECDE15-43EA-BD48-9814-7BB57CB3D4EA}" type="pres">
      <dgm:prSet presAssocID="{29CA0E37-B777-1B45-8D42-5505C7EF4DD6}" presName="linNode" presStyleCnt="0"/>
      <dgm:spPr/>
    </dgm:pt>
    <dgm:pt modelId="{0F5C74DA-8593-D54A-8A8A-E5B629D54B1F}" type="pres">
      <dgm:prSet presAssocID="{29CA0E37-B777-1B45-8D42-5505C7EF4DD6}" presName="parentText" presStyleLbl="node1" presStyleIdx="1" presStyleCnt="4">
        <dgm:presLayoutVars>
          <dgm:chMax val="1"/>
          <dgm:bulletEnabled val="1"/>
        </dgm:presLayoutVars>
      </dgm:prSet>
      <dgm:spPr/>
    </dgm:pt>
    <dgm:pt modelId="{30D41C04-0840-D141-A88D-FA44AB020792}" type="pres">
      <dgm:prSet presAssocID="{29CA0E37-B777-1B45-8D42-5505C7EF4DD6}" presName="descendantText" presStyleLbl="alignAccFollowNode1" presStyleIdx="1" presStyleCnt="4">
        <dgm:presLayoutVars>
          <dgm:bulletEnabled val="1"/>
        </dgm:presLayoutVars>
      </dgm:prSet>
      <dgm:spPr/>
    </dgm:pt>
    <dgm:pt modelId="{3629FC86-0326-9246-B9D9-79ACBCB14890}" type="pres">
      <dgm:prSet presAssocID="{A5EB22FF-A85E-764D-B3B3-B399B012CDCD}" presName="sp" presStyleCnt="0"/>
      <dgm:spPr/>
    </dgm:pt>
    <dgm:pt modelId="{CBF80E1D-D967-C84E-9C4F-F8CD0EAB51C7}" type="pres">
      <dgm:prSet presAssocID="{41FBE87C-157B-214E-87C9-6A1C7ED7FE03}" presName="linNode" presStyleCnt="0"/>
      <dgm:spPr/>
    </dgm:pt>
    <dgm:pt modelId="{282AF86B-5651-D740-B3E2-314500A8BB47}" type="pres">
      <dgm:prSet presAssocID="{41FBE87C-157B-214E-87C9-6A1C7ED7FE03}" presName="parentText" presStyleLbl="node1" presStyleIdx="2" presStyleCnt="4">
        <dgm:presLayoutVars>
          <dgm:chMax val="1"/>
          <dgm:bulletEnabled val="1"/>
        </dgm:presLayoutVars>
      </dgm:prSet>
      <dgm:spPr/>
    </dgm:pt>
    <dgm:pt modelId="{D1788651-117B-2741-A622-940B3C7BC819}" type="pres">
      <dgm:prSet presAssocID="{41FBE87C-157B-214E-87C9-6A1C7ED7FE03}" presName="descendantText" presStyleLbl="alignAccFollowNode1" presStyleIdx="2" presStyleCnt="4">
        <dgm:presLayoutVars>
          <dgm:bulletEnabled val="1"/>
        </dgm:presLayoutVars>
      </dgm:prSet>
      <dgm:spPr/>
    </dgm:pt>
    <dgm:pt modelId="{138EC77E-1C17-E048-8EE2-27D1FB14AD3C}" type="pres">
      <dgm:prSet presAssocID="{9155D718-1FC1-3F4D-8F2E-781E49A169FF}" presName="sp" presStyleCnt="0"/>
      <dgm:spPr/>
    </dgm:pt>
    <dgm:pt modelId="{A6030532-6B05-8D40-BC34-887AAD755FD5}" type="pres">
      <dgm:prSet presAssocID="{F0CD8126-DF69-044D-8321-9A7AAC9DA219}" presName="linNode" presStyleCnt="0"/>
      <dgm:spPr/>
    </dgm:pt>
    <dgm:pt modelId="{0B007AB8-6A1B-BB45-B875-ABA3A8A4792D}" type="pres">
      <dgm:prSet presAssocID="{F0CD8126-DF69-044D-8321-9A7AAC9DA219}" presName="parentText" presStyleLbl="node1" presStyleIdx="3" presStyleCnt="4">
        <dgm:presLayoutVars>
          <dgm:chMax val="1"/>
          <dgm:bulletEnabled val="1"/>
        </dgm:presLayoutVars>
      </dgm:prSet>
      <dgm:spPr/>
    </dgm:pt>
    <dgm:pt modelId="{C70663A3-E11A-E940-943E-2F5A87AAD20F}" type="pres">
      <dgm:prSet presAssocID="{F0CD8126-DF69-044D-8321-9A7AAC9DA219}" presName="descendantText" presStyleLbl="alignAccFollowNode1" presStyleIdx="3" presStyleCnt="4" custScaleY="113796">
        <dgm:presLayoutVars>
          <dgm:bulletEnabled val="1"/>
        </dgm:presLayoutVars>
      </dgm:prSet>
      <dgm:spPr/>
    </dgm:pt>
  </dgm:ptLst>
  <dgm:cxnLst>
    <dgm:cxn modelId="{324C3302-FEC7-C54D-B1A2-D92316EDAC62}" srcId="{F0CD8126-DF69-044D-8321-9A7AAC9DA219}" destId="{0A7677AA-FB74-4341-B3C8-6839F676AF84}" srcOrd="0" destOrd="0" parTransId="{6A24F602-60D6-974C-B667-7B91D775753A}" sibTransId="{507700F9-27A3-B346-93F4-C73ABA75107E}"/>
    <dgm:cxn modelId="{E56BFB11-13A2-9541-9223-50A532F17137}" srcId="{525FF7B7-45DF-FA40-BA8F-C3AA0B2AD2CA}" destId="{B5312C67-4CEB-F44F-93A5-C85C710C92C2}" srcOrd="0" destOrd="0" parTransId="{08BB4462-F9A0-2E43-86E2-245A04C35B81}" sibTransId="{E2D2852E-EFA8-234E-A822-0111B55231E7}"/>
    <dgm:cxn modelId="{A8531725-8B49-D24D-AB03-C5C5D07DBE09}" type="presOf" srcId="{6976CC4A-115D-B040-ADE4-8EFB432A87EA}" destId="{30D41C04-0840-D141-A88D-FA44AB020792}" srcOrd="0" destOrd="1" presId="urn:microsoft.com/office/officeart/2005/8/layout/vList5"/>
    <dgm:cxn modelId="{DC286B29-9D74-824A-BCA0-5BB45F677DAD}" type="presOf" srcId="{F0CD8126-DF69-044D-8321-9A7AAC9DA219}" destId="{0B007AB8-6A1B-BB45-B875-ABA3A8A4792D}" srcOrd="0" destOrd="0" presId="urn:microsoft.com/office/officeart/2005/8/layout/vList5"/>
    <dgm:cxn modelId="{8004072F-90DB-C345-9E2E-A1FA861E7F60}" type="presOf" srcId="{FB6FC026-890A-0343-B859-145BFBDFDD90}" destId="{30D41C04-0840-D141-A88D-FA44AB020792}" srcOrd="0" destOrd="3" presId="urn:microsoft.com/office/officeart/2005/8/layout/vList5"/>
    <dgm:cxn modelId="{E02A8B33-3DFE-7244-9FF0-0D48E78C6C88}" type="presOf" srcId="{29CA0E37-B777-1B45-8D42-5505C7EF4DD6}" destId="{0F5C74DA-8593-D54A-8A8A-E5B629D54B1F}" srcOrd="0" destOrd="0" presId="urn:microsoft.com/office/officeart/2005/8/layout/vList5"/>
    <dgm:cxn modelId="{5A56B747-AE64-4B4E-96CA-72F403951E9A}" srcId="{66E13D44-AA4E-B140-965B-FB71BC866BAD}" destId="{29CA0E37-B777-1B45-8D42-5505C7EF4DD6}" srcOrd="1" destOrd="0" parTransId="{4050C5FE-8BDA-0C4E-94B9-599367D9D16D}" sibTransId="{A5EB22FF-A85E-764D-B3B3-B399B012CDCD}"/>
    <dgm:cxn modelId="{4BD8834B-8014-7D40-B82B-0B10D59F4C4E}" type="presOf" srcId="{41FBE87C-157B-214E-87C9-6A1C7ED7FE03}" destId="{282AF86B-5651-D740-B3E2-314500A8BB47}" srcOrd="0" destOrd="0" presId="urn:microsoft.com/office/officeart/2005/8/layout/vList5"/>
    <dgm:cxn modelId="{6A891B55-669D-4243-B528-3201E49C598D}" srcId="{66E13D44-AA4E-B140-965B-FB71BC866BAD}" destId="{525FF7B7-45DF-FA40-BA8F-C3AA0B2AD2CA}" srcOrd="0" destOrd="0" parTransId="{44614C75-33C9-1346-AE33-01AF9E91DA71}" sibTransId="{FBB7AF22-E434-544A-BCC1-0E1B0B2AC122}"/>
    <dgm:cxn modelId="{5F7DCF59-355F-EE45-88D9-481F00CCC8FF}" type="presOf" srcId="{B6695AE6-BBD2-9441-8278-405325F3463D}" destId="{30D41C04-0840-D141-A88D-FA44AB020792}" srcOrd="0" destOrd="0" presId="urn:microsoft.com/office/officeart/2005/8/layout/vList5"/>
    <dgm:cxn modelId="{1E5DC76E-C8A3-6B43-9AF3-DF9E705ED992}" srcId="{66E13D44-AA4E-B140-965B-FB71BC866BAD}" destId="{F0CD8126-DF69-044D-8321-9A7AAC9DA219}" srcOrd="3" destOrd="0" parTransId="{731A2FAB-9C2C-4F40-A3A2-9E5F0F5D758A}" sibTransId="{9443BB85-003E-5440-B40A-9AB532EBDB6B}"/>
    <dgm:cxn modelId="{5B127372-A974-D54E-ABAB-CC45AABEE999}" srcId="{66E13D44-AA4E-B140-965B-FB71BC866BAD}" destId="{41FBE87C-157B-214E-87C9-6A1C7ED7FE03}" srcOrd="2" destOrd="0" parTransId="{D4BA1163-1DCF-D34A-82C1-EBE08534E676}" sibTransId="{9155D718-1FC1-3F4D-8F2E-781E49A169FF}"/>
    <dgm:cxn modelId="{C7E80073-C806-B148-82E8-9E834E178DFE}" type="presOf" srcId="{525FF7B7-45DF-FA40-BA8F-C3AA0B2AD2CA}" destId="{3E0D387A-B967-1140-8AD6-3ED717D320AA}" srcOrd="0" destOrd="0" presId="urn:microsoft.com/office/officeart/2005/8/layout/vList5"/>
    <dgm:cxn modelId="{7ABF8B74-8DD3-F643-8863-F508E9C92F1F}" srcId="{41FBE87C-157B-214E-87C9-6A1C7ED7FE03}" destId="{4E724351-F209-CA4B-BDE1-2E1442AB26D4}" srcOrd="0" destOrd="0" parTransId="{CFF20A43-2FEA-3540-860B-E2EF84DDEF72}" sibTransId="{C792BA42-FCF6-FE46-BEBF-C6060AC8B854}"/>
    <dgm:cxn modelId="{07F1C975-88C2-C844-A9BF-373231EBED01}" type="presOf" srcId="{0A7677AA-FB74-4341-B3C8-6839F676AF84}" destId="{C70663A3-E11A-E940-943E-2F5A87AAD20F}" srcOrd="0" destOrd="0" presId="urn:microsoft.com/office/officeart/2005/8/layout/vList5"/>
    <dgm:cxn modelId="{600A957D-D0E7-9A4D-A4C3-6061F6EB0A05}" srcId="{29CA0E37-B777-1B45-8D42-5505C7EF4DD6}" destId="{B6695AE6-BBD2-9441-8278-405325F3463D}" srcOrd="0" destOrd="0" parTransId="{F4DE0E6C-6746-464D-978D-6433814E1070}" sibTransId="{B1D92EC7-D55B-3347-BB0C-185AAA5D4CB0}"/>
    <dgm:cxn modelId="{0634C78B-C39F-6447-AB9B-266B07F5C09A}" type="presOf" srcId="{449F3FCB-9B87-6349-9981-619578026891}" destId="{30D41C04-0840-D141-A88D-FA44AB020792}" srcOrd="0" destOrd="2" presId="urn:microsoft.com/office/officeart/2005/8/layout/vList5"/>
    <dgm:cxn modelId="{17A7978F-4DFE-D140-8B6D-1C3EE12AB6E2}" srcId="{29CA0E37-B777-1B45-8D42-5505C7EF4DD6}" destId="{FB6FC026-890A-0343-B859-145BFBDFDD90}" srcOrd="3" destOrd="0" parTransId="{9CFD970E-DD0C-7D4D-8756-F503516AB363}" sibTransId="{F2544FB9-FFCE-A049-909B-B5C4661576CA}"/>
    <dgm:cxn modelId="{EA27AF9E-7FC7-4646-BEFA-AB2BEE1CD707}" type="presOf" srcId="{4E724351-F209-CA4B-BDE1-2E1442AB26D4}" destId="{D1788651-117B-2741-A622-940B3C7BC819}" srcOrd="0" destOrd="0" presId="urn:microsoft.com/office/officeart/2005/8/layout/vList5"/>
    <dgm:cxn modelId="{B44465B3-51C7-1C40-9E70-8B95647CD15E}" type="presOf" srcId="{66E13D44-AA4E-B140-965B-FB71BC866BAD}" destId="{9403BA41-611A-FA42-8804-EA979A74D0A5}" srcOrd="0" destOrd="0" presId="urn:microsoft.com/office/officeart/2005/8/layout/vList5"/>
    <dgm:cxn modelId="{8D09E6C2-F454-3743-8EAD-79FBBDCA4BC6}" type="presOf" srcId="{B5312C67-4CEB-F44F-93A5-C85C710C92C2}" destId="{8C44A406-9567-204D-9E84-60F98F7D9983}" srcOrd="0" destOrd="0" presId="urn:microsoft.com/office/officeart/2005/8/layout/vList5"/>
    <dgm:cxn modelId="{026F82D7-194F-744C-BE7A-4F7E0EF6A9BC}" srcId="{29CA0E37-B777-1B45-8D42-5505C7EF4DD6}" destId="{449F3FCB-9B87-6349-9981-619578026891}" srcOrd="2" destOrd="0" parTransId="{E3920132-9506-4A4B-8A66-0A36E9F7C18E}" sibTransId="{2AED9EFF-7F9E-674A-ADFD-C5AB4F27E5AB}"/>
    <dgm:cxn modelId="{24D5AFF8-158A-7644-AE96-759892692204}" srcId="{29CA0E37-B777-1B45-8D42-5505C7EF4DD6}" destId="{6976CC4A-115D-B040-ADE4-8EFB432A87EA}" srcOrd="1" destOrd="0" parTransId="{AC5EC17B-E3C2-4B4E-B718-2B2A6DCF473B}" sibTransId="{FBFEF812-B2FC-244C-8524-E2B744D83903}"/>
    <dgm:cxn modelId="{95C59005-5123-3E47-9B14-AEAE4E33C8A4}" type="presParOf" srcId="{9403BA41-611A-FA42-8804-EA979A74D0A5}" destId="{267EA5D5-E941-8541-9A49-9B5A3E7AA808}" srcOrd="0" destOrd="0" presId="urn:microsoft.com/office/officeart/2005/8/layout/vList5"/>
    <dgm:cxn modelId="{8F93950F-D678-284C-AD27-6B3A5D52111D}" type="presParOf" srcId="{267EA5D5-E941-8541-9A49-9B5A3E7AA808}" destId="{3E0D387A-B967-1140-8AD6-3ED717D320AA}" srcOrd="0" destOrd="0" presId="urn:microsoft.com/office/officeart/2005/8/layout/vList5"/>
    <dgm:cxn modelId="{9727BAD8-B833-5B4E-B043-2C06B623633A}" type="presParOf" srcId="{267EA5D5-E941-8541-9A49-9B5A3E7AA808}" destId="{8C44A406-9567-204D-9E84-60F98F7D9983}" srcOrd="1" destOrd="0" presId="urn:microsoft.com/office/officeart/2005/8/layout/vList5"/>
    <dgm:cxn modelId="{656ACA59-E023-364F-9E43-81FE8D7CF41B}" type="presParOf" srcId="{9403BA41-611A-FA42-8804-EA979A74D0A5}" destId="{D29D6126-FEF5-D943-B195-03050CF36A5D}" srcOrd="1" destOrd="0" presId="urn:microsoft.com/office/officeart/2005/8/layout/vList5"/>
    <dgm:cxn modelId="{B00F0DBE-D9A6-1343-AEB6-0884DB3FBD6E}" type="presParOf" srcId="{9403BA41-611A-FA42-8804-EA979A74D0A5}" destId="{FFECDE15-43EA-BD48-9814-7BB57CB3D4EA}" srcOrd="2" destOrd="0" presId="urn:microsoft.com/office/officeart/2005/8/layout/vList5"/>
    <dgm:cxn modelId="{BFD2B0FF-E067-544A-985A-CCF976943180}" type="presParOf" srcId="{FFECDE15-43EA-BD48-9814-7BB57CB3D4EA}" destId="{0F5C74DA-8593-D54A-8A8A-E5B629D54B1F}" srcOrd="0" destOrd="0" presId="urn:microsoft.com/office/officeart/2005/8/layout/vList5"/>
    <dgm:cxn modelId="{6721DA2B-F92E-2C40-AB15-A7F4019EB3DB}" type="presParOf" srcId="{FFECDE15-43EA-BD48-9814-7BB57CB3D4EA}" destId="{30D41C04-0840-D141-A88D-FA44AB020792}" srcOrd="1" destOrd="0" presId="urn:microsoft.com/office/officeart/2005/8/layout/vList5"/>
    <dgm:cxn modelId="{99D7267C-091C-FE47-956E-A45D1CBD71F7}" type="presParOf" srcId="{9403BA41-611A-FA42-8804-EA979A74D0A5}" destId="{3629FC86-0326-9246-B9D9-79ACBCB14890}" srcOrd="3" destOrd="0" presId="urn:microsoft.com/office/officeart/2005/8/layout/vList5"/>
    <dgm:cxn modelId="{2CAD2E9F-7C2C-2D48-91C0-B4CBBEEBABDE}" type="presParOf" srcId="{9403BA41-611A-FA42-8804-EA979A74D0A5}" destId="{CBF80E1D-D967-C84E-9C4F-F8CD0EAB51C7}" srcOrd="4" destOrd="0" presId="urn:microsoft.com/office/officeart/2005/8/layout/vList5"/>
    <dgm:cxn modelId="{BC55CD20-0A0C-C543-9370-48FBC63A2A2C}" type="presParOf" srcId="{CBF80E1D-D967-C84E-9C4F-F8CD0EAB51C7}" destId="{282AF86B-5651-D740-B3E2-314500A8BB47}" srcOrd="0" destOrd="0" presId="urn:microsoft.com/office/officeart/2005/8/layout/vList5"/>
    <dgm:cxn modelId="{C5BA2753-34C1-9545-93BB-F7BD6CA039D4}" type="presParOf" srcId="{CBF80E1D-D967-C84E-9C4F-F8CD0EAB51C7}" destId="{D1788651-117B-2741-A622-940B3C7BC819}" srcOrd="1" destOrd="0" presId="urn:microsoft.com/office/officeart/2005/8/layout/vList5"/>
    <dgm:cxn modelId="{7549DB6E-12C7-2544-A156-95BE39EE9E13}" type="presParOf" srcId="{9403BA41-611A-FA42-8804-EA979A74D0A5}" destId="{138EC77E-1C17-E048-8EE2-27D1FB14AD3C}" srcOrd="5" destOrd="0" presId="urn:microsoft.com/office/officeart/2005/8/layout/vList5"/>
    <dgm:cxn modelId="{F3A1FB5C-23B0-C346-942D-42009CC87883}" type="presParOf" srcId="{9403BA41-611A-FA42-8804-EA979A74D0A5}" destId="{A6030532-6B05-8D40-BC34-887AAD755FD5}" srcOrd="6" destOrd="0" presId="urn:microsoft.com/office/officeart/2005/8/layout/vList5"/>
    <dgm:cxn modelId="{84A2BA36-7328-8149-8EB2-01D56CFA4D2A}" type="presParOf" srcId="{A6030532-6B05-8D40-BC34-887AAD755FD5}" destId="{0B007AB8-6A1B-BB45-B875-ABA3A8A4792D}" srcOrd="0" destOrd="0" presId="urn:microsoft.com/office/officeart/2005/8/layout/vList5"/>
    <dgm:cxn modelId="{B0493064-788C-A74E-B267-3DA294C4EEB0}" type="presParOf" srcId="{A6030532-6B05-8D40-BC34-887AAD755FD5}" destId="{C70663A3-E11A-E940-943E-2F5A87AAD20F}"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A780E7-4874-9E49-84F0-C3586F93EFBC}">
      <dsp:nvSpPr>
        <dsp:cNvPr id="0" name=""/>
        <dsp:cNvSpPr/>
      </dsp:nvSpPr>
      <dsp:spPr>
        <a:xfrm>
          <a:off x="6071846" y="2635420"/>
          <a:ext cx="148020" cy="453928"/>
        </a:xfrm>
        <a:custGeom>
          <a:avLst/>
          <a:gdLst/>
          <a:ahLst/>
          <a:cxnLst/>
          <a:rect l="0" t="0" r="0" b="0"/>
          <a:pathLst>
            <a:path>
              <a:moveTo>
                <a:pt x="0" y="0"/>
              </a:moveTo>
              <a:lnTo>
                <a:pt x="0" y="453928"/>
              </a:lnTo>
              <a:lnTo>
                <a:pt x="148020" y="45392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B32BD49-D585-8040-A0BA-225499EB4E51}">
      <dsp:nvSpPr>
        <dsp:cNvPr id="0" name=""/>
        <dsp:cNvSpPr/>
      </dsp:nvSpPr>
      <dsp:spPr>
        <a:xfrm>
          <a:off x="5272538" y="1934792"/>
          <a:ext cx="1194028" cy="207228"/>
        </a:xfrm>
        <a:custGeom>
          <a:avLst/>
          <a:gdLst/>
          <a:ahLst/>
          <a:cxnLst/>
          <a:rect l="0" t="0" r="0" b="0"/>
          <a:pathLst>
            <a:path>
              <a:moveTo>
                <a:pt x="0" y="0"/>
              </a:moveTo>
              <a:lnTo>
                <a:pt x="0" y="103614"/>
              </a:lnTo>
              <a:lnTo>
                <a:pt x="1194028" y="103614"/>
              </a:lnTo>
              <a:lnTo>
                <a:pt x="1194028" y="20722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08D479-2AA3-2C49-959C-2789DBA92F64}">
      <dsp:nvSpPr>
        <dsp:cNvPr id="0" name=""/>
        <dsp:cNvSpPr/>
      </dsp:nvSpPr>
      <dsp:spPr>
        <a:xfrm>
          <a:off x="4877818" y="2635420"/>
          <a:ext cx="148020" cy="1154556"/>
        </a:xfrm>
        <a:custGeom>
          <a:avLst/>
          <a:gdLst/>
          <a:ahLst/>
          <a:cxnLst/>
          <a:rect l="0" t="0" r="0" b="0"/>
          <a:pathLst>
            <a:path>
              <a:moveTo>
                <a:pt x="0" y="0"/>
              </a:moveTo>
              <a:lnTo>
                <a:pt x="0" y="1154556"/>
              </a:lnTo>
              <a:lnTo>
                <a:pt x="148020" y="1154556"/>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F23A733-0557-EC4C-808B-7787D88A2BBA}">
      <dsp:nvSpPr>
        <dsp:cNvPr id="0" name=""/>
        <dsp:cNvSpPr/>
      </dsp:nvSpPr>
      <dsp:spPr>
        <a:xfrm>
          <a:off x="4877818" y="2635420"/>
          <a:ext cx="148020" cy="453928"/>
        </a:xfrm>
        <a:custGeom>
          <a:avLst/>
          <a:gdLst/>
          <a:ahLst/>
          <a:cxnLst/>
          <a:rect l="0" t="0" r="0" b="0"/>
          <a:pathLst>
            <a:path>
              <a:moveTo>
                <a:pt x="0" y="0"/>
              </a:moveTo>
              <a:lnTo>
                <a:pt x="0" y="453928"/>
              </a:lnTo>
              <a:lnTo>
                <a:pt x="148020" y="45392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E921913-4DA7-B649-9D68-0D0DBB2ADA5B}">
      <dsp:nvSpPr>
        <dsp:cNvPr id="0" name=""/>
        <dsp:cNvSpPr/>
      </dsp:nvSpPr>
      <dsp:spPr>
        <a:xfrm>
          <a:off x="5226818" y="1934792"/>
          <a:ext cx="91440" cy="207228"/>
        </a:xfrm>
        <a:custGeom>
          <a:avLst/>
          <a:gdLst/>
          <a:ahLst/>
          <a:cxnLst/>
          <a:rect l="0" t="0" r="0" b="0"/>
          <a:pathLst>
            <a:path>
              <a:moveTo>
                <a:pt x="45720" y="0"/>
              </a:moveTo>
              <a:lnTo>
                <a:pt x="45720" y="20722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243ED98-B597-E245-ABE3-95247DBD3A67}">
      <dsp:nvSpPr>
        <dsp:cNvPr id="0" name=""/>
        <dsp:cNvSpPr/>
      </dsp:nvSpPr>
      <dsp:spPr>
        <a:xfrm>
          <a:off x="4078510" y="1934792"/>
          <a:ext cx="1194028" cy="207228"/>
        </a:xfrm>
        <a:custGeom>
          <a:avLst/>
          <a:gdLst/>
          <a:ahLst/>
          <a:cxnLst/>
          <a:rect l="0" t="0" r="0" b="0"/>
          <a:pathLst>
            <a:path>
              <a:moveTo>
                <a:pt x="1194028" y="0"/>
              </a:moveTo>
              <a:lnTo>
                <a:pt x="1194028" y="103614"/>
              </a:lnTo>
              <a:lnTo>
                <a:pt x="0" y="103614"/>
              </a:lnTo>
              <a:lnTo>
                <a:pt x="0" y="20722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894123F-0220-6D41-A850-C9C49397B892}">
      <dsp:nvSpPr>
        <dsp:cNvPr id="0" name=""/>
        <dsp:cNvSpPr/>
      </dsp:nvSpPr>
      <dsp:spPr>
        <a:xfrm>
          <a:off x="3481495" y="1234164"/>
          <a:ext cx="1791042" cy="207228"/>
        </a:xfrm>
        <a:custGeom>
          <a:avLst/>
          <a:gdLst/>
          <a:ahLst/>
          <a:cxnLst/>
          <a:rect l="0" t="0" r="0" b="0"/>
          <a:pathLst>
            <a:path>
              <a:moveTo>
                <a:pt x="0" y="0"/>
              </a:moveTo>
              <a:lnTo>
                <a:pt x="0" y="103614"/>
              </a:lnTo>
              <a:lnTo>
                <a:pt x="1791042" y="103614"/>
              </a:lnTo>
              <a:lnTo>
                <a:pt x="1791042" y="207228"/>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4E8A5A9-A4EF-1244-B6D9-B77F8EAD56EF}">
      <dsp:nvSpPr>
        <dsp:cNvPr id="0" name=""/>
        <dsp:cNvSpPr/>
      </dsp:nvSpPr>
      <dsp:spPr>
        <a:xfrm>
          <a:off x="1690453" y="1934792"/>
          <a:ext cx="1194028" cy="207228"/>
        </a:xfrm>
        <a:custGeom>
          <a:avLst/>
          <a:gdLst/>
          <a:ahLst/>
          <a:cxnLst/>
          <a:rect l="0" t="0" r="0" b="0"/>
          <a:pathLst>
            <a:path>
              <a:moveTo>
                <a:pt x="0" y="0"/>
              </a:moveTo>
              <a:lnTo>
                <a:pt x="0" y="103614"/>
              </a:lnTo>
              <a:lnTo>
                <a:pt x="1194028" y="103614"/>
              </a:lnTo>
              <a:lnTo>
                <a:pt x="1194028" y="20722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902B871-297A-574E-BB12-B20282E678BE}">
      <dsp:nvSpPr>
        <dsp:cNvPr id="0" name=""/>
        <dsp:cNvSpPr/>
      </dsp:nvSpPr>
      <dsp:spPr>
        <a:xfrm>
          <a:off x="1295733" y="2635420"/>
          <a:ext cx="148020" cy="1154556"/>
        </a:xfrm>
        <a:custGeom>
          <a:avLst/>
          <a:gdLst/>
          <a:ahLst/>
          <a:cxnLst/>
          <a:rect l="0" t="0" r="0" b="0"/>
          <a:pathLst>
            <a:path>
              <a:moveTo>
                <a:pt x="0" y="0"/>
              </a:moveTo>
              <a:lnTo>
                <a:pt x="0" y="1154556"/>
              </a:lnTo>
              <a:lnTo>
                <a:pt x="148020" y="1154556"/>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5289FAA-F7E2-7B4F-8BF8-7EA68764B19D}">
      <dsp:nvSpPr>
        <dsp:cNvPr id="0" name=""/>
        <dsp:cNvSpPr/>
      </dsp:nvSpPr>
      <dsp:spPr>
        <a:xfrm>
          <a:off x="1295733" y="2635420"/>
          <a:ext cx="148020" cy="453928"/>
        </a:xfrm>
        <a:custGeom>
          <a:avLst/>
          <a:gdLst/>
          <a:ahLst/>
          <a:cxnLst/>
          <a:rect l="0" t="0" r="0" b="0"/>
          <a:pathLst>
            <a:path>
              <a:moveTo>
                <a:pt x="0" y="0"/>
              </a:moveTo>
              <a:lnTo>
                <a:pt x="0" y="453928"/>
              </a:lnTo>
              <a:lnTo>
                <a:pt x="148020" y="45392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6EA1FC5-2359-8741-A8FB-933ECC93C882}">
      <dsp:nvSpPr>
        <dsp:cNvPr id="0" name=""/>
        <dsp:cNvSpPr/>
      </dsp:nvSpPr>
      <dsp:spPr>
        <a:xfrm>
          <a:off x="1644733" y="1934792"/>
          <a:ext cx="91440" cy="207228"/>
        </a:xfrm>
        <a:custGeom>
          <a:avLst/>
          <a:gdLst/>
          <a:ahLst/>
          <a:cxnLst/>
          <a:rect l="0" t="0" r="0" b="0"/>
          <a:pathLst>
            <a:path>
              <a:moveTo>
                <a:pt x="45720" y="0"/>
              </a:moveTo>
              <a:lnTo>
                <a:pt x="45720" y="20722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A327657-4A9E-124E-A4E8-03C4E5789F50}">
      <dsp:nvSpPr>
        <dsp:cNvPr id="0" name=""/>
        <dsp:cNvSpPr/>
      </dsp:nvSpPr>
      <dsp:spPr>
        <a:xfrm>
          <a:off x="101705" y="2635420"/>
          <a:ext cx="148020" cy="1154556"/>
        </a:xfrm>
        <a:custGeom>
          <a:avLst/>
          <a:gdLst/>
          <a:ahLst/>
          <a:cxnLst/>
          <a:rect l="0" t="0" r="0" b="0"/>
          <a:pathLst>
            <a:path>
              <a:moveTo>
                <a:pt x="0" y="0"/>
              </a:moveTo>
              <a:lnTo>
                <a:pt x="0" y="1154556"/>
              </a:lnTo>
              <a:lnTo>
                <a:pt x="148020" y="1154556"/>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FE4187D-B30B-354C-AB09-BAD3C2C16E6E}">
      <dsp:nvSpPr>
        <dsp:cNvPr id="0" name=""/>
        <dsp:cNvSpPr/>
      </dsp:nvSpPr>
      <dsp:spPr>
        <a:xfrm>
          <a:off x="101705" y="2635420"/>
          <a:ext cx="148020" cy="453928"/>
        </a:xfrm>
        <a:custGeom>
          <a:avLst/>
          <a:gdLst/>
          <a:ahLst/>
          <a:cxnLst/>
          <a:rect l="0" t="0" r="0" b="0"/>
          <a:pathLst>
            <a:path>
              <a:moveTo>
                <a:pt x="0" y="0"/>
              </a:moveTo>
              <a:lnTo>
                <a:pt x="0" y="453928"/>
              </a:lnTo>
              <a:lnTo>
                <a:pt x="148020" y="45392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DA58F80-3C9E-5749-AE02-8DF78F5144DA}">
      <dsp:nvSpPr>
        <dsp:cNvPr id="0" name=""/>
        <dsp:cNvSpPr/>
      </dsp:nvSpPr>
      <dsp:spPr>
        <a:xfrm>
          <a:off x="496425" y="1934792"/>
          <a:ext cx="1194028" cy="207228"/>
        </a:xfrm>
        <a:custGeom>
          <a:avLst/>
          <a:gdLst/>
          <a:ahLst/>
          <a:cxnLst/>
          <a:rect l="0" t="0" r="0" b="0"/>
          <a:pathLst>
            <a:path>
              <a:moveTo>
                <a:pt x="1194028" y="0"/>
              </a:moveTo>
              <a:lnTo>
                <a:pt x="1194028" y="103614"/>
              </a:lnTo>
              <a:lnTo>
                <a:pt x="0" y="103614"/>
              </a:lnTo>
              <a:lnTo>
                <a:pt x="0" y="207228"/>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B5FC197-0263-2F49-A1DC-968B3B795F5F}">
      <dsp:nvSpPr>
        <dsp:cNvPr id="0" name=""/>
        <dsp:cNvSpPr/>
      </dsp:nvSpPr>
      <dsp:spPr>
        <a:xfrm>
          <a:off x="1690453" y="1234164"/>
          <a:ext cx="1791042" cy="207228"/>
        </a:xfrm>
        <a:custGeom>
          <a:avLst/>
          <a:gdLst/>
          <a:ahLst/>
          <a:cxnLst/>
          <a:rect l="0" t="0" r="0" b="0"/>
          <a:pathLst>
            <a:path>
              <a:moveTo>
                <a:pt x="1791042" y="0"/>
              </a:moveTo>
              <a:lnTo>
                <a:pt x="1791042" y="103614"/>
              </a:lnTo>
              <a:lnTo>
                <a:pt x="0" y="103614"/>
              </a:lnTo>
              <a:lnTo>
                <a:pt x="0" y="207228"/>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3BEFAA9-311B-8A43-8F64-9676220C13FB}">
      <dsp:nvSpPr>
        <dsp:cNvPr id="0" name=""/>
        <dsp:cNvSpPr/>
      </dsp:nvSpPr>
      <dsp:spPr>
        <a:xfrm>
          <a:off x="2988095" y="740764"/>
          <a:ext cx="986800" cy="493400"/>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MY" sz="1100" kern="1200" dirty="0"/>
            <a:t>INFORMATION GATHERING</a:t>
          </a:r>
        </a:p>
      </dsp:txBody>
      <dsp:txXfrm>
        <a:off x="2988095" y="740764"/>
        <a:ext cx="986800" cy="493400"/>
      </dsp:txXfrm>
    </dsp:sp>
    <dsp:sp modelId="{BF9D128D-0A04-7843-B773-C9880DCE6819}">
      <dsp:nvSpPr>
        <dsp:cNvPr id="0" name=""/>
        <dsp:cNvSpPr/>
      </dsp:nvSpPr>
      <dsp:spPr>
        <a:xfrm>
          <a:off x="1197053" y="1441392"/>
          <a:ext cx="986800" cy="493400"/>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MY" sz="1100" kern="1200" dirty="0"/>
            <a:t>INTERACTIVE</a:t>
          </a:r>
        </a:p>
      </dsp:txBody>
      <dsp:txXfrm>
        <a:off x="1197053" y="1441392"/>
        <a:ext cx="986800" cy="493400"/>
      </dsp:txXfrm>
    </dsp:sp>
    <dsp:sp modelId="{5CA8ABF3-7124-3C4C-AF79-E841ABBF203E}">
      <dsp:nvSpPr>
        <dsp:cNvPr id="0" name=""/>
        <dsp:cNvSpPr/>
      </dsp:nvSpPr>
      <dsp:spPr>
        <a:xfrm>
          <a:off x="3025" y="2142020"/>
          <a:ext cx="986800" cy="493400"/>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GB" sz="800" kern="1200" dirty="0"/>
            <a:t>INTERVIEW</a:t>
          </a:r>
        </a:p>
      </dsp:txBody>
      <dsp:txXfrm>
        <a:off x="3025" y="2142020"/>
        <a:ext cx="986800" cy="493400"/>
      </dsp:txXfrm>
    </dsp:sp>
    <dsp:sp modelId="{ECD55735-BC56-2143-84B6-71A44DD8C3E8}">
      <dsp:nvSpPr>
        <dsp:cNvPr id="0" name=""/>
        <dsp:cNvSpPr/>
      </dsp:nvSpPr>
      <dsp:spPr>
        <a:xfrm>
          <a:off x="249725" y="2842648"/>
          <a:ext cx="986800" cy="493400"/>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GB" sz="800" kern="1200" dirty="0"/>
            <a:t>OPEN-ENDED vs CLOSED ENDED</a:t>
          </a:r>
        </a:p>
      </dsp:txBody>
      <dsp:txXfrm>
        <a:off x="249725" y="2842648"/>
        <a:ext cx="986800" cy="493400"/>
      </dsp:txXfrm>
    </dsp:sp>
    <dsp:sp modelId="{B256E37B-2DF7-874D-8F4E-530A815B4B8E}">
      <dsp:nvSpPr>
        <dsp:cNvPr id="0" name=""/>
        <dsp:cNvSpPr/>
      </dsp:nvSpPr>
      <dsp:spPr>
        <a:xfrm>
          <a:off x="249725" y="3543276"/>
          <a:ext cx="986800" cy="493400"/>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GB" sz="800" kern="1200" dirty="0"/>
            <a:t>INTERVIEW STRUCTURE (Pyramid / Tunnel / Diamond)</a:t>
          </a:r>
        </a:p>
      </dsp:txBody>
      <dsp:txXfrm>
        <a:off x="249725" y="3543276"/>
        <a:ext cx="986800" cy="493400"/>
      </dsp:txXfrm>
    </dsp:sp>
    <dsp:sp modelId="{1F9C853B-FE1F-2746-99EB-B7F95BAC7057}">
      <dsp:nvSpPr>
        <dsp:cNvPr id="0" name=""/>
        <dsp:cNvSpPr/>
      </dsp:nvSpPr>
      <dsp:spPr>
        <a:xfrm>
          <a:off x="1197053" y="2142020"/>
          <a:ext cx="986800" cy="493400"/>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GB" sz="800" kern="1200" dirty="0"/>
            <a:t>JAD</a:t>
          </a:r>
        </a:p>
      </dsp:txBody>
      <dsp:txXfrm>
        <a:off x="1197053" y="2142020"/>
        <a:ext cx="986800" cy="493400"/>
      </dsp:txXfrm>
    </dsp:sp>
    <dsp:sp modelId="{9E02835D-60C2-0E46-8D12-65D7144CE4ED}">
      <dsp:nvSpPr>
        <dsp:cNvPr id="0" name=""/>
        <dsp:cNvSpPr/>
      </dsp:nvSpPr>
      <dsp:spPr>
        <a:xfrm>
          <a:off x="1443753" y="2842648"/>
          <a:ext cx="986800" cy="493400"/>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GB" sz="800" kern="1200" dirty="0"/>
            <a:t>WHO?</a:t>
          </a:r>
        </a:p>
      </dsp:txBody>
      <dsp:txXfrm>
        <a:off x="1443753" y="2842648"/>
        <a:ext cx="986800" cy="493400"/>
      </dsp:txXfrm>
    </dsp:sp>
    <dsp:sp modelId="{A936F2B5-6729-F443-8A00-4129F9969455}">
      <dsp:nvSpPr>
        <dsp:cNvPr id="0" name=""/>
        <dsp:cNvSpPr/>
      </dsp:nvSpPr>
      <dsp:spPr>
        <a:xfrm>
          <a:off x="1443753" y="3543276"/>
          <a:ext cx="986800" cy="493400"/>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GB" sz="800" kern="1200" dirty="0"/>
            <a:t>WHERE?</a:t>
          </a:r>
        </a:p>
      </dsp:txBody>
      <dsp:txXfrm>
        <a:off x="1443753" y="3543276"/>
        <a:ext cx="986800" cy="493400"/>
      </dsp:txXfrm>
    </dsp:sp>
    <dsp:sp modelId="{5BA786B0-345D-FA4D-BDE3-3D200475AF9D}">
      <dsp:nvSpPr>
        <dsp:cNvPr id="0" name=""/>
        <dsp:cNvSpPr/>
      </dsp:nvSpPr>
      <dsp:spPr>
        <a:xfrm>
          <a:off x="2391081" y="2142020"/>
          <a:ext cx="986800" cy="493400"/>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GB" sz="800" kern="1200" dirty="0"/>
            <a:t>QUESTIONNAIRE</a:t>
          </a:r>
        </a:p>
      </dsp:txBody>
      <dsp:txXfrm>
        <a:off x="2391081" y="2142020"/>
        <a:ext cx="986800" cy="493400"/>
      </dsp:txXfrm>
    </dsp:sp>
    <dsp:sp modelId="{AB1D0418-69DD-AB45-B6D1-FED3027FC9B1}">
      <dsp:nvSpPr>
        <dsp:cNvPr id="0" name=""/>
        <dsp:cNvSpPr/>
      </dsp:nvSpPr>
      <dsp:spPr>
        <a:xfrm>
          <a:off x="4779138" y="1441392"/>
          <a:ext cx="986800" cy="493400"/>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US" sz="1100" b="0" kern="1200" dirty="0">
              <a:solidFill>
                <a:schemeClr val="bg1"/>
              </a:solidFill>
            </a:rPr>
            <a:t>UNOBSRTUSIVE</a:t>
          </a:r>
          <a:endParaRPr lang="en-MY" sz="1100" b="0" kern="1200" dirty="0">
            <a:solidFill>
              <a:schemeClr val="bg1"/>
            </a:solidFill>
          </a:endParaRPr>
        </a:p>
      </dsp:txBody>
      <dsp:txXfrm>
        <a:off x="4779138" y="1441392"/>
        <a:ext cx="986800" cy="493400"/>
      </dsp:txXfrm>
    </dsp:sp>
    <dsp:sp modelId="{5A297602-5D78-7E48-94F8-66EFBD41F5A5}">
      <dsp:nvSpPr>
        <dsp:cNvPr id="0" name=""/>
        <dsp:cNvSpPr/>
      </dsp:nvSpPr>
      <dsp:spPr>
        <a:xfrm>
          <a:off x="3585109" y="2142020"/>
          <a:ext cx="986800" cy="493400"/>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GB" sz="800" kern="1200" dirty="0"/>
            <a:t>SAMPLING</a:t>
          </a:r>
        </a:p>
      </dsp:txBody>
      <dsp:txXfrm>
        <a:off x="3585109" y="2142020"/>
        <a:ext cx="986800" cy="493400"/>
      </dsp:txXfrm>
    </dsp:sp>
    <dsp:sp modelId="{233936D6-7480-304D-A6C6-AB2FC6A2D4C8}">
      <dsp:nvSpPr>
        <dsp:cNvPr id="0" name=""/>
        <dsp:cNvSpPr/>
      </dsp:nvSpPr>
      <dsp:spPr>
        <a:xfrm>
          <a:off x="4779138" y="2142020"/>
          <a:ext cx="986800" cy="493400"/>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GB" sz="800" kern="1200" dirty="0"/>
            <a:t>INVESTIGATION</a:t>
          </a:r>
        </a:p>
      </dsp:txBody>
      <dsp:txXfrm>
        <a:off x="4779138" y="2142020"/>
        <a:ext cx="986800" cy="493400"/>
      </dsp:txXfrm>
    </dsp:sp>
    <dsp:sp modelId="{56CD9574-BF8F-5543-8D39-6AE2D689CB01}">
      <dsp:nvSpPr>
        <dsp:cNvPr id="0" name=""/>
        <dsp:cNvSpPr/>
      </dsp:nvSpPr>
      <dsp:spPr>
        <a:xfrm>
          <a:off x="5025838" y="2842648"/>
          <a:ext cx="986800" cy="493400"/>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GB" sz="800" kern="1200" dirty="0"/>
            <a:t>QUANTITATIVE</a:t>
          </a:r>
        </a:p>
      </dsp:txBody>
      <dsp:txXfrm>
        <a:off x="5025838" y="2842648"/>
        <a:ext cx="986800" cy="493400"/>
      </dsp:txXfrm>
    </dsp:sp>
    <dsp:sp modelId="{A7C167E2-EFD4-8444-AC87-E05FCC936457}">
      <dsp:nvSpPr>
        <dsp:cNvPr id="0" name=""/>
        <dsp:cNvSpPr/>
      </dsp:nvSpPr>
      <dsp:spPr>
        <a:xfrm>
          <a:off x="5025838" y="3543276"/>
          <a:ext cx="986800" cy="493400"/>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GB" sz="800" kern="1200" dirty="0"/>
            <a:t>QUALITATIVE</a:t>
          </a:r>
        </a:p>
      </dsp:txBody>
      <dsp:txXfrm>
        <a:off x="5025838" y="3543276"/>
        <a:ext cx="986800" cy="493400"/>
      </dsp:txXfrm>
    </dsp:sp>
    <dsp:sp modelId="{CD986E64-F5B1-2045-8CCD-657D0442AD29}">
      <dsp:nvSpPr>
        <dsp:cNvPr id="0" name=""/>
        <dsp:cNvSpPr/>
      </dsp:nvSpPr>
      <dsp:spPr>
        <a:xfrm>
          <a:off x="5973166" y="2142020"/>
          <a:ext cx="986800" cy="493400"/>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GB" sz="800" kern="1200" dirty="0"/>
            <a:t>OBSERVATION</a:t>
          </a:r>
        </a:p>
      </dsp:txBody>
      <dsp:txXfrm>
        <a:off x="5973166" y="2142020"/>
        <a:ext cx="986800" cy="493400"/>
      </dsp:txXfrm>
    </dsp:sp>
    <dsp:sp modelId="{18B569ED-4EE6-B048-8917-DA258FC8F253}">
      <dsp:nvSpPr>
        <dsp:cNvPr id="0" name=""/>
        <dsp:cNvSpPr/>
      </dsp:nvSpPr>
      <dsp:spPr>
        <a:xfrm>
          <a:off x="6219866" y="2842648"/>
          <a:ext cx="986800" cy="493400"/>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GB" sz="800" kern="1200" dirty="0"/>
            <a:t>STROBE</a:t>
          </a:r>
        </a:p>
      </dsp:txBody>
      <dsp:txXfrm>
        <a:off x="6219866" y="2842648"/>
        <a:ext cx="986800" cy="4934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C37050-D50E-7740-856F-13FA4716F04F}">
      <dsp:nvSpPr>
        <dsp:cNvPr id="0" name=""/>
        <dsp:cNvSpPr/>
      </dsp:nvSpPr>
      <dsp:spPr>
        <a:xfrm>
          <a:off x="0" y="563804"/>
          <a:ext cx="7209692" cy="376137"/>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Output: </a:t>
          </a:r>
          <a:endParaRPr lang="en-MY" sz="1800" kern="1200" dirty="0"/>
        </a:p>
      </dsp:txBody>
      <dsp:txXfrm>
        <a:off x="18361" y="582165"/>
        <a:ext cx="7172970" cy="339415"/>
      </dsp:txXfrm>
    </dsp:sp>
    <dsp:sp modelId="{ABE487D9-10B9-9042-BE83-7EB6922F4878}">
      <dsp:nvSpPr>
        <dsp:cNvPr id="0" name=""/>
        <dsp:cNvSpPr/>
      </dsp:nvSpPr>
      <dsp:spPr>
        <a:xfrm>
          <a:off x="0" y="939941"/>
          <a:ext cx="7209692" cy="10598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908"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n-US" sz="2000" kern="1200" dirty="0"/>
            <a:t>Understands how users accomplish their work.</a:t>
          </a:r>
          <a:endParaRPr lang="en-MY" sz="2000" kern="1200" dirty="0"/>
        </a:p>
        <a:p>
          <a:pPr marL="228600" lvl="1" indent="-228600" algn="l" defTabSz="889000">
            <a:lnSpc>
              <a:spcPct val="90000"/>
            </a:lnSpc>
            <a:spcBef>
              <a:spcPct val="0"/>
            </a:spcBef>
            <a:spcAft>
              <a:spcPct val="20000"/>
            </a:spcAft>
            <a:buChar char="•"/>
          </a:pPr>
          <a:r>
            <a:rPr lang="en-US" sz="2000" kern="1200" dirty="0"/>
            <a:t>Know the </a:t>
          </a:r>
          <a:r>
            <a:rPr lang="en-US" sz="2000" b="1" kern="1200" dirty="0">
              <a:solidFill>
                <a:schemeClr val="accent2"/>
              </a:solidFill>
            </a:rPr>
            <a:t>BUSINESS FUNCTIONS </a:t>
          </a:r>
          <a:r>
            <a:rPr lang="en-US" sz="2000" kern="1200" dirty="0"/>
            <a:t>and have complete information on the people, goals, data and procedure involved.</a:t>
          </a:r>
          <a:endParaRPr lang="en-MY" sz="2000" kern="1200" dirty="0"/>
        </a:p>
      </dsp:txBody>
      <dsp:txXfrm>
        <a:off x="0" y="939941"/>
        <a:ext cx="7209692" cy="10598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07E9B8-8ED3-4941-868B-EEEB1D8C6A94}">
      <dsp:nvSpPr>
        <dsp:cNvPr id="0" name=""/>
        <dsp:cNvSpPr/>
      </dsp:nvSpPr>
      <dsp:spPr>
        <a:xfrm>
          <a:off x="0" y="1314559"/>
          <a:ext cx="6114041" cy="849448"/>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Activity:</a:t>
          </a:r>
          <a:endParaRPr lang="en-MY" sz="3100" kern="1200" dirty="0"/>
        </a:p>
      </dsp:txBody>
      <dsp:txXfrm>
        <a:off x="41467" y="1356026"/>
        <a:ext cx="6031107" cy="766514"/>
      </dsp:txXfrm>
    </dsp:sp>
    <dsp:sp modelId="{E71F32D7-9C9C-F84E-8DF2-799046F1E7B6}">
      <dsp:nvSpPr>
        <dsp:cNvPr id="0" name=""/>
        <dsp:cNvSpPr/>
      </dsp:nvSpPr>
      <dsp:spPr>
        <a:xfrm>
          <a:off x="0" y="2164007"/>
          <a:ext cx="6114041" cy="16482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4121" tIns="30480" rIns="170688" bIns="30480" numCol="1" spcCol="1270" anchor="t" anchorCtr="0">
          <a:noAutofit/>
        </a:bodyPr>
        <a:lstStyle/>
        <a:p>
          <a:pPr marL="228600" lvl="1" indent="-228600" algn="l" defTabSz="1066800">
            <a:lnSpc>
              <a:spcPct val="90000"/>
            </a:lnSpc>
            <a:spcBef>
              <a:spcPct val="0"/>
            </a:spcBef>
            <a:spcAft>
              <a:spcPct val="20000"/>
            </a:spcAft>
            <a:buChar char="•"/>
          </a:pPr>
          <a:r>
            <a:rPr lang="en-US" sz="2400" kern="1200" dirty="0"/>
            <a:t>Create data flow diagrams </a:t>
          </a:r>
          <a:endParaRPr lang="en-MY" sz="2400" kern="1200" dirty="0"/>
        </a:p>
        <a:p>
          <a:pPr marL="228600" lvl="1" indent="-228600" algn="l" defTabSz="1066800">
            <a:lnSpc>
              <a:spcPct val="90000"/>
            </a:lnSpc>
            <a:spcBef>
              <a:spcPct val="0"/>
            </a:spcBef>
            <a:spcAft>
              <a:spcPct val="20000"/>
            </a:spcAft>
            <a:buChar char="•"/>
          </a:pPr>
          <a:r>
            <a:rPr lang="en-US" sz="2400" kern="1200" dirty="0"/>
            <a:t>Complete the data dictionary</a:t>
          </a:r>
          <a:endParaRPr lang="en-MY" sz="2400" kern="1200" dirty="0"/>
        </a:p>
        <a:p>
          <a:pPr marL="228600" lvl="1" indent="-228600" algn="l" defTabSz="1066800">
            <a:lnSpc>
              <a:spcPct val="90000"/>
            </a:lnSpc>
            <a:spcBef>
              <a:spcPct val="0"/>
            </a:spcBef>
            <a:spcAft>
              <a:spcPct val="20000"/>
            </a:spcAft>
            <a:buChar char="•"/>
          </a:pPr>
          <a:r>
            <a:rPr lang="en-US" sz="2400" kern="1200" dirty="0"/>
            <a:t>Analyze the structured decisions made</a:t>
          </a:r>
          <a:endParaRPr lang="en-MY" sz="2400" kern="1200" dirty="0"/>
        </a:p>
        <a:p>
          <a:pPr marL="228600" lvl="1" indent="-228600" algn="l" defTabSz="1066800">
            <a:lnSpc>
              <a:spcPct val="90000"/>
            </a:lnSpc>
            <a:spcBef>
              <a:spcPct val="0"/>
            </a:spcBef>
            <a:spcAft>
              <a:spcPct val="20000"/>
            </a:spcAft>
            <a:buChar char="•"/>
          </a:pPr>
          <a:r>
            <a:rPr lang="en-US" sz="2400" kern="1200" dirty="0"/>
            <a:t>Prepare and present the system proposal</a:t>
          </a:r>
          <a:endParaRPr lang="en-MY" sz="2400" kern="1200" dirty="0"/>
        </a:p>
      </dsp:txBody>
      <dsp:txXfrm>
        <a:off x="0" y="2164007"/>
        <a:ext cx="6114041" cy="164823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44A406-9567-204D-9E84-60F98F7D9983}">
      <dsp:nvSpPr>
        <dsp:cNvPr id="0" name=""/>
        <dsp:cNvSpPr/>
      </dsp:nvSpPr>
      <dsp:spPr>
        <a:xfrm rot="5400000">
          <a:off x="7279181" y="-3055453"/>
          <a:ext cx="943256" cy="7294880"/>
        </a:xfrm>
        <a:prstGeom prst="round2Same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What is DFD?</a:t>
          </a:r>
          <a:endParaRPr lang="en-MY" sz="1600" kern="1200" dirty="0"/>
        </a:p>
        <a:p>
          <a:pPr marL="171450" lvl="1" indent="-171450" algn="l" defTabSz="711200">
            <a:lnSpc>
              <a:spcPct val="90000"/>
            </a:lnSpc>
            <a:spcBef>
              <a:spcPct val="0"/>
            </a:spcBef>
            <a:spcAft>
              <a:spcPct val="15000"/>
            </a:spcAft>
            <a:buChar char="•"/>
          </a:pPr>
          <a:r>
            <a:rPr lang="en-US" sz="1600" kern="1200" dirty="0"/>
            <a:t>DFD Symbols</a:t>
          </a:r>
          <a:endParaRPr lang="en-MY" sz="1600" kern="1200" dirty="0"/>
        </a:p>
      </dsp:txBody>
      <dsp:txXfrm rot="-5400000">
        <a:off x="4103369" y="166405"/>
        <a:ext cx="7248834" cy="851164"/>
      </dsp:txXfrm>
    </dsp:sp>
    <dsp:sp modelId="{3E0D387A-B967-1140-8AD6-3ED717D320AA}">
      <dsp:nvSpPr>
        <dsp:cNvPr id="0" name=""/>
        <dsp:cNvSpPr/>
      </dsp:nvSpPr>
      <dsp:spPr>
        <a:xfrm>
          <a:off x="0" y="2451"/>
          <a:ext cx="4103370" cy="117907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r>
            <a:rPr lang="en-MY" sz="3200" b="1" kern="1200" dirty="0"/>
            <a:t>DATA FLOW DIAGRAM</a:t>
          </a:r>
        </a:p>
      </dsp:txBody>
      <dsp:txXfrm>
        <a:off x="57557" y="60008"/>
        <a:ext cx="3988256" cy="1063956"/>
      </dsp:txXfrm>
    </dsp:sp>
    <dsp:sp modelId="{30D41C04-0840-D141-A88D-FA44AB020792}">
      <dsp:nvSpPr>
        <dsp:cNvPr id="0" name=""/>
        <dsp:cNvSpPr/>
      </dsp:nvSpPr>
      <dsp:spPr>
        <a:xfrm rot="5400000">
          <a:off x="7279181" y="-1817429"/>
          <a:ext cx="943256" cy="7294880"/>
        </a:xfrm>
        <a:prstGeom prst="round2SameRect">
          <a:avLst/>
        </a:prstGeom>
        <a:solidFill>
          <a:schemeClr val="accent3">
            <a:tint val="40000"/>
            <a:alpha val="90000"/>
            <a:hueOff val="676380"/>
            <a:satOff val="33333"/>
            <a:lumOff val="593"/>
            <a:alphaOff val="0"/>
          </a:schemeClr>
        </a:solidFill>
        <a:ln w="12700" cap="flat" cmpd="sng" algn="ctr">
          <a:solidFill>
            <a:schemeClr val="accent3">
              <a:tint val="40000"/>
              <a:alpha val="90000"/>
              <a:hueOff val="676380"/>
              <a:satOff val="33333"/>
              <a:lumOff val="59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US" sz="1200" kern="1200" dirty="0"/>
            <a:t>Steps to create DFD</a:t>
          </a:r>
          <a:endParaRPr lang="en-MY" sz="1200" kern="1200" dirty="0"/>
        </a:p>
        <a:p>
          <a:pPr marL="114300" lvl="1" indent="-114300" algn="l" defTabSz="533400">
            <a:lnSpc>
              <a:spcPct val="90000"/>
            </a:lnSpc>
            <a:spcBef>
              <a:spcPct val="0"/>
            </a:spcBef>
            <a:spcAft>
              <a:spcPct val="15000"/>
            </a:spcAft>
            <a:buChar char="•"/>
          </a:pPr>
          <a:r>
            <a:rPr lang="en-US" sz="1200" kern="1200" dirty="0"/>
            <a:t>Context Diagram</a:t>
          </a:r>
          <a:endParaRPr lang="en-MY" sz="1200" kern="1200" dirty="0"/>
        </a:p>
        <a:p>
          <a:pPr marL="114300" lvl="1" indent="-114300" algn="l" defTabSz="533400">
            <a:lnSpc>
              <a:spcPct val="90000"/>
            </a:lnSpc>
            <a:spcBef>
              <a:spcPct val="0"/>
            </a:spcBef>
            <a:spcAft>
              <a:spcPct val="15000"/>
            </a:spcAft>
            <a:buChar char="•"/>
          </a:pPr>
          <a:r>
            <a:rPr lang="en-MY" sz="1200" kern="1200" dirty="0"/>
            <a:t>Diagram 0</a:t>
          </a:r>
        </a:p>
        <a:p>
          <a:pPr marL="114300" lvl="1" indent="-114300" algn="l" defTabSz="533400">
            <a:lnSpc>
              <a:spcPct val="90000"/>
            </a:lnSpc>
            <a:spcBef>
              <a:spcPct val="0"/>
            </a:spcBef>
            <a:spcAft>
              <a:spcPct val="15000"/>
            </a:spcAft>
            <a:buChar char="•"/>
          </a:pPr>
          <a:r>
            <a:rPr lang="en-MY" sz="1200" kern="1200" dirty="0"/>
            <a:t>DFD Level</a:t>
          </a:r>
        </a:p>
      </dsp:txBody>
      <dsp:txXfrm rot="-5400000">
        <a:off x="4103369" y="1404429"/>
        <a:ext cx="7248834" cy="851164"/>
      </dsp:txXfrm>
    </dsp:sp>
    <dsp:sp modelId="{0F5C74DA-8593-D54A-8A8A-E5B629D54B1F}">
      <dsp:nvSpPr>
        <dsp:cNvPr id="0" name=""/>
        <dsp:cNvSpPr/>
      </dsp:nvSpPr>
      <dsp:spPr>
        <a:xfrm>
          <a:off x="0" y="1240475"/>
          <a:ext cx="4103370" cy="1179070"/>
        </a:xfrm>
        <a:prstGeom prst="roundRect">
          <a:avLst/>
        </a:prstGeom>
        <a:solidFill>
          <a:schemeClr val="accent3">
            <a:hueOff val="903533"/>
            <a:satOff val="33333"/>
            <a:lumOff val="-49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r>
            <a:rPr lang="en-US" sz="3200" b="1" kern="1200" dirty="0"/>
            <a:t>CREATING DFD</a:t>
          </a:r>
          <a:endParaRPr lang="en-MY" sz="3200" kern="1200" dirty="0"/>
        </a:p>
      </dsp:txBody>
      <dsp:txXfrm>
        <a:off x="57557" y="1298032"/>
        <a:ext cx="3988256" cy="1063956"/>
      </dsp:txXfrm>
    </dsp:sp>
    <dsp:sp modelId="{0EF433D6-DF43-904C-ADEA-ABBA75D6F29B}">
      <dsp:nvSpPr>
        <dsp:cNvPr id="0" name=""/>
        <dsp:cNvSpPr/>
      </dsp:nvSpPr>
      <dsp:spPr>
        <a:xfrm rot="5400000">
          <a:off x="7279181" y="-579406"/>
          <a:ext cx="943256" cy="7294880"/>
        </a:xfrm>
        <a:prstGeom prst="round2SameRect">
          <a:avLst/>
        </a:prstGeom>
        <a:solidFill>
          <a:schemeClr val="accent3">
            <a:tint val="40000"/>
            <a:alpha val="90000"/>
            <a:hueOff val="1352761"/>
            <a:satOff val="66667"/>
            <a:lumOff val="1186"/>
            <a:alphaOff val="0"/>
          </a:schemeClr>
        </a:solidFill>
        <a:ln w="12700" cap="flat" cmpd="sng" algn="ctr">
          <a:solidFill>
            <a:schemeClr val="accent3">
              <a:tint val="40000"/>
              <a:alpha val="90000"/>
              <a:hueOff val="1352761"/>
              <a:satOff val="66667"/>
              <a:lumOff val="118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From logical to physical DFD</a:t>
          </a:r>
          <a:endParaRPr lang="en-MY" sz="1600" kern="1200" dirty="0"/>
        </a:p>
        <a:p>
          <a:pPr marL="171450" lvl="1" indent="-171450" algn="l" defTabSz="711200">
            <a:lnSpc>
              <a:spcPct val="90000"/>
            </a:lnSpc>
            <a:spcBef>
              <a:spcPct val="0"/>
            </a:spcBef>
            <a:spcAft>
              <a:spcPct val="15000"/>
            </a:spcAft>
            <a:buChar char="•"/>
          </a:pPr>
          <a:r>
            <a:rPr lang="en-MY" sz="1600" kern="1200" dirty="0"/>
            <a:t>CRUD matrix</a:t>
          </a:r>
        </a:p>
      </dsp:txBody>
      <dsp:txXfrm rot="-5400000">
        <a:off x="4103369" y="2642452"/>
        <a:ext cx="7248834" cy="851164"/>
      </dsp:txXfrm>
    </dsp:sp>
    <dsp:sp modelId="{282AF86B-5651-D740-B3E2-314500A8BB47}">
      <dsp:nvSpPr>
        <dsp:cNvPr id="0" name=""/>
        <dsp:cNvSpPr/>
      </dsp:nvSpPr>
      <dsp:spPr>
        <a:xfrm>
          <a:off x="0" y="2478498"/>
          <a:ext cx="4103370" cy="1179070"/>
        </a:xfrm>
        <a:prstGeom prst="roundRect">
          <a:avLst/>
        </a:prstGeom>
        <a:solidFill>
          <a:schemeClr val="accent3">
            <a:hueOff val="1807066"/>
            <a:satOff val="66667"/>
            <a:lumOff val="-9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r>
            <a:rPr lang="en-MY" sz="3200" b="1" kern="1200" dirty="0"/>
            <a:t>LOGICAL &amp; PHYSICAL DFD</a:t>
          </a:r>
        </a:p>
      </dsp:txBody>
      <dsp:txXfrm>
        <a:off x="57557" y="2536055"/>
        <a:ext cx="3988256" cy="1063956"/>
      </dsp:txXfrm>
    </dsp:sp>
    <dsp:sp modelId="{24481DDC-4EA3-9943-80F7-A5AA7BFA99F5}">
      <dsp:nvSpPr>
        <dsp:cNvPr id="0" name=""/>
        <dsp:cNvSpPr/>
      </dsp:nvSpPr>
      <dsp:spPr>
        <a:xfrm rot="5400000">
          <a:off x="7279181" y="658617"/>
          <a:ext cx="943256" cy="7294880"/>
        </a:xfrm>
        <a:prstGeom prst="round2SameRect">
          <a:avLst/>
        </a:prstGeom>
        <a:solidFill>
          <a:schemeClr val="accent3">
            <a:tint val="40000"/>
            <a:alpha val="90000"/>
            <a:hueOff val="2029141"/>
            <a:satOff val="100000"/>
            <a:lumOff val="1779"/>
            <a:alphaOff val="0"/>
          </a:schemeClr>
        </a:solidFill>
        <a:ln w="12700" cap="flat" cmpd="sng" algn="ctr">
          <a:solidFill>
            <a:schemeClr val="accent3">
              <a:tint val="40000"/>
              <a:alpha val="90000"/>
              <a:hueOff val="2029141"/>
              <a:satOff val="100000"/>
              <a:lumOff val="177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MY" sz="1600" kern="1200" dirty="0"/>
            <a:t>Partitioning DFD</a:t>
          </a:r>
        </a:p>
      </dsp:txBody>
      <dsp:txXfrm rot="-5400000">
        <a:off x="4103369" y="3880475"/>
        <a:ext cx="7248834" cy="851164"/>
      </dsp:txXfrm>
    </dsp:sp>
    <dsp:sp modelId="{0B007AB8-6A1B-BB45-B875-ABA3A8A4792D}">
      <dsp:nvSpPr>
        <dsp:cNvPr id="0" name=""/>
        <dsp:cNvSpPr/>
      </dsp:nvSpPr>
      <dsp:spPr>
        <a:xfrm>
          <a:off x="0" y="3716522"/>
          <a:ext cx="4103370" cy="1179070"/>
        </a:xfrm>
        <a:prstGeom prst="roundRect">
          <a:avLst/>
        </a:prstGeom>
        <a:solidFill>
          <a:schemeClr val="accent3">
            <a:hueOff val="2710599"/>
            <a:satOff val="100000"/>
            <a:lumOff val="-1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r>
            <a:rPr lang="en-MY" sz="3200" b="1" kern="1200" dirty="0"/>
            <a:t>PARTITIONING</a:t>
          </a:r>
        </a:p>
      </dsp:txBody>
      <dsp:txXfrm>
        <a:off x="57557" y="3774079"/>
        <a:ext cx="3988256" cy="106395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674DE8-1943-E743-9393-1B9A82961FFB}">
      <dsp:nvSpPr>
        <dsp:cNvPr id="0" name=""/>
        <dsp:cNvSpPr/>
      </dsp:nvSpPr>
      <dsp:spPr>
        <a:xfrm>
          <a:off x="8933" y="62922"/>
          <a:ext cx="2670183" cy="1602110"/>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ctr" defTabSz="1866900">
            <a:lnSpc>
              <a:spcPct val="90000"/>
            </a:lnSpc>
            <a:spcBef>
              <a:spcPct val="0"/>
            </a:spcBef>
            <a:spcAft>
              <a:spcPct val="35000"/>
            </a:spcAft>
            <a:buNone/>
          </a:pPr>
          <a:r>
            <a:rPr lang="en-US" sz="4200" kern="1200" dirty="0"/>
            <a:t>System inputs</a:t>
          </a:r>
          <a:endParaRPr lang="en-MY" sz="4200" kern="1200" dirty="0"/>
        </a:p>
      </dsp:txBody>
      <dsp:txXfrm>
        <a:off x="55857" y="109846"/>
        <a:ext cx="2576335" cy="1508262"/>
      </dsp:txXfrm>
    </dsp:sp>
    <dsp:sp modelId="{709FDE20-5D29-8346-937B-6A360927EA97}">
      <dsp:nvSpPr>
        <dsp:cNvPr id="0" name=""/>
        <dsp:cNvSpPr/>
      </dsp:nvSpPr>
      <dsp:spPr>
        <a:xfrm>
          <a:off x="2946135" y="532875"/>
          <a:ext cx="566078" cy="662205"/>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endParaRPr lang="en-GB" sz="2800" kern="1200"/>
        </a:p>
      </dsp:txBody>
      <dsp:txXfrm>
        <a:off x="2946135" y="665316"/>
        <a:ext cx="396255" cy="397323"/>
      </dsp:txXfrm>
    </dsp:sp>
    <dsp:sp modelId="{62702E73-B339-794A-AF7F-AD1D53EE83A8}">
      <dsp:nvSpPr>
        <dsp:cNvPr id="0" name=""/>
        <dsp:cNvSpPr/>
      </dsp:nvSpPr>
      <dsp:spPr>
        <a:xfrm>
          <a:off x="3747191" y="62922"/>
          <a:ext cx="2670183" cy="1602110"/>
        </a:xfrm>
        <a:prstGeom prst="roundRect">
          <a:avLst>
            <a:gd name="adj" fmla="val 10000"/>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ctr" defTabSz="1866900">
            <a:lnSpc>
              <a:spcPct val="90000"/>
            </a:lnSpc>
            <a:spcBef>
              <a:spcPct val="0"/>
            </a:spcBef>
            <a:spcAft>
              <a:spcPct val="35000"/>
            </a:spcAft>
            <a:buNone/>
          </a:pPr>
          <a:r>
            <a:rPr lang="en-US" sz="4200" kern="1200"/>
            <a:t>Processes</a:t>
          </a:r>
          <a:endParaRPr lang="en-MY" sz="4200" kern="1200"/>
        </a:p>
      </dsp:txBody>
      <dsp:txXfrm>
        <a:off x="3794115" y="109846"/>
        <a:ext cx="2576335" cy="1508262"/>
      </dsp:txXfrm>
    </dsp:sp>
    <dsp:sp modelId="{B2C1EF81-B823-E044-B609-29B8150E467D}">
      <dsp:nvSpPr>
        <dsp:cNvPr id="0" name=""/>
        <dsp:cNvSpPr/>
      </dsp:nvSpPr>
      <dsp:spPr>
        <a:xfrm>
          <a:off x="6684393" y="532875"/>
          <a:ext cx="566078" cy="662205"/>
        </a:xfrm>
        <a:prstGeom prst="rightArrow">
          <a:avLst>
            <a:gd name="adj1" fmla="val 60000"/>
            <a:gd name="adj2" fmla="val 50000"/>
          </a:avLst>
        </a:prstGeom>
        <a:solidFill>
          <a:schemeClr val="accent2">
            <a:hueOff val="-1455363"/>
            <a:satOff val="-83928"/>
            <a:lumOff val="8628"/>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endParaRPr lang="en-GB" sz="2800" kern="1200"/>
        </a:p>
      </dsp:txBody>
      <dsp:txXfrm>
        <a:off x="6684393" y="665316"/>
        <a:ext cx="396255" cy="397323"/>
      </dsp:txXfrm>
    </dsp:sp>
    <dsp:sp modelId="{F6EB91B1-F215-194B-8374-032D0563DDFA}">
      <dsp:nvSpPr>
        <dsp:cNvPr id="0" name=""/>
        <dsp:cNvSpPr/>
      </dsp:nvSpPr>
      <dsp:spPr>
        <a:xfrm>
          <a:off x="7485448" y="62922"/>
          <a:ext cx="2670183" cy="1602110"/>
        </a:xfrm>
        <a:prstGeom prst="roundRect">
          <a:avLst>
            <a:gd name="adj" fmla="val 10000"/>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ctr" defTabSz="1866900">
            <a:lnSpc>
              <a:spcPct val="90000"/>
            </a:lnSpc>
            <a:spcBef>
              <a:spcPct val="0"/>
            </a:spcBef>
            <a:spcAft>
              <a:spcPct val="35000"/>
            </a:spcAft>
            <a:buNone/>
          </a:pPr>
          <a:r>
            <a:rPr lang="en-US" sz="4200" kern="1200"/>
            <a:t>Outputs</a:t>
          </a:r>
          <a:endParaRPr lang="en-MY" sz="4200" kern="1200"/>
        </a:p>
      </dsp:txBody>
      <dsp:txXfrm>
        <a:off x="7532372" y="109846"/>
        <a:ext cx="2576335" cy="150826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61CB4E-761D-504B-8482-5C454439570C}">
      <dsp:nvSpPr>
        <dsp:cNvPr id="0" name=""/>
        <dsp:cNvSpPr/>
      </dsp:nvSpPr>
      <dsp:spPr>
        <a:xfrm>
          <a:off x="0" y="11812"/>
          <a:ext cx="11650893" cy="59962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LOGICAL DFD</a:t>
          </a:r>
          <a:endParaRPr lang="en-MY" sz="2500" kern="1200"/>
        </a:p>
      </dsp:txBody>
      <dsp:txXfrm>
        <a:off x="29271" y="41083"/>
        <a:ext cx="11592351" cy="541083"/>
      </dsp:txXfrm>
    </dsp:sp>
    <dsp:sp modelId="{8B17BE25-BC6E-6B4F-9AF5-E7B470CCED22}">
      <dsp:nvSpPr>
        <dsp:cNvPr id="0" name=""/>
        <dsp:cNvSpPr/>
      </dsp:nvSpPr>
      <dsp:spPr>
        <a:xfrm>
          <a:off x="0" y="611437"/>
          <a:ext cx="11650893" cy="1707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9916"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kern="1200"/>
            <a:t>Better communication with users</a:t>
          </a:r>
          <a:endParaRPr lang="en-MY" sz="2000" kern="1200"/>
        </a:p>
        <a:p>
          <a:pPr marL="228600" lvl="1" indent="-228600" algn="l" defTabSz="889000">
            <a:lnSpc>
              <a:spcPct val="90000"/>
            </a:lnSpc>
            <a:spcBef>
              <a:spcPct val="0"/>
            </a:spcBef>
            <a:spcAft>
              <a:spcPct val="20000"/>
            </a:spcAft>
            <a:buChar char="•"/>
          </a:pPr>
          <a:r>
            <a:rPr lang="en-US" sz="2000" kern="1200"/>
            <a:t>More stable systems</a:t>
          </a:r>
          <a:endParaRPr lang="en-MY" sz="2000" kern="1200"/>
        </a:p>
        <a:p>
          <a:pPr marL="228600" lvl="1" indent="-228600" algn="l" defTabSz="889000">
            <a:lnSpc>
              <a:spcPct val="90000"/>
            </a:lnSpc>
            <a:spcBef>
              <a:spcPct val="0"/>
            </a:spcBef>
            <a:spcAft>
              <a:spcPct val="20000"/>
            </a:spcAft>
            <a:buChar char="•"/>
          </a:pPr>
          <a:r>
            <a:rPr lang="en-US" sz="2000" kern="1200"/>
            <a:t>Better understanding of the business by analysts</a:t>
          </a:r>
          <a:endParaRPr lang="en-MY" sz="2000" kern="1200"/>
        </a:p>
        <a:p>
          <a:pPr marL="228600" lvl="1" indent="-228600" algn="l" defTabSz="889000">
            <a:lnSpc>
              <a:spcPct val="90000"/>
            </a:lnSpc>
            <a:spcBef>
              <a:spcPct val="0"/>
            </a:spcBef>
            <a:spcAft>
              <a:spcPct val="20000"/>
            </a:spcAft>
            <a:buChar char="•"/>
          </a:pPr>
          <a:r>
            <a:rPr lang="en-US" sz="2000" kern="1200"/>
            <a:t>Flexibility and maintenance</a:t>
          </a:r>
          <a:endParaRPr lang="en-MY" sz="2000" kern="1200"/>
        </a:p>
        <a:p>
          <a:pPr marL="228600" lvl="1" indent="-228600" algn="l" defTabSz="889000">
            <a:lnSpc>
              <a:spcPct val="90000"/>
            </a:lnSpc>
            <a:spcBef>
              <a:spcPct val="0"/>
            </a:spcBef>
            <a:spcAft>
              <a:spcPct val="20000"/>
            </a:spcAft>
            <a:buChar char="•"/>
          </a:pPr>
          <a:r>
            <a:rPr lang="en-US" sz="2000" kern="1200"/>
            <a:t>Elimination of redundancy and easier creation of the physical model</a:t>
          </a:r>
          <a:endParaRPr lang="en-MY" sz="2000" kern="1200"/>
        </a:p>
      </dsp:txBody>
      <dsp:txXfrm>
        <a:off x="0" y="611437"/>
        <a:ext cx="11650893" cy="1707750"/>
      </dsp:txXfrm>
    </dsp:sp>
    <dsp:sp modelId="{2EE50380-FBDF-BC42-AC19-1CA9C8BF1C5A}">
      <dsp:nvSpPr>
        <dsp:cNvPr id="0" name=""/>
        <dsp:cNvSpPr/>
      </dsp:nvSpPr>
      <dsp:spPr>
        <a:xfrm>
          <a:off x="0" y="2319187"/>
          <a:ext cx="11650893" cy="599625"/>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PHYSICAL DFD</a:t>
          </a:r>
          <a:endParaRPr lang="en-MY" sz="2500" kern="1200"/>
        </a:p>
      </dsp:txBody>
      <dsp:txXfrm>
        <a:off x="29271" y="2348458"/>
        <a:ext cx="11592351" cy="541083"/>
      </dsp:txXfrm>
    </dsp:sp>
    <dsp:sp modelId="{E1165570-6FD7-674D-9350-9F4BE9692CF6}">
      <dsp:nvSpPr>
        <dsp:cNvPr id="0" name=""/>
        <dsp:cNvSpPr/>
      </dsp:nvSpPr>
      <dsp:spPr>
        <a:xfrm>
          <a:off x="0" y="2918812"/>
          <a:ext cx="11650893" cy="207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69916"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kern="1200"/>
            <a:t>Clarifying which processes are performed by humans and which are automated</a:t>
          </a:r>
          <a:endParaRPr lang="en-MY" sz="2000" kern="1200"/>
        </a:p>
        <a:p>
          <a:pPr marL="228600" lvl="1" indent="-228600" algn="l" defTabSz="889000">
            <a:lnSpc>
              <a:spcPct val="90000"/>
            </a:lnSpc>
            <a:spcBef>
              <a:spcPct val="0"/>
            </a:spcBef>
            <a:spcAft>
              <a:spcPct val="20000"/>
            </a:spcAft>
            <a:buChar char="•"/>
          </a:pPr>
          <a:r>
            <a:rPr lang="en-US" sz="2000" kern="1200"/>
            <a:t>Describing processes in more detail</a:t>
          </a:r>
          <a:endParaRPr lang="en-MY" sz="2000" kern="1200"/>
        </a:p>
        <a:p>
          <a:pPr marL="228600" lvl="1" indent="-228600" algn="l" defTabSz="889000">
            <a:lnSpc>
              <a:spcPct val="90000"/>
            </a:lnSpc>
            <a:spcBef>
              <a:spcPct val="0"/>
            </a:spcBef>
            <a:spcAft>
              <a:spcPct val="20000"/>
            </a:spcAft>
            <a:buChar char="•"/>
          </a:pPr>
          <a:r>
            <a:rPr lang="en-US" sz="2000" kern="1200" dirty="0"/>
            <a:t>Sequencing processes that must be done in a particular order</a:t>
          </a:r>
          <a:endParaRPr lang="en-MY" sz="2000" kern="1200" dirty="0"/>
        </a:p>
        <a:p>
          <a:pPr marL="228600" lvl="1" indent="-228600" algn="l" defTabSz="889000">
            <a:lnSpc>
              <a:spcPct val="90000"/>
            </a:lnSpc>
            <a:spcBef>
              <a:spcPct val="0"/>
            </a:spcBef>
            <a:spcAft>
              <a:spcPct val="20000"/>
            </a:spcAft>
            <a:buChar char="•"/>
          </a:pPr>
          <a:r>
            <a:rPr lang="en-US" sz="2000" kern="1200"/>
            <a:t>Identifying temporary data stores </a:t>
          </a:r>
          <a:endParaRPr lang="en-MY" sz="2000" kern="1200"/>
        </a:p>
        <a:p>
          <a:pPr marL="228600" lvl="1" indent="-228600" algn="l" defTabSz="889000">
            <a:lnSpc>
              <a:spcPct val="90000"/>
            </a:lnSpc>
            <a:spcBef>
              <a:spcPct val="0"/>
            </a:spcBef>
            <a:spcAft>
              <a:spcPct val="20000"/>
            </a:spcAft>
            <a:buChar char="•"/>
          </a:pPr>
          <a:r>
            <a:rPr lang="en-US" sz="2000" kern="1200"/>
            <a:t>Specifying actual names of files and printouts</a:t>
          </a:r>
          <a:endParaRPr lang="en-MY" sz="2000" kern="1200"/>
        </a:p>
        <a:p>
          <a:pPr marL="228600" lvl="1" indent="-228600" algn="l" defTabSz="889000">
            <a:lnSpc>
              <a:spcPct val="90000"/>
            </a:lnSpc>
            <a:spcBef>
              <a:spcPct val="0"/>
            </a:spcBef>
            <a:spcAft>
              <a:spcPct val="20000"/>
            </a:spcAft>
            <a:buChar char="•"/>
          </a:pPr>
          <a:r>
            <a:rPr lang="en-US" sz="2000" kern="1200"/>
            <a:t>Adding controls to ensure the processes are done properly</a:t>
          </a:r>
          <a:endParaRPr lang="en-MY" sz="2000" kern="1200"/>
        </a:p>
      </dsp:txBody>
      <dsp:txXfrm>
        <a:off x="0" y="2918812"/>
        <a:ext cx="11650893" cy="20700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44A406-9567-204D-9E84-60F98F7D9983}">
      <dsp:nvSpPr>
        <dsp:cNvPr id="0" name=""/>
        <dsp:cNvSpPr/>
      </dsp:nvSpPr>
      <dsp:spPr>
        <a:xfrm rot="5400000">
          <a:off x="7279181" y="-3055453"/>
          <a:ext cx="943256" cy="7294880"/>
        </a:xfrm>
        <a:prstGeom prst="round2Same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Structured analysis and design tools that allow the analyst to comprehend the system and subsystems visually as a set of interrelated data flows</a:t>
          </a:r>
          <a:endParaRPr lang="en-MY" sz="1600" kern="1200" dirty="0"/>
        </a:p>
      </dsp:txBody>
      <dsp:txXfrm rot="-5400000">
        <a:off x="4103369" y="166405"/>
        <a:ext cx="7248834" cy="851164"/>
      </dsp:txXfrm>
    </dsp:sp>
    <dsp:sp modelId="{3E0D387A-B967-1140-8AD6-3ED717D320AA}">
      <dsp:nvSpPr>
        <dsp:cNvPr id="0" name=""/>
        <dsp:cNvSpPr/>
      </dsp:nvSpPr>
      <dsp:spPr>
        <a:xfrm>
          <a:off x="0" y="2451"/>
          <a:ext cx="4103370" cy="117907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r>
            <a:rPr lang="en-MY" sz="3200" b="1" kern="1200" dirty="0"/>
            <a:t>DATA FLOW DIAGRAM</a:t>
          </a:r>
        </a:p>
      </dsp:txBody>
      <dsp:txXfrm>
        <a:off x="57557" y="60008"/>
        <a:ext cx="3988256" cy="1063956"/>
      </dsp:txXfrm>
    </dsp:sp>
    <dsp:sp modelId="{30D41C04-0840-D141-A88D-FA44AB020792}">
      <dsp:nvSpPr>
        <dsp:cNvPr id="0" name=""/>
        <dsp:cNvSpPr/>
      </dsp:nvSpPr>
      <dsp:spPr>
        <a:xfrm rot="5400000">
          <a:off x="7279181" y="-1817429"/>
          <a:ext cx="943256" cy="7294880"/>
        </a:xfrm>
        <a:prstGeom prst="round2SameRect">
          <a:avLst/>
        </a:prstGeom>
        <a:solidFill>
          <a:schemeClr val="accent3">
            <a:tint val="40000"/>
            <a:alpha val="90000"/>
            <a:hueOff val="676380"/>
            <a:satOff val="33333"/>
            <a:lumOff val="593"/>
            <a:alphaOff val="0"/>
          </a:schemeClr>
        </a:solidFill>
        <a:ln w="12700" cap="flat" cmpd="sng" algn="ctr">
          <a:solidFill>
            <a:schemeClr val="accent3">
              <a:tint val="40000"/>
              <a:alpha val="90000"/>
              <a:hueOff val="676380"/>
              <a:satOff val="33333"/>
              <a:lumOff val="59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100000"/>
            </a:lnSpc>
            <a:spcBef>
              <a:spcPct val="0"/>
            </a:spcBef>
            <a:spcAft>
              <a:spcPts val="0"/>
            </a:spcAft>
            <a:buChar char="•"/>
          </a:pPr>
          <a:r>
            <a:rPr lang="en-US" sz="1200" kern="1200" dirty="0"/>
            <a:t>Rounded rectangle (PROCESS)</a:t>
          </a:r>
          <a:endParaRPr lang="en-MY" sz="1200" kern="1200" dirty="0"/>
        </a:p>
        <a:p>
          <a:pPr marL="114300" lvl="1" indent="-114300" algn="l" defTabSz="533400">
            <a:lnSpc>
              <a:spcPct val="100000"/>
            </a:lnSpc>
            <a:spcBef>
              <a:spcPct val="0"/>
            </a:spcBef>
            <a:spcAft>
              <a:spcPts val="0"/>
            </a:spcAft>
            <a:buChar char="•"/>
          </a:pPr>
          <a:r>
            <a:rPr lang="en-US" sz="1200" kern="1200" dirty="0"/>
            <a:t>Double square (ENTITY)</a:t>
          </a:r>
        </a:p>
        <a:p>
          <a:pPr marL="114300" lvl="1" indent="-114300" algn="l" defTabSz="533400">
            <a:lnSpc>
              <a:spcPct val="100000"/>
            </a:lnSpc>
            <a:spcBef>
              <a:spcPct val="0"/>
            </a:spcBef>
            <a:spcAft>
              <a:spcPts val="0"/>
            </a:spcAft>
            <a:buChar char="•"/>
          </a:pPr>
          <a:r>
            <a:rPr lang="en-US" sz="1200" kern="1200" dirty="0"/>
            <a:t>An arrow (DATA FLOW)</a:t>
          </a:r>
        </a:p>
        <a:p>
          <a:pPr marL="114300" lvl="1" indent="-114300" algn="l" defTabSz="533400">
            <a:lnSpc>
              <a:spcPct val="100000"/>
            </a:lnSpc>
            <a:spcBef>
              <a:spcPct val="0"/>
            </a:spcBef>
            <a:spcAft>
              <a:spcPts val="0"/>
            </a:spcAft>
            <a:buChar char="•"/>
          </a:pPr>
          <a:r>
            <a:rPr lang="en-US" sz="1200" kern="1200" dirty="0"/>
            <a:t>Open-ended rectangle (DATA STORE)</a:t>
          </a:r>
        </a:p>
      </dsp:txBody>
      <dsp:txXfrm rot="-5400000">
        <a:off x="4103369" y="1404429"/>
        <a:ext cx="7248834" cy="851164"/>
      </dsp:txXfrm>
    </dsp:sp>
    <dsp:sp modelId="{0F5C74DA-8593-D54A-8A8A-E5B629D54B1F}">
      <dsp:nvSpPr>
        <dsp:cNvPr id="0" name=""/>
        <dsp:cNvSpPr/>
      </dsp:nvSpPr>
      <dsp:spPr>
        <a:xfrm>
          <a:off x="0" y="1240475"/>
          <a:ext cx="4103370" cy="1179070"/>
        </a:xfrm>
        <a:prstGeom prst="roundRect">
          <a:avLst/>
        </a:prstGeom>
        <a:solidFill>
          <a:schemeClr val="accent3">
            <a:hueOff val="903533"/>
            <a:satOff val="33333"/>
            <a:lumOff val="-49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r>
            <a:rPr lang="en-US" sz="3200" b="1" kern="1200" dirty="0"/>
            <a:t>CREATING DFD</a:t>
          </a:r>
          <a:endParaRPr lang="en-MY" sz="3200" kern="1200" dirty="0"/>
        </a:p>
      </dsp:txBody>
      <dsp:txXfrm>
        <a:off x="57557" y="1298032"/>
        <a:ext cx="3988256" cy="1063956"/>
      </dsp:txXfrm>
    </dsp:sp>
    <dsp:sp modelId="{D1788651-117B-2741-A622-940B3C7BC819}">
      <dsp:nvSpPr>
        <dsp:cNvPr id="0" name=""/>
        <dsp:cNvSpPr/>
      </dsp:nvSpPr>
      <dsp:spPr>
        <a:xfrm rot="5400000">
          <a:off x="7279181" y="-579406"/>
          <a:ext cx="943256" cy="7294880"/>
        </a:xfrm>
        <a:prstGeom prst="round2SameRect">
          <a:avLst/>
        </a:prstGeom>
        <a:solidFill>
          <a:schemeClr val="accent3">
            <a:tint val="40000"/>
            <a:alpha val="90000"/>
            <a:hueOff val="1352761"/>
            <a:satOff val="66667"/>
            <a:lumOff val="1186"/>
            <a:alphaOff val="0"/>
          </a:schemeClr>
        </a:solidFill>
        <a:ln w="12700" cap="flat" cmpd="sng" algn="ctr">
          <a:solidFill>
            <a:schemeClr val="accent3">
              <a:tint val="40000"/>
              <a:alpha val="90000"/>
              <a:hueOff val="1352761"/>
              <a:satOff val="66667"/>
              <a:lumOff val="118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endParaRPr lang="en-MY" sz="1200" b="1" kern="1200" dirty="0"/>
        </a:p>
      </dsp:txBody>
      <dsp:txXfrm rot="-5400000">
        <a:off x="4103369" y="2642452"/>
        <a:ext cx="7248834" cy="851164"/>
      </dsp:txXfrm>
    </dsp:sp>
    <dsp:sp modelId="{282AF86B-5651-D740-B3E2-314500A8BB47}">
      <dsp:nvSpPr>
        <dsp:cNvPr id="0" name=""/>
        <dsp:cNvSpPr/>
      </dsp:nvSpPr>
      <dsp:spPr>
        <a:xfrm>
          <a:off x="0" y="2478498"/>
          <a:ext cx="4103370" cy="1179070"/>
        </a:xfrm>
        <a:prstGeom prst="roundRect">
          <a:avLst/>
        </a:prstGeom>
        <a:solidFill>
          <a:schemeClr val="accent3">
            <a:hueOff val="1807066"/>
            <a:satOff val="66667"/>
            <a:lumOff val="-9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r>
            <a:rPr lang="en-MY" sz="3200" b="1" kern="1200" dirty="0"/>
            <a:t>LOGICAL &amp; PHYSICAL DFD</a:t>
          </a:r>
        </a:p>
      </dsp:txBody>
      <dsp:txXfrm>
        <a:off x="57557" y="2536055"/>
        <a:ext cx="3988256" cy="1063956"/>
      </dsp:txXfrm>
    </dsp:sp>
    <dsp:sp modelId="{C70663A3-E11A-E940-943E-2F5A87AAD20F}">
      <dsp:nvSpPr>
        <dsp:cNvPr id="0" name=""/>
        <dsp:cNvSpPr/>
      </dsp:nvSpPr>
      <dsp:spPr>
        <a:xfrm rot="5400000">
          <a:off x="7214116" y="658617"/>
          <a:ext cx="1073387" cy="7294880"/>
        </a:xfrm>
        <a:prstGeom prst="round2SameRect">
          <a:avLst/>
        </a:prstGeom>
        <a:solidFill>
          <a:schemeClr val="accent3">
            <a:tint val="40000"/>
            <a:alpha val="90000"/>
            <a:hueOff val="2029141"/>
            <a:satOff val="100000"/>
            <a:lumOff val="1779"/>
            <a:alphaOff val="0"/>
          </a:schemeClr>
        </a:solidFill>
        <a:ln w="12700" cap="flat" cmpd="sng" algn="ctr">
          <a:solidFill>
            <a:schemeClr val="accent3">
              <a:tint val="40000"/>
              <a:alpha val="90000"/>
              <a:hueOff val="2029141"/>
              <a:satOff val="100000"/>
              <a:lumOff val="177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85750" lvl="1" indent="-285750" algn="l" defTabSz="1422400">
            <a:lnSpc>
              <a:spcPct val="90000"/>
            </a:lnSpc>
            <a:spcBef>
              <a:spcPct val="0"/>
            </a:spcBef>
            <a:spcAft>
              <a:spcPct val="15000"/>
            </a:spcAft>
            <a:buChar char="•"/>
          </a:pPr>
          <a:endParaRPr lang="en-MY" sz="3200" b="1" kern="1200" dirty="0"/>
        </a:p>
      </dsp:txBody>
      <dsp:txXfrm rot="-5400000">
        <a:off x="4103370" y="3821761"/>
        <a:ext cx="7242482" cy="968591"/>
      </dsp:txXfrm>
    </dsp:sp>
    <dsp:sp modelId="{0B007AB8-6A1B-BB45-B875-ABA3A8A4792D}">
      <dsp:nvSpPr>
        <dsp:cNvPr id="0" name=""/>
        <dsp:cNvSpPr/>
      </dsp:nvSpPr>
      <dsp:spPr>
        <a:xfrm>
          <a:off x="0" y="3716522"/>
          <a:ext cx="4103370" cy="1179070"/>
        </a:xfrm>
        <a:prstGeom prst="roundRect">
          <a:avLst/>
        </a:prstGeom>
        <a:solidFill>
          <a:schemeClr val="accent3">
            <a:hueOff val="2710599"/>
            <a:satOff val="100000"/>
            <a:lumOff val="-1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r>
            <a:rPr lang="en-MY" sz="3200" b="1" kern="1200" dirty="0"/>
            <a:t>PARTITIONING</a:t>
          </a:r>
        </a:p>
      </dsp:txBody>
      <dsp:txXfrm>
        <a:off x="57557" y="3774079"/>
        <a:ext cx="3988256" cy="1063956"/>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1-16T08:40:58.034"/>
    </inkml:context>
    <inkml:brush xml:id="br0">
      <inkml:brushProperty name="width" value="0.025" units="cm"/>
      <inkml:brushProperty name="height" value="0.025" units="cm"/>
      <inkml:brushProperty name="color" value="#E71224"/>
    </inkml:brush>
  </inkml:definitions>
  <inkml:trace contextRef="#ctx0" brushRef="#br0">5526 1220 24575,'-17'-17'0,"-21"-13"0,-36-21 0,20 19 0,-8-2-1887,-4 2 1,-9-3 0,-3 2 1886,7 5 0,-3 0 0,-3 1 0,1-1-558,-4-1 0,0 0 0,-2 0 0,-2 1 558,6 4 0,-2 0 0,-1 1 0,1 0 0,2 2 0,-8-2 0,2 2 0,2 0 0,1 2 0,6 1 0,1 1 0,1 1 0,0 1 81,-24-5 0,1 2 0,5 2-81,20 4 0,3 1 0,2 0-275,-27-4 0,1 0 275,3 2 0,3 0 0,16 5 0,3-1 977,3 0 1,1 0-978,-5 1 0,1 1 0,8 1 0,3 0 1604,3 1 1,2 0-1605,-3 0 0,1 0 1884,-43-8-1884,44 6 0,-1-1 0,-9-2 0,0-1 0,8 2 0,2 1 433,2 0 0,0 0-433,0-1 0,-1 0 0,-4 0 0,-2 0 0,-6-1 0,-2-1-221,-15-1 1,-1 1 220,7 2 0,0 1 0,-6-2 0,3 0 0,14 4 0,4 0 0,4 0 0,4 1 0,-14 0 0,15 1 0,4 1 0,11 1 0,-1 1 725,14-1-725,12 2 0,5 0 0,3 0 0,1 0 0,0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1-16T08:40:59.640"/>
    </inkml:context>
    <inkml:brush xml:id="br0">
      <inkml:brushProperty name="width" value="0.025" units="cm"/>
      <inkml:brushProperty name="height" value="0.025" units="cm"/>
      <inkml:brushProperty name="color" value="#E71224"/>
    </inkml:brush>
  </inkml:definitions>
  <inkml:trace contextRef="#ctx0" brushRef="#br0">344 1 24575,'-15'6'0,"-1"2"0,-13 8 0,-1 0 0,-1 1 0,2-2 0,6-2 0,2-1 0,7-1 0,1 1 0,-1 2 0,4-2 0,0-1 0,1 1 0,2-3 0,-1 0 0,2-2 0,1-2 0,1-1 0,2-1 0,1-1 0,0-1 0,0 0 0,-2 3 0,-1 0 0,-3 5 0,0-3 0,1 2 0,3-4 0,1-2 0,1 2 0,-3 0 0,0 1 0,2 0 0,0-2 0,3 1 0,4 7 0,6 8 0,2 7 0,1 0 0,-1 3 0,-1-2 0,1 1 0,-1-1 0,-3-4 0,-1-3 0,0 0 0,-2-3 0,0-2 0,-1-1 0,-1 0 0,1-1 0,2 4 0,3 2 0,3 8 0,-2-3 0,0-1 0,-6-9 0,1-3 0,-4-4 0,0-2 0,-1-2 0,0-2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11-16T08:44:23.111"/>
    </inkml:context>
    <inkml:brush xml:id="br0">
      <inkml:brushProperty name="width" value="0.025" units="cm"/>
      <inkml:brushProperty name="height" value="0.025" units="cm"/>
      <inkml:brushProperty name="color" value="#E71224"/>
    </inkml:brush>
  </inkml:definitions>
  <inkml:trace contextRef="#ctx0" brushRef="#br0">1 2888 24575,'35'-93'0,"0"0"0,-6 25 0,2-4 0,2-2 0,2 2 0,3 2 0,2 1 0,1 0 0,3-5 0,-2 2 0,2-4 0,1-1 0,2-1 0,1 0 0,7-6 0,2-2 0,2 0 0,-3 4 0,-5 5 0,6-9 0,-5 8 0,3-2 0,-7 10 0,3-2 0,0 2 0,1 7 0,10 2 0,2 7 0,-6 1 0,4-15 0,3 3 0,9 11 0,11 2 0,-16 14 0,-6 14 0,4 1 0,3-1 0,27 0 0,-40 10 0,-1 1 0,32-5 0,-30 6 0,-21 2 0,-15 2 0,-6 3 0,-14-7 0,-43-45 0,6 13 0,-14-18 0,26 39 0,47 56 0,13 14 0,-16-18 0,15 19 0,-4 0 0,-25-18 0,-14 20 0,-5 18 0,-16 11 0,-2 9 0,7-40 0,3 8 0,12-29 0,3-5 0,0-4 0,5-17 0,0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FBB964-91EE-6D44-9245-6E870FE2432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a:extLst>
              <a:ext uri="{FF2B5EF4-FFF2-40B4-BE49-F238E27FC236}">
                <a16:creationId xmlns:a16="http://schemas.microsoft.com/office/drawing/2014/main" id="{658FCBC2-74CA-194C-A913-723B8183E3B1}"/>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smtClean="0"/>
            </a:lvl1pPr>
          </a:lstStyle>
          <a:p>
            <a:pPr>
              <a:defRPr/>
            </a:pPr>
            <a:fld id="{FBC8F580-752C-4144-A7C0-D9E2449D0345}" type="datetimeFigureOut">
              <a:rPr lang="en-US"/>
              <a:pPr>
                <a:defRPr/>
              </a:pPr>
              <a:t>11/17/20</a:t>
            </a:fld>
            <a:endParaRPr lang="en-US"/>
          </a:p>
        </p:txBody>
      </p:sp>
      <p:sp>
        <p:nvSpPr>
          <p:cNvPr id="4" name="Slide Image Placeholder 3">
            <a:extLst>
              <a:ext uri="{FF2B5EF4-FFF2-40B4-BE49-F238E27FC236}">
                <a16:creationId xmlns:a16="http://schemas.microsoft.com/office/drawing/2014/main" id="{A7D2939F-3B94-A446-A0D1-0F801799541C}"/>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BEBF076F-1D3C-3E48-89BD-E060B7D92F14}"/>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6" name="Footer Placeholder 5">
            <a:extLst>
              <a:ext uri="{FF2B5EF4-FFF2-40B4-BE49-F238E27FC236}">
                <a16:creationId xmlns:a16="http://schemas.microsoft.com/office/drawing/2014/main" id="{6D919D35-AF4C-5F49-A32D-FABFE352C24C}"/>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a:extLst>
              <a:ext uri="{FF2B5EF4-FFF2-40B4-BE49-F238E27FC236}">
                <a16:creationId xmlns:a16="http://schemas.microsoft.com/office/drawing/2014/main" id="{BA505E62-A327-8F4A-96E5-02D47B34D858}"/>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smtClean="0"/>
            </a:lvl1pPr>
          </a:lstStyle>
          <a:p>
            <a:pPr>
              <a:defRPr/>
            </a:pPr>
            <a:fld id="{FEE6678C-B846-4645-BFC0-6717EC24A31D}"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FEE6678C-B846-4645-BFC0-6717EC24A31D}" type="slidenum">
              <a:rPr lang="en-US" smtClean="0"/>
              <a:pPr>
                <a:defRPr/>
              </a:pPr>
              <a:t>2</a:t>
            </a:fld>
            <a:endParaRPr lang="en-US"/>
          </a:p>
        </p:txBody>
      </p:sp>
    </p:spTree>
    <p:extLst>
      <p:ext uri="{BB962C8B-B14F-4D97-AF65-F5344CB8AC3E}">
        <p14:creationId xmlns:p14="http://schemas.microsoft.com/office/powerpoint/2010/main" val="16978663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FEE6678C-B846-4645-BFC0-6717EC24A31D}" type="slidenum">
              <a:rPr lang="en-US" smtClean="0"/>
              <a:pPr>
                <a:defRPr/>
              </a:pPr>
              <a:t>6</a:t>
            </a:fld>
            <a:endParaRPr lang="en-US"/>
          </a:p>
        </p:txBody>
      </p:sp>
    </p:spTree>
    <p:extLst>
      <p:ext uri="{BB962C8B-B14F-4D97-AF65-F5344CB8AC3E}">
        <p14:creationId xmlns:p14="http://schemas.microsoft.com/office/powerpoint/2010/main" val="27791141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FEE6678C-B846-4645-BFC0-6717EC24A31D}" type="slidenum">
              <a:rPr lang="en-US" smtClean="0"/>
              <a:pPr>
                <a:defRPr/>
              </a:pPr>
              <a:t>15</a:t>
            </a:fld>
            <a:endParaRPr lang="en-US"/>
          </a:p>
        </p:txBody>
      </p:sp>
    </p:spTree>
    <p:extLst>
      <p:ext uri="{BB962C8B-B14F-4D97-AF65-F5344CB8AC3E}">
        <p14:creationId xmlns:p14="http://schemas.microsoft.com/office/powerpoint/2010/main" val="21505421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FEE6678C-B846-4645-BFC0-6717EC24A31D}" type="slidenum">
              <a:rPr lang="en-US" smtClean="0"/>
              <a:pPr>
                <a:defRPr/>
              </a:pPr>
              <a:t>31</a:t>
            </a:fld>
            <a:endParaRPr lang="en-US"/>
          </a:p>
        </p:txBody>
      </p:sp>
    </p:spTree>
    <p:extLst>
      <p:ext uri="{BB962C8B-B14F-4D97-AF65-F5344CB8AC3E}">
        <p14:creationId xmlns:p14="http://schemas.microsoft.com/office/powerpoint/2010/main" val="29591786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FEE6678C-B846-4645-BFC0-6717EC24A31D}" type="slidenum">
              <a:rPr lang="en-US" smtClean="0"/>
              <a:pPr>
                <a:defRPr/>
              </a:pPr>
              <a:t>43</a:t>
            </a:fld>
            <a:endParaRPr lang="en-US"/>
          </a:p>
        </p:txBody>
      </p:sp>
    </p:spTree>
    <p:extLst>
      <p:ext uri="{BB962C8B-B14F-4D97-AF65-F5344CB8AC3E}">
        <p14:creationId xmlns:p14="http://schemas.microsoft.com/office/powerpoint/2010/main" val="26233257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CC985E5B-2C9E-405A-8604-905F514D2440}" type="slidenum">
              <a:rPr lang="en-US"/>
              <a:pPr/>
              <a:t>46</a:t>
            </a:fld>
            <a:endParaRPr lang="en-US"/>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p:spPr>
        <p:txBody>
          <a:bodyPr lIns="89950" tIns="44975" rIns="89950" bIns="44975"/>
          <a:lstStyle/>
          <a:p>
            <a:endParaRPr lang="en-US"/>
          </a:p>
        </p:txBody>
      </p:sp>
    </p:spTree>
    <p:extLst>
      <p:ext uri="{BB962C8B-B14F-4D97-AF65-F5344CB8AC3E}">
        <p14:creationId xmlns:p14="http://schemas.microsoft.com/office/powerpoint/2010/main" val="19650776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94211"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eaLnBrk="1" hangingPunct="1">
              <a:defRPr/>
            </a:pPr>
            <a:endParaRPr lang="en-US">
              <a:cs typeface="+mn-cs"/>
            </a:endParaRPr>
          </a:p>
        </p:txBody>
      </p:sp>
      <p:sp>
        <p:nvSpPr>
          <p:cNvPr id="94212" name="Slide Number Placeholder 3"/>
          <p:cNvSpPr>
            <a:spLocks noGrp="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defRPr/>
            </a:pPr>
            <a:fld id="{8D6A39CA-431F-D140-9D20-2A4CCC31BE63}" type="slidenum">
              <a:rPr lang="en-US" smtClean="0"/>
              <a:pPr eaLnBrk="1" hangingPunct="1">
                <a:defRPr/>
              </a:pPr>
              <a:t>47</a:t>
            </a:fld>
            <a:endParaRPr lang="en-US"/>
          </a:p>
        </p:txBody>
      </p:sp>
    </p:spTree>
    <p:extLst>
      <p:ext uri="{BB962C8B-B14F-4D97-AF65-F5344CB8AC3E}">
        <p14:creationId xmlns:p14="http://schemas.microsoft.com/office/powerpoint/2010/main" val="19665178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A275B774-2BEC-4F10-89DA-A53555965EB4}" type="slidenum">
              <a:rPr lang="en-US"/>
              <a:pPr/>
              <a:t>48</a:t>
            </a:fld>
            <a:endParaRPr lang="en-US"/>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p:spPr>
        <p:txBody>
          <a:bodyPr lIns="89950" tIns="44975" rIns="89950" bIns="44975"/>
          <a:lstStyle/>
          <a:p>
            <a:endParaRPr lang="en-US"/>
          </a:p>
        </p:txBody>
      </p:sp>
    </p:spTree>
    <p:extLst>
      <p:ext uri="{BB962C8B-B14F-4D97-AF65-F5344CB8AC3E}">
        <p14:creationId xmlns:p14="http://schemas.microsoft.com/office/powerpoint/2010/main" val="26845422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96259"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eaLnBrk="1" hangingPunct="1">
              <a:defRPr/>
            </a:pPr>
            <a:endParaRPr lang="en-US">
              <a:cs typeface="+mn-cs"/>
            </a:endParaRPr>
          </a:p>
        </p:txBody>
      </p:sp>
      <p:sp>
        <p:nvSpPr>
          <p:cNvPr id="96260" name="Slide Number Placeholder 3"/>
          <p:cNvSpPr>
            <a:spLocks noGrp="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defRPr/>
            </a:pPr>
            <a:fld id="{217ABA09-FC6D-EE49-B054-0C960EE816EF}" type="slidenum">
              <a:rPr lang="en-US" smtClean="0"/>
              <a:pPr eaLnBrk="1" hangingPunct="1">
                <a:defRPr/>
              </a:pPr>
              <a:t>49</a:t>
            </a:fld>
            <a:endParaRPr lang="en-US"/>
          </a:p>
        </p:txBody>
      </p:sp>
    </p:spTree>
    <p:extLst>
      <p:ext uri="{BB962C8B-B14F-4D97-AF65-F5344CB8AC3E}">
        <p14:creationId xmlns:p14="http://schemas.microsoft.com/office/powerpoint/2010/main" val="20531460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defRPr/>
            </a:pPr>
            <a:fld id="{8E69226B-3098-F541-A074-FE32E1D70461}" type="slidenum">
              <a:rPr lang="en-US" smtClean="0"/>
              <a:pPr eaLnBrk="1" hangingPunct="1">
                <a:defRPr/>
              </a:pPr>
              <a:t>50</a:t>
            </a:fld>
            <a:endParaRPr lang="en-US"/>
          </a:p>
        </p:txBody>
      </p:sp>
      <p:sp>
        <p:nvSpPr>
          <p:cNvPr id="8192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97284"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r>
              <a:rPr lang="en-US">
                <a:cs typeface="+mn-cs"/>
              </a:rPr>
              <a:t>The progression of creating data flow diagrams is:</a:t>
            </a:r>
          </a:p>
          <a:p>
            <a:pPr marL="628650" lvl="1" indent="-171450" eaLnBrk="1" hangingPunct="1">
              <a:buFontTx/>
              <a:buChar char="•"/>
              <a:defRPr/>
            </a:pPr>
            <a:r>
              <a:rPr lang="en-US"/>
              <a:t>Analyze the current system (current logical DFD).</a:t>
            </a:r>
          </a:p>
          <a:p>
            <a:pPr marL="628650" lvl="1" indent="-171450" eaLnBrk="1" hangingPunct="1">
              <a:buFontTx/>
              <a:buChar char="•"/>
              <a:defRPr/>
            </a:pPr>
            <a:r>
              <a:rPr lang="en-US"/>
              <a:t>Add features the new system should include (the proposed logical DFD).</a:t>
            </a:r>
          </a:p>
          <a:p>
            <a:pPr marL="628650" lvl="1" indent="-171450" eaLnBrk="1" hangingPunct="1">
              <a:buFontTx/>
              <a:buChar char="•"/>
              <a:defRPr/>
            </a:pPr>
            <a:r>
              <a:rPr lang="en-US"/>
              <a:t>Finally the best methods for implementing the new system should be developed (the physical DFD).</a:t>
            </a:r>
          </a:p>
          <a:p>
            <a:pPr eaLnBrk="1" hangingPunct="1">
              <a:defRPr/>
            </a:pPr>
            <a:endParaRPr lang="en-US">
              <a:cs typeface="+mn-cs"/>
            </a:endParaRPr>
          </a:p>
        </p:txBody>
      </p:sp>
    </p:spTree>
    <p:extLst>
      <p:ext uri="{BB962C8B-B14F-4D97-AF65-F5344CB8AC3E}">
        <p14:creationId xmlns:p14="http://schemas.microsoft.com/office/powerpoint/2010/main" val="1209567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98307"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eaLnBrk="1" hangingPunct="1">
              <a:defRPr/>
            </a:pPr>
            <a:endParaRPr lang="en-US">
              <a:cs typeface="+mn-cs"/>
            </a:endParaRPr>
          </a:p>
        </p:txBody>
      </p:sp>
      <p:sp>
        <p:nvSpPr>
          <p:cNvPr id="98308" name="Slide Number Placeholder 3"/>
          <p:cNvSpPr>
            <a:spLocks noGrp="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defRPr/>
            </a:pPr>
            <a:fld id="{D41AC5BB-D756-3142-9941-595D98E5CC44}" type="slidenum">
              <a:rPr lang="en-US" smtClean="0"/>
              <a:pPr eaLnBrk="1" hangingPunct="1">
                <a:defRPr/>
              </a:pPr>
              <a:t>51</a:t>
            </a:fld>
            <a:endParaRPr lang="en-US"/>
          </a:p>
        </p:txBody>
      </p:sp>
    </p:spTree>
    <p:extLst>
      <p:ext uri="{BB962C8B-B14F-4D97-AF65-F5344CB8AC3E}">
        <p14:creationId xmlns:p14="http://schemas.microsoft.com/office/powerpoint/2010/main" val="42723473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99331"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eaLnBrk="1" hangingPunct="1">
              <a:defRPr/>
            </a:pPr>
            <a:endParaRPr lang="en-US" dirty="0">
              <a:cs typeface="+mn-cs"/>
            </a:endParaRPr>
          </a:p>
        </p:txBody>
      </p:sp>
      <p:sp>
        <p:nvSpPr>
          <p:cNvPr id="99332" name="Slide Number Placeholder 3"/>
          <p:cNvSpPr>
            <a:spLocks noGrp="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defRPr/>
            </a:pPr>
            <a:fld id="{92B019B7-DAD7-2A43-A19A-6F361868F733}" type="slidenum">
              <a:rPr lang="en-US" smtClean="0"/>
              <a:pPr eaLnBrk="1" hangingPunct="1">
                <a:defRPr/>
              </a:pPr>
              <a:t>52</a:t>
            </a:fld>
            <a:endParaRPr lang="en-US"/>
          </a:p>
        </p:txBody>
      </p:sp>
    </p:spTree>
    <p:extLst>
      <p:ext uri="{BB962C8B-B14F-4D97-AF65-F5344CB8AC3E}">
        <p14:creationId xmlns:p14="http://schemas.microsoft.com/office/powerpoint/2010/main" val="32908480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99331"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eaLnBrk="1" hangingPunct="1">
              <a:defRPr/>
            </a:pPr>
            <a:endParaRPr lang="en-US" dirty="0">
              <a:cs typeface="+mn-cs"/>
            </a:endParaRPr>
          </a:p>
        </p:txBody>
      </p:sp>
      <p:sp>
        <p:nvSpPr>
          <p:cNvPr id="99332" name="Slide Number Placeholder 3"/>
          <p:cNvSpPr>
            <a:spLocks noGrp="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defRPr/>
            </a:pPr>
            <a:fld id="{92B019B7-DAD7-2A43-A19A-6F361868F733}" type="slidenum">
              <a:rPr lang="en-US" smtClean="0"/>
              <a:pPr eaLnBrk="1" hangingPunct="1">
                <a:defRPr/>
              </a:pPr>
              <a:t>53</a:t>
            </a:fld>
            <a:endParaRPr lang="en-US"/>
          </a:p>
        </p:txBody>
      </p:sp>
    </p:spTree>
    <p:extLst>
      <p:ext uri="{BB962C8B-B14F-4D97-AF65-F5344CB8AC3E}">
        <p14:creationId xmlns:p14="http://schemas.microsoft.com/office/powerpoint/2010/main" val="20117104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defRPr/>
            </a:pPr>
            <a:fld id="{2D58D078-FBAD-894E-A55A-886D3E4D9DA3}" type="slidenum">
              <a:rPr lang="en-US" smtClean="0"/>
              <a:pPr eaLnBrk="1" hangingPunct="1">
                <a:defRPr/>
              </a:pPr>
              <a:t>54</a:t>
            </a:fld>
            <a:endParaRPr lang="en-US"/>
          </a:p>
        </p:txBody>
      </p:sp>
      <p:sp>
        <p:nvSpPr>
          <p:cNvPr id="8806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00356"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r>
              <a:rPr lang="en-US" dirty="0">
                <a:cs typeface="+mn-cs"/>
              </a:rPr>
              <a:t>Better communication with users—centered on business activities.</a:t>
            </a:r>
          </a:p>
          <a:p>
            <a:pPr eaLnBrk="1" hangingPunct="1">
              <a:defRPr/>
            </a:pPr>
            <a:endParaRPr lang="en-US" dirty="0">
              <a:cs typeface="+mn-cs"/>
            </a:endParaRPr>
          </a:p>
          <a:p>
            <a:pPr eaLnBrk="1" hangingPunct="1">
              <a:defRPr/>
            </a:pPr>
            <a:r>
              <a:rPr lang="en-US" dirty="0">
                <a:cs typeface="+mn-cs"/>
              </a:rPr>
              <a:t>More stable systems—based on business events and not on a particular technology or method of implementation.</a:t>
            </a:r>
          </a:p>
        </p:txBody>
      </p:sp>
    </p:spTree>
    <p:extLst>
      <p:ext uri="{BB962C8B-B14F-4D97-AF65-F5344CB8AC3E}">
        <p14:creationId xmlns:p14="http://schemas.microsoft.com/office/powerpoint/2010/main" val="6943305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defRPr/>
            </a:pPr>
            <a:fld id="{A8B99AD6-8A17-4F42-80D9-6DE319CA1A13}" type="slidenum">
              <a:rPr lang="en-US" smtClean="0"/>
              <a:pPr eaLnBrk="1" hangingPunct="1">
                <a:defRPr/>
              </a:pPr>
              <a:t>55</a:t>
            </a:fld>
            <a:endParaRPr lang="en-US"/>
          </a:p>
        </p:txBody>
      </p:sp>
      <p:sp>
        <p:nvSpPr>
          <p:cNvPr id="9216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02404"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r>
              <a:rPr lang="en-US" dirty="0">
                <a:cs typeface="+mn-cs"/>
              </a:rPr>
              <a:t>Physical data flow diagrams are often more complex than logical data flow diagrams simply because of the many data stores present in the system.</a:t>
            </a:r>
          </a:p>
          <a:p>
            <a:pPr eaLnBrk="1" hangingPunct="1">
              <a:defRPr/>
            </a:pPr>
            <a:endParaRPr lang="en-US" dirty="0">
              <a:cs typeface="+mn-cs"/>
            </a:endParaRPr>
          </a:p>
          <a:p>
            <a:pPr eaLnBrk="1" hangingPunct="1">
              <a:defRPr/>
            </a:pPr>
            <a:r>
              <a:rPr lang="en-US" dirty="0">
                <a:cs typeface="+mn-cs"/>
              </a:rPr>
              <a:t>The acronym CRUD is used for Create, Read, Update, and Delete.</a:t>
            </a:r>
          </a:p>
          <a:p>
            <a:pPr eaLnBrk="1" hangingPunct="1">
              <a:defRPr/>
            </a:pPr>
            <a:endParaRPr lang="en-US" dirty="0">
              <a:cs typeface="+mn-cs"/>
            </a:endParaRPr>
          </a:p>
          <a:p>
            <a:pPr eaLnBrk="1" hangingPunct="1">
              <a:defRPr/>
            </a:pPr>
            <a:r>
              <a:rPr lang="en-US" dirty="0">
                <a:cs typeface="+mn-cs"/>
              </a:rPr>
              <a:t>A CRUD matrix shows which programs or processes add, read, update, or delete master file records.</a:t>
            </a:r>
          </a:p>
          <a:p>
            <a:pPr eaLnBrk="1" hangingPunct="1">
              <a:defRPr/>
            </a:pPr>
            <a:endParaRPr lang="en-US" dirty="0">
              <a:cs typeface="+mn-cs"/>
            </a:endParaRPr>
          </a:p>
          <a:p>
            <a:pPr eaLnBrk="1" hangingPunct="1">
              <a:defRPr/>
            </a:pPr>
            <a:r>
              <a:rPr lang="en-US" dirty="0">
                <a:cs typeface="+mn-cs"/>
              </a:rPr>
              <a:t>Intermediate data stores—consist of transaction files used to store data between processes.</a:t>
            </a:r>
          </a:p>
          <a:p>
            <a:pPr eaLnBrk="1" hangingPunct="1">
              <a:defRPr/>
            </a:pPr>
            <a:endParaRPr lang="en-US" dirty="0">
              <a:cs typeface="+mn-cs"/>
            </a:endParaRPr>
          </a:p>
          <a:p>
            <a:pPr eaLnBrk="1" hangingPunct="1">
              <a:defRPr/>
            </a:pPr>
            <a:r>
              <a:rPr lang="en-US" dirty="0">
                <a:cs typeface="+mn-cs"/>
              </a:rPr>
              <a:t>A physical data flow diagram may appear more linear that a logical model.</a:t>
            </a:r>
          </a:p>
          <a:p>
            <a:pPr eaLnBrk="1" hangingPunct="1">
              <a:defRPr/>
            </a:pPr>
            <a:endParaRPr lang="en-US" dirty="0">
              <a:cs typeface="+mn-cs"/>
            </a:endParaRPr>
          </a:p>
        </p:txBody>
      </p:sp>
    </p:spTree>
    <p:extLst>
      <p:ext uri="{BB962C8B-B14F-4D97-AF65-F5344CB8AC3E}">
        <p14:creationId xmlns:p14="http://schemas.microsoft.com/office/powerpoint/2010/main" val="7113657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F1B0B8AD-0DE6-4075-8FC6-FD226882ECC7}" type="slidenum">
              <a:rPr lang="en-US"/>
              <a:pPr/>
              <a:t>56</a:t>
            </a:fld>
            <a:endParaRPr lang="en-US"/>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lIns="89950" tIns="44975" rIns="89950" bIns="44975"/>
          <a:lstStyle/>
          <a:p>
            <a:endParaRPr lang="en-US"/>
          </a:p>
        </p:txBody>
      </p:sp>
    </p:spTree>
    <p:extLst>
      <p:ext uri="{BB962C8B-B14F-4D97-AF65-F5344CB8AC3E}">
        <p14:creationId xmlns:p14="http://schemas.microsoft.com/office/powerpoint/2010/main" val="12143942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FEE6678C-B846-4645-BFC0-6717EC24A31D}" type="slidenum">
              <a:rPr lang="en-US" smtClean="0"/>
              <a:pPr>
                <a:defRPr/>
              </a:pPr>
              <a:t>58</a:t>
            </a:fld>
            <a:endParaRPr lang="en-US"/>
          </a:p>
        </p:txBody>
      </p:sp>
    </p:spTree>
    <p:extLst>
      <p:ext uri="{BB962C8B-B14F-4D97-AF65-F5344CB8AC3E}">
        <p14:creationId xmlns:p14="http://schemas.microsoft.com/office/powerpoint/2010/main" val="4361497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03427"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eaLnBrk="1" hangingPunct="1">
              <a:defRPr/>
            </a:pPr>
            <a:endParaRPr lang="en-US">
              <a:cs typeface="+mn-cs"/>
            </a:endParaRPr>
          </a:p>
        </p:txBody>
      </p:sp>
      <p:sp>
        <p:nvSpPr>
          <p:cNvPr id="103428" name="Slide Number Placeholder 3"/>
          <p:cNvSpPr>
            <a:spLocks noGrp="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defRPr/>
            </a:pPr>
            <a:fld id="{F7BB8AC7-6945-FC4E-BE0A-74805A3A0602}" type="slidenum">
              <a:rPr lang="en-US" smtClean="0"/>
              <a:pPr eaLnBrk="1" hangingPunct="1">
                <a:defRPr/>
              </a:pPr>
              <a:t>60</a:t>
            </a:fld>
            <a:endParaRPr lang="en-US"/>
          </a:p>
        </p:txBody>
      </p:sp>
    </p:spTree>
    <p:extLst>
      <p:ext uri="{BB962C8B-B14F-4D97-AF65-F5344CB8AC3E}">
        <p14:creationId xmlns:p14="http://schemas.microsoft.com/office/powerpoint/2010/main" val="8563994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04451"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eaLnBrk="1" hangingPunct="1">
              <a:defRPr/>
            </a:pPr>
            <a:endParaRPr lang="en-US">
              <a:cs typeface="+mn-cs"/>
            </a:endParaRPr>
          </a:p>
        </p:txBody>
      </p:sp>
      <p:sp>
        <p:nvSpPr>
          <p:cNvPr id="104452" name="Slide Number Placeholder 3"/>
          <p:cNvSpPr>
            <a:spLocks noGrp="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defRPr/>
            </a:pPr>
            <a:fld id="{2750E786-A67F-974E-B945-0B99F7BA7E2A}" type="slidenum">
              <a:rPr lang="en-US" smtClean="0"/>
              <a:pPr eaLnBrk="1" hangingPunct="1">
                <a:defRPr/>
              </a:pPr>
              <a:t>61</a:t>
            </a:fld>
            <a:endParaRPr lang="en-US"/>
          </a:p>
        </p:txBody>
      </p:sp>
    </p:spTree>
    <p:extLst>
      <p:ext uri="{BB962C8B-B14F-4D97-AF65-F5344CB8AC3E}">
        <p14:creationId xmlns:p14="http://schemas.microsoft.com/office/powerpoint/2010/main" val="22485501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defRPr/>
            </a:pPr>
            <a:fld id="{28E45488-1EC2-8843-B3D2-560705DAB28E}" type="slidenum">
              <a:rPr lang="en-US" smtClean="0"/>
              <a:pPr eaLnBrk="1" hangingPunct="1">
                <a:defRPr/>
              </a:pPr>
              <a:t>62</a:t>
            </a:fld>
            <a:endParaRPr lang="en-US"/>
          </a:p>
        </p:txBody>
      </p:sp>
      <p:sp>
        <p:nvSpPr>
          <p:cNvPr id="108546"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05476"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r>
              <a:rPr lang="en-US">
                <a:cs typeface="+mn-cs"/>
              </a:rPr>
              <a:t>Triggers start activities or processes, which in turn use data or produce output.</a:t>
            </a:r>
          </a:p>
        </p:txBody>
      </p:sp>
    </p:spTree>
    <p:extLst>
      <p:ext uri="{BB962C8B-B14F-4D97-AF65-F5344CB8AC3E}">
        <p14:creationId xmlns:p14="http://schemas.microsoft.com/office/powerpoint/2010/main" val="30823412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06499"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eaLnBrk="1" hangingPunct="1">
              <a:defRPr/>
            </a:pPr>
            <a:endParaRPr lang="en-US">
              <a:cs typeface="+mn-cs"/>
            </a:endParaRPr>
          </a:p>
        </p:txBody>
      </p:sp>
      <p:sp>
        <p:nvSpPr>
          <p:cNvPr id="106500" name="Slide Number Placeholder 3"/>
          <p:cNvSpPr>
            <a:spLocks noGrp="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defRPr/>
            </a:pPr>
            <a:fld id="{222743ED-A275-3941-B6D1-57D7E6DCCD7C}" type="slidenum">
              <a:rPr lang="en-US" smtClean="0"/>
              <a:pPr eaLnBrk="1" hangingPunct="1">
                <a:defRPr/>
              </a:pPr>
              <a:t>63</a:t>
            </a:fld>
            <a:endParaRPr lang="en-US"/>
          </a:p>
        </p:txBody>
      </p:sp>
    </p:spTree>
    <p:extLst>
      <p:ext uri="{BB962C8B-B14F-4D97-AF65-F5344CB8AC3E}">
        <p14:creationId xmlns:p14="http://schemas.microsoft.com/office/powerpoint/2010/main" val="21090857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07523" name="Notes Placeholder 2"/>
          <p:cNvSpPr>
            <a:spLocks noGrp="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eaLnBrk="1" hangingPunct="1">
              <a:defRPr/>
            </a:pPr>
            <a:endParaRPr lang="en-US">
              <a:cs typeface="+mn-cs"/>
            </a:endParaRPr>
          </a:p>
        </p:txBody>
      </p:sp>
      <p:sp>
        <p:nvSpPr>
          <p:cNvPr id="107524" name="Slide Number Placeholder 3"/>
          <p:cNvSpPr>
            <a:spLocks noGrp="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defRPr/>
            </a:pPr>
            <a:fld id="{DDB4325B-5218-0847-B52C-19831CC9F4AC}" type="slidenum">
              <a:rPr lang="en-US" smtClean="0"/>
              <a:pPr eaLnBrk="1" hangingPunct="1">
                <a:defRPr/>
              </a:pPr>
              <a:t>64</a:t>
            </a:fld>
            <a:endParaRPr lang="en-US"/>
          </a:p>
        </p:txBody>
      </p:sp>
    </p:spTree>
    <p:extLst>
      <p:ext uri="{BB962C8B-B14F-4D97-AF65-F5344CB8AC3E}">
        <p14:creationId xmlns:p14="http://schemas.microsoft.com/office/powerpoint/2010/main" val="7225916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defRPr/>
            </a:pPr>
            <a:fld id="{516C5498-1EF7-F042-A0FE-BC8EEC5E87A2}" type="slidenum">
              <a:rPr lang="en-US" smtClean="0"/>
              <a:pPr eaLnBrk="1" hangingPunct="1">
                <a:defRPr/>
              </a:pPr>
              <a:t>65</a:t>
            </a:fld>
            <a:endParaRPr lang="en-US"/>
          </a:p>
        </p:txBody>
      </p:sp>
      <p:sp>
        <p:nvSpPr>
          <p:cNvPr id="11469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08548"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228600" indent="-228600" eaLnBrk="1" hangingPunct="1">
              <a:buFontTx/>
              <a:buAutoNum type="arabicPeriod"/>
              <a:defRPr/>
            </a:pPr>
            <a:r>
              <a:rPr lang="en-US">
                <a:cs typeface="+mn-cs"/>
              </a:rPr>
              <a:t>A dataflow diagram fragment is represented by one row in the table.</a:t>
            </a:r>
          </a:p>
          <a:p>
            <a:pPr marL="228600" indent="-228600" eaLnBrk="1" hangingPunct="1">
              <a:buFontTx/>
              <a:buAutoNum type="arabicPeriod"/>
              <a:defRPr/>
            </a:pPr>
            <a:r>
              <a:rPr lang="en-US">
                <a:cs typeface="+mn-cs"/>
              </a:rPr>
              <a:t>Each DFD fragment is a single process on a data flow diagram.</a:t>
            </a:r>
          </a:p>
          <a:p>
            <a:pPr marL="228600" indent="-228600" eaLnBrk="1" hangingPunct="1">
              <a:buFontTx/>
              <a:buAutoNum type="arabicPeriod"/>
              <a:defRPr/>
            </a:pPr>
            <a:r>
              <a:rPr lang="en-US">
                <a:cs typeface="+mn-cs"/>
              </a:rPr>
              <a:t>All the fragments are then combined to form Diagram 0.</a:t>
            </a:r>
          </a:p>
          <a:p>
            <a:pPr marL="228600" indent="-228600" eaLnBrk="1" hangingPunct="1">
              <a:buFontTx/>
              <a:buAutoNum type="arabicPeriod"/>
              <a:defRPr/>
            </a:pPr>
            <a:r>
              <a:rPr lang="en-US">
                <a:cs typeface="+mn-cs"/>
              </a:rPr>
              <a:t>The trigger and response column becomes the input and output data flows.</a:t>
            </a:r>
          </a:p>
          <a:p>
            <a:pPr marL="228600" indent="-228600" eaLnBrk="1" hangingPunct="1">
              <a:buFontTx/>
              <a:buAutoNum type="arabicPeriod"/>
              <a:defRPr/>
            </a:pPr>
            <a:r>
              <a:rPr lang="en-US">
                <a:cs typeface="+mn-cs"/>
              </a:rPr>
              <a:t>The activity becomes the process.</a:t>
            </a:r>
          </a:p>
          <a:p>
            <a:pPr marL="228600" indent="-228600" eaLnBrk="1" hangingPunct="1">
              <a:buFontTx/>
              <a:buAutoNum type="arabicPeriod"/>
              <a:defRPr/>
            </a:pPr>
            <a:r>
              <a:rPr lang="en-US">
                <a:cs typeface="+mn-cs"/>
              </a:rPr>
              <a:t>The data stores are determined by examining the input and output data flows.</a:t>
            </a:r>
          </a:p>
          <a:p>
            <a:pPr marL="228600" indent="-228600" eaLnBrk="1" hangingPunct="1">
              <a:buFontTx/>
              <a:buAutoNum type="arabicPeriod"/>
              <a:defRPr/>
            </a:pPr>
            <a:endParaRPr lang="en-US">
              <a:cs typeface="+mn-cs"/>
            </a:endParaRPr>
          </a:p>
          <a:p>
            <a:pPr marL="228600" indent="-228600" eaLnBrk="1" hangingPunct="1">
              <a:defRPr/>
            </a:pPr>
            <a:r>
              <a:rPr lang="en-US">
                <a:cs typeface="+mn-cs"/>
              </a:rPr>
              <a:t>	The advantage of building data flow diagrams based on events is that the users are familiar with the events that take place in their business area and know how the events drive other activities.</a:t>
            </a:r>
          </a:p>
        </p:txBody>
      </p:sp>
    </p:spTree>
    <p:extLst>
      <p:ext uri="{BB962C8B-B14F-4D97-AF65-F5344CB8AC3E}">
        <p14:creationId xmlns:p14="http://schemas.microsoft.com/office/powerpoint/2010/main" val="42048574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defRPr/>
            </a:pPr>
            <a:fld id="{516C5498-1EF7-F042-A0FE-BC8EEC5E87A2}" type="slidenum">
              <a:rPr lang="en-US" smtClean="0"/>
              <a:pPr eaLnBrk="1" hangingPunct="1">
                <a:defRPr/>
              </a:pPr>
              <a:t>66</a:t>
            </a:fld>
            <a:endParaRPr lang="en-US"/>
          </a:p>
        </p:txBody>
      </p:sp>
      <p:sp>
        <p:nvSpPr>
          <p:cNvPr id="114690"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08548"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228600" indent="-228600" eaLnBrk="1" hangingPunct="1">
              <a:buFontTx/>
              <a:buAutoNum type="arabicPeriod"/>
              <a:defRPr/>
            </a:pPr>
            <a:r>
              <a:rPr lang="en-US">
                <a:cs typeface="+mn-cs"/>
              </a:rPr>
              <a:t>A dataflow diagram fragment is represented by one row in the table.</a:t>
            </a:r>
          </a:p>
          <a:p>
            <a:pPr marL="228600" indent="-228600" eaLnBrk="1" hangingPunct="1">
              <a:buFontTx/>
              <a:buAutoNum type="arabicPeriod"/>
              <a:defRPr/>
            </a:pPr>
            <a:r>
              <a:rPr lang="en-US">
                <a:cs typeface="+mn-cs"/>
              </a:rPr>
              <a:t>Each DFD fragment is a single process on a data flow diagram.</a:t>
            </a:r>
          </a:p>
          <a:p>
            <a:pPr marL="228600" indent="-228600" eaLnBrk="1" hangingPunct="1">
              <a:buFontTx/>
              <a:buAutoNum type="arabicPeriod"/>
              <a:defRPr/>
            </a:pPr>
            <a:r>
              <a:rPr lang="en-US">
                <a:cs typeface="+mn-cs"/>
              </a:rPr>
              <a:t>All the fragments are then combined to form Diagram 0.</a:t>
            </a:r>
          </a:p>
          <a:p>
            <a:pPr marL="228600" indent="-228600" eaLnBrk="1" hangingPunct="1">
              <a:buFontTx/>
              <a:buAutoNum type="arabicPeriod"/>
              <a:defRPr/>
            </a:pPr>
            <a:r>
              <a:rPr lang="en-US">
                <a:cs typeface="+mn-cs"/>
              </a:rPr>
              <a:t>The trigger and response column becomes the input and output data flows.</a:t>
            </a:r>
          </a:p>
          <a:p>
            <a:pPr marL="228600" indent="-228600" eaLnBrk="1" hangingPunct="1">
              <a:buFontTx/>
              <a:buAutoNum type="arabicPeriod"/>
              <a:defRPr/>
            </a:pPr>
            <a:r>
              <a:rPr lang="en-US">
                <a:cs typeface="+mn-cs"/>
              </a:rPr>
              <a:t>The activity becomes the process.</a:t>
            </a:r>
          </a:p>
          <a:p>
            <a:pPr marL="228600" indent="-228600" eaLnBrk="1" hangingPunct="1">
              <a:buFontTx/>
              <a:buAutoNum type="arabicPeriod"/>
              <a:defRPr/>
            </a:pPr>
            <a:r>
              <a:rPr lang="en-US">
                <a:cs typeface="+mn-cs"/>
              </a:rPr>
              <a:t>The data stores are determined by examining the input and output data flows.</a:t>
            </a:r>
          </a:p>
          <a:p>
            <a:pPr marL="228600" indent="-228600" eaLnBrk="1" hangingPunct="1">
              <a:buFontTx/>
              <a:buAutoNum type="arabicPeriod"/>
              <a:defRPr/>
            </a:pPr>
            <a:endParaRPr lang="en-US">
              <a:cs typeface="+mn-cs"/>
            </a:endParaRPr>
          </a:p>
          <a:p>
            <a:pPr marL="228600" indent="-228600" eaLnBrk="1" hangingPunct="1">
              <a:defRPr/>
            </a:pPr>
            <a:r>
              <a:rPr lang="en-US">
                <a:cs typeface="+mn-cs"/>
              </a:rPr>
              <a:t>	The advantage of building data flow diagrams based on events is that the users are familiar with the events that take place in their business area and know how the events drive other activities.</a:t>
            </a:r>
          </a:p>
        </p:txBody>
      </p:sp>
    </p:spTree>
    <p:extLst>
      <p:ext uri="{BB962C8B-B14F-4D97-AF65-F5344CB8AC3E}">
        <p14:creationId xmlns:p14="http://schemas.microsoft.com/office/powerpoint/2010/main" val="5243554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FEE6678C-B846-4645-BFC0-6717EC24A31D}" type="slidenum">
              <a:rPr lang="en-US" smtClean="0"/>
              <a:pPr>
                <a:defRPr/>
              </a:pPr>
              <a:t>68</a:t>
            </a:fld>
            <a:endParaRPr lang="en-US"/>
          </a:p>
        </p:txBody>
      </p:sp>
    </p:spTree>
    <p:extLst>
      <p:ext uri="{BB962C8B-B14F-4D97-AF65-F5344CB8AC3E}">
        <p14:creationId xmlns:p14="http://schemas.microsoft.com/office/powerpoint/2010/main" val="38879236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lvl1pPr eaLnBrk="0" hangingPunct="0">
              <a:defRPr>
                <a:solidFill>
                  <a:schemeClr val="tx1"/>
                </a:solidFill>
                <a:latin typeface="Arial" charset="0"/>
                <a:ea typeface="ＭＳ Ｐゴシック" charset="0"/>
                <a:cs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defRPr/>
            </a:pPr>
            <a:fld id="{3CE957EC-2703-2349-9A45-9C6010C52331}" type="slidenum">
              <a:rPr lang="en-US" smtClean="0"/>
              <a:pPr eaLnBrk="1" hangingPunct="1">
                <a:defRPr/>
              </a:pPr>
              <a:t>71</a:t>
            </a:fld>
            <a:endParaRPr lang="en-US"/>
          </a:p>
        </p:txBody>
      </p:sp>
      <p:sp>
        <p:nvSpPr>
          <p:cNvPr id="95234"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10596" name="Rectangle 3"/>
          <p:cNvSpPr>
            <a:spLocks noGrp="1" noChangeArrowheads="1"/>
          </p:cNvSpPr>
          <p:nvPr>
            <p:ph type="body" idx="1"/>
          </p:nvPr>
        </p:nvSpPr>
        <p:spPr>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r>
              <a:rPr lang="en-US">
                <a:cs typeface="+mn-cs"/>
              </a:rPr>
              <a:t>Analyze each process to determine whether it should be a manual or automated procedure.</a:t>
            </a:r>
          </a:p>
          <a:p>
            <a:pPr eaLnBrk="1" hangingPunct="1">
              <a:defRPr/>
            </a:pPr>
            <a:endParaRPr lang="en-US">
              <a:cs typeface="+mn-cs"/>
            </a:endParaRPr>
          </a:p>
          <a:p>
            <a:pPr eaLnBrk="1" hangingPunct="1">
              <a:defRPr/>
            </a:pPr>
            <a:r>
              <a:rPr lang="en-US">
                <a:cs typeface="+mn-cs"/>
              </a:rPr>
              <a:t>Group automated procedures into a series of computer programs.</a:t>
            </a:r>
          </a:p>
        </p:txBody>
      </p:sp>
    </p:spTree>
    <p:extLst>
      <p:ext uri="{BB962C8B-B14F-4D97-AF65-F5344CB8AC3E}">
        <p14:creationId xmlns:p14="http://schemas.microsoft.com/office/powerpoint/2010/main" val="26283106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99330"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atin typeface="Calibri" charset="0"/>
              </a:rPr>
              <a:t>Grouping processes 1 and 2 because it would make sense to add new customers at the same time their first order was placed. </a:t>
            </a:r>
          </a:p>
          <a:p>
            <a:r>
              <a:rPr lang="en-US">
                <a:latin typeface="Calibri" charset="0"/>
              </a:rPr>
              <a:t>Grouping processes processes 3 and 4 in two separate partitions because these must be done at different times from each other and thus cannot be grouped into a single program.</a:t>
            </a:r>
          </a:p>
          <a:p>
            <a:endParaRPr lang="en-US">
              <a:latin typeface="Calibri" charset="0"/>
            </a:endParaRPr>
          </a:p>
        </p:txBody>
      </p:sp>
      <p:sp>
        <p:nvSpPr>
          <p:cNvPr id="99331"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Calibri" charset="0"/>
                <a:ea typeface="ＭＳ Ｐゴシック" charset="0"/>
                <a:cs typeface="ＭＳ Ｐゴシック" charset="0"/>
              </a:defRPr>
            </a:lvl1pPr>
            <a:lvl2pPr marL="742950" indent="-285750" eaLnBrk="0" hangingPunct="0">
              <a:defRPr sz="2400">
                <a:solidFill>
                  <a:schemeClr val="tx1"/>
                </a:solidFill>
                <a:latin typeface="Calibri" charset="0"/>
                <a:ea typeface="ＭＳ Ｐゴシック" charset="0"/>
              </a:defRPr>
            </a:lvl2pPr>
            <a:lvl3pPr marL="1143000" indent="-228600" eaLnBrk="0" hangingPunct="0">
              <a:defRPr sz="2400">
                <a:solidFill>
                  <a:schemeClr val="tx1"/>
                </a:solidFill>
                <a:latin typeface="Calibri" charset="0"/>
                <a:ea typeface="ＭＳ Ｐゴシック" charset="0"/>
              </a:defRPr>
            </a:lvl3pPr>
            <a:lvl4pPr marL="1600200" indent="-228600" eaLnBrk="0" hangingPunct="0">
              <a:defRPr sz="2400">
                <a:solidFill>
                  <a:schemeClr val="tx1"/>
                </a:solidFill>
                <a:latin typeface="Calibri" charset="0"/>
                <a:ea typeface="ＭＳ Ｐゴシック" charset="0"/>
              </a:defRPr>
            </a:lvl4pPr>
            <a:lvl5pPr marL="2057400" indent="-228600" eaLnBrk="0" hangingPunct="0">
              <a:defRPr sz="2400">
                <a:solidFill>
                  <a:schemeClr val="tx1"/>
                </a:solidFill>
                <a:latin typeface="Calibri" charset="0"/>
                <a:ea typeface="ＭＳ Ｐゴシック" charset="0"/>
              </a:defRPr>
            </a:lvl5pPr>
            <a:lvl6pPr marL="2514600" indent="-228600" eaLnBrk="0" fontAlgn="base" hangingPunct="0">
              <a:spcBef>
                <a:spcPct val="0"/>
              </a:spcBef>
              <a:spcAft>
                <a:spcPct val="0"/>
              </a:spcAft>
              <a:defRPr sz="2400">
                <a:solidFill>
                  <a:schemeClr val="tx1"/>
                </a:solidFill>
                <a:latin typeface="Calibri" charset="0"/>
                <a:ea typeface="ＭＳ Ｐゴシック" charset="0"/>
              </a:defRPr>
            </a:lvl6pPr>
            <a:lvl7pPr marL="2971800" indent="-228600" eaLnBrk="0" fontAlgn="base" hangingPunct="0">
              <a:spcBef>
                <a:spcPct val="0"/>
              </a:spcBef>
              <a:spcAft>
                <a:spcPct val="0"/>
              </a:spcAft>
              <a:defRPr sz="2400">
                <a:solidFill>
                  <a:schemeClr val="tx1"/>
                </a:solidFill>
                <a:latin typeface="Calibri" charset="0"/>
                <a:ea typeface="ＭＳ Ｐゴシック" charset="0"/>
              </a:defRPr>
            </a:lvl7pPr>
            <a:lvl8pPr marL="3429000" indent="-228600" eaLnBrk="0" fontAlgn="base" hangingPunct="0">
              <a:spcBef>
                <a:spcPct val="0"/>
              </a:spcBef>
              <a:spcAft>
                <a:spcPct val="0"/>
              </a:spcAft>
              <a:defRPr sz="2400">
                <a:solidFill>
                  <a:schemeClr val="tx1"/>
                </a:solidFill>
                <a:latin typeface="Calibri" charset="0"/>
                <a:ea typeface="ＭＳ Ｐゴシック" charset="0"/>
              </a:defRPr>
            </a:lvl8pPr>
            <a:lvl9pPr marL="3886200" indent="-228600" eaLnBrk="0" fontAlgn="base" hangingPunct="0">
              <a:spcBef>
                <a:spcPct val="0"/>
              </a:spcBef>
              <a:spcAft>
                <a:spcPct val="0"/>
              </a:spcAft>
              <a:defRPr sz="2400">
                <a:solidFill>
                  <a:schemeClr val="tx1"/>
                </a:solidFill>
                <a:latin typeface="Calibri" charset="0"/>
                <a:ea typeface="ＭＳ Ｐゴシック" charset="0"/>
              </a:defRPr>
            </a:lvl9pPr>
          </a:lstStyle>
          <a:p>
            <a:pPr eaLnBrk="1" hangingPunct="1"/>
            <a:fld id="{DF4B5601-B7E0-484A-8602-35E1EA62FF1D}" type="slidenum">
              <a:rPr lang="en-US" sz="1200">
                <a:cs typeface="Arial" charset="0"/>
              </a:rPr>
              <a:pPr eaLnBrk="1" hangingPunct="1"/>
              <a:t>72</a:t>
            </a:fld>
            <a:endParaRPr lang="en-US" sz="1200">
              <a:cs typeface="Arial" charset="0"/>
            </a:endParaRPr>
          </a:p>
        </p:txBody>
      </p:sp>
    </p:spTree>
    <p:extLst>
      <p:ext uri="{BB962C8B-B14F-4D97-AF65-F5344CB8AC3E}">
        <p14:creationId xmlns:p14="http://schemas.microsoft.com/office/powerpoint/2010/main" val="4232929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165B3BBF-3D19-4ED9-A341-FB6D2C45F351}" type="slidenum">
              <a:rPr lang="en-US"/>
              <a:pPr/>
              <a:t>73</a:t>
            </a:fld>
            <a:endParaRPr lang="en-US"/>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lIns="89950" tIns="44975" rIns="89950" bIns="44975"/>
          <a:lstStyle/>
          <a:p>
            <a:endParaRPr lang="en-US"/>
          </a:p>
        </p:txBody>
      </p:sp>
    </p:spTree>
    <p:extLst>
      <p:ext uri="{BB962C8B-B14F-4D97-AF65-F5344CB8AC3E}">
        <p14:creationId xmlns:p14="http://schemas.microsoft.com/office/powerpoint/2010/main" val="396783745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A8AD4410-B83D-1946-B9E5-363BA2D342C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15F1A503-FBCE-7A47-A9B1-01F8170FBE52}"/>
              </a:ext>
            </a:extLst>
          </p:cNvPr>
          <p:cNvSpPr>
            <a:spLocks noGrp="1"/>
          </p:cNvSpPr>
          <p:nvPr>
            <p:ph type="dt" sz="half" idx="10"/>
          </p:nvPr>
        </p:nvSpPr>
        <p:spPr/>
        <p:txBody>
          <a:bodyPr/>
          <a:lstStyle>
            <a:lvl1pPr>
              <a:defRPr/>
            </a:lvl1pPr>
          </a:lstStyle>
          <a:p>
            <a:pPr>
              <a:defRPr/>
            </a:pPr>
            <a:fld id="{EA151A8F-4AA7-5345-8FFF-7AB164E3D364}" type="datetimeFigureOut">
              <a:rPr lang="en-US"/>
              <a:pPr>
                <a:defRPr/>
              </a:pPr>
              <a:t>11/17/20</a:t>
            </a:fld>
            <a:endParaRPr lang="en-US"/>
          </a:p>
        </p:txBody>
      </p:sp>
      <p:sp>
        <p:nvSpPr>
          <p:cNvPr id="4" name="Footer Placeholder 3">
            <a:extLst>
              <a:ext uri="{FF2B5EF4-FFF2-40B4-BE49-F238E27FC236}">
                <a16:creationId xmlns:a16="http://schemas.microsoft.com/office/drawing/2014/main" id="{25D8B8A3-3FB8-C94F-92FE-07602C555C6A}"/>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88C7DD2D-7FF1-BC44-A1C5-04D6ED516BC1}"/>
              </a:ext>
            </a:extLst>
          </p:cNvPr>
          <p:cNvSpPr>
            <a:spLocks noGrp="1"/>
          </p:cNvSpPr>
          <p:nvPr>
            <p:ph type="sldNum" sz="quarter" idx="12"/>
          </p:nvPr>
        </p:nvSpPr>
        <p:spPr/>
        <p:txBody>
          <a:bodyPr/>
          <a:lstStyle>
            <a:lvl1pPr>
              <a:defRPr/>
            </a:lvl1pPr>
          </a:lstStyle>
          <a:p>
            <a:pPr>
              <a:defRPr/>
            </a:pPr>
            <a:fld id="{EDE41483-9899-9644-A00D-B7E1DCD7E7ED}" type="slidenum">
              <a:rPr lang="en-US"/>
              <a:pPr>
                <a:defRPr/>
              </a:pPr>
              <a:t>‹#›</a:t>
            </a:fld>
            <a:endParaRPr lang="en-US"/>
          </a:p>
        </p:txBody>
      </p:sp>
    </p:spTree>
    <p:extLst>
      <p:ext uri="{BB962C8B-B14F-4D97-AF65-F5344CB8AC3E}">
        <p14:creationId xmlns:p14="http://schemas.microsoft.com/office/powerpoint/2010/main" val="1455037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6">
            <a:extLst>
              <a:ext uri="{FF2B5EF4-FFF2-40B4-BE49-F238E27FC236}">
                <a16:creationId xmlns:a16="http://schemas.microsoft.com/office/drawing/2014/main" id="{21BE4D82-B260-554A-B8FB-04A34CD8982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56CD9F48-4EF1-4043-A3C7-DF1323DCB606}"/>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7349A80-F880-48D2-A8C3-0B02E2589CA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Date Placeholder 3">
            <a:extLst>
              <a:ext uri="{FF2B5EF4-FFF2-40B4-BE49-F238E27FC236}">
                <a16:creationId xmlns:a16="http://schemas.microsoft.com/office/drawing/2014/main" id="{C6B3F531-1B70-2848-B6F9-A3D2C91E93D5}"/>
              </a:ext>
            </a:extLst>
          </p:cNvPr>
          <p:cNvSpPr>
            <a:spLocks noGrp="1"/>
          </p:cNvSpPr>
          <p:nvPr>
            <p:ph type="dt" sz="half" idx="10"/>
          </p:nvPr>
        </p:nvSpPr>
        <p:spPr/>
        <p:txBody>
          <a:bodyPr/>
          <a:lstStyle>
            <a:lvl1pPr>
              <a:defRPr/>
            </a:lvl1pPr>
          </a:lstStyle>
          <a:p>
            <a:pPr>
              <a:defRPr/>
            </a:pPr>
            <a:fld id="{B18986FF-D326-8943-BD97-F4A3A41EB7B0}" type="datetimeFigureOut">
              <a:rPr lang="en-US"/>
              <a:pPr>
                <a:defRPr/>
              </a:pPr>
              <a:t>11/17/20</a:t>
            </a:fld>
            <a:endParaRPr lang="en-US"/>
          </a:p>
        </p:txBody>
      </p:sp>
      <p:sp>
        <p:nvSpPr>
          <p:cNvPr id="6" name="Footer Placeholder 4">
            <a:extLst>
              <a:ext uri="{FF2B5EF4-FFF2-40B4-BE49-F238E27FC236}">
                <a16:creationId xmlns:a16="http://schemas.microsoft.com/office/drawing/2014/main" id="{BF8FAED7-1879-B144-BEF0-404DAD34D41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4412B5B8-B124-4B4A-AE75-BF0C2955B488}"/>
              </a:ext>
            </a:extLst>
          </p:cNvPr>
          <p:cNvSpPr>
            <a:spLocks noGrp="1"/>
          </p:cNvSpPr>
          <p:nvPr>
            <p:ph type="sldNum" sz="quarter" idx="12"/>
          </p:nvPr>
        </p:nvSpPr>
        <p:spPr/>
        <p:txBody>
          <a:bodyPr/>
          <a:lstStyle>
            <a:lvl1pPr>
              <a:defRPr/>
            </a:lvl1pPr>
          </a:lstStyle>
          <a:p>
            <a:pPr>
              <a:defRPr/>
            </a:pPr>
            <a:fld id="{1E340632-84E8-FF4F-ADC8-2C98EE771EE7}" type="slidenum">
              <a:rPr lang="en-US"/>
              <a:pPr>
                <a:defRPr/>
              </a:pPr>
              <a:t>‹#›</a:t>
            </a:fld>
            <a:endParaRPr lang="en-US"/>
          </a:p>
        </p:txBody>
      </p:sp>
    </p:spTree>
    <p:extLst>
      <p:ext uri="{BB962C8B-B14F-4D97-AF65-F5344CB8AC3E}">
        <p14:creationId xmlns:p14="http://schemas.microsoft.com/office/powerpoint/2010/main" val="4018964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8F21EDC8-2FDA-A344-AA7C-26D9EF3AA25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3">
            <a:extLst>
              <a:ext uri="{FF2B5EF4-FFF2-40B4-BE49-F238E27FC236}">
                <a16:creationId xmlns:a16="http://schemas.microsoft.com/office/drawing/2014/main" id="{5C2E7718-3023-CF42-81E7-D6E43DB71A2D}"/>
              </a:ext>
            </a:extLst>
          </p:cNvPr>
          <p:cNvSpPr>
            <a:spLocks noGrp="1"/>
          </p:cNvSpPr>
          <p:nvPr>
            <p:ph type="dt" sz="half" idx="10"/>
          </p:nvPr>
        </p:nvSpPr>
        <p:spPr/>
        <p:txBody>
          <a:bodyPr/>
          <a:lstStyle>
            <a:lvl1pPr>
              <a:defRPr/>
            </a:lvl1pPr>
          </a:lstStyle>
          <a:p>
            <a:pPr>
              <a:defRPr/>
            </a:pPr>
            <a:fld id="{95EEA27B-9A49-6349-B138-B4E9F4513E87}" type="datetimeFigureOut">
              <a:rPr lang="en-US"/>
              <a:pPr>
                <a:defRPr/>
              </a:pPr>
              <a:t>11/17/20</a:t>
            </a:fld>
            <a:endParaRPr lang="en-US"/>
          </a:p>
        </p:txBody>
      </p:sp>
      <p:sp>
        <p:nvSpPr>
          <p:cNvPr id="4" name="Footer Placeholder 4">
            <a:extLst>
              <a:ext uri="{FF2B5EF4-FFF2-40B4-BE49-F238E27FC236}">
                <a16:creationId xmlns:a16="http://schemas.microsoft.com/office/drawing/2014/main" id="{5A6F3045-4D16-D04D-A38E-EBCE0EBF048A}"/>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11E206B9-5622-2449-BC1E-AF9EFAAE3041}"/>
              </a:ext>
            </a:extLst>
          </p:cNvPr>
          <p:cNvSpPr>
            <a:spLocks noGrp="1"/>
          </p:cNvSpPr>
          <p:nvPr>
            <p:ph type="sldNum" sz="quarter" idx="12"/>
          </p:nvPr>
        </p:nvSpPr>
        <p:spPr/>
        <p:txBody>
          <a:bodyPr/>
          <a:lstStyle>
            <a:lvl1pPr>
              <a:defRPr/>
            </a:lvl1pPr>
          </a:lstStyle>
          <a:p>
            <a:pPr>
              <a:defRPr/>
            </a:pPr>
            <a:fld id="{9981CC2A-974A-4B4F-A46C-280931AFA35F}" type="slidenum">
              <a:rPr lang="en-US"/>
              <a:pPr>
                <a:defRPr/>
              </a:pPr>
              <a:t>‹#›</a:t>
            </a:fld>
            <a:endParaRPr lang="en-US"/>
          </a:p>
        </p:txBody>
      </p:sp>
    </p:spTree>
    <p:extLst>
      <p:ext uri="{BB962C8B-B14F-4D97-AF65-F5344CB8AC3E}">
        <p14:creationId xmlns:p14="http://schemas.microsoft.com/office/powerpoint/2010/main" val="38314326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5394ECDD-7731-8F49-8565-344EC88D5BE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3">
            <a:extLst>
              <a:ext uri="{FF2B5EF4-FFF2-40B4-BE49-F238E27FC236}">
                <a16:creationId xmlns:a16="http://schemas.microsoft.com/office/drawing/2014/main" id="{4EA0B1A2-2AA1-C240-81D2-3A734C31D09C}"/>
              </a:ext>
            </a:extLst>
          </p:cNvPr>
          <p:cNvSpPr>
            <a:spLocks noGrp="1"/>
          </p:cNvSpPr>
          <p:nvPr>
            <p:ph type="dt" sz="half" idx="10"/>
          </p:nvPr>
        </p:nvSpPr>
        <p:spPr/>
        <p:txBody>
          <a:bodyPr/>
          <a:lstStyle>
            <a:lvl1pPr>
              <a:defRPr/>
            </a:lvl1pPr>
          </a:lstStyle>
          <a:p>
            <a:pPr>
              <a:defRPr/>
            </a:pPr>
            <a:fld id="{527D471D-21A3-884D-A710-2572E32C4126}" type="datetimeFigureOut">
              <a:rPr lang="en-US"/>
              <a:pPr>
                <a:defRPr/>
              </a:pPr>
              <a:t>11/17/20</a:t>
            </a:fld>
            <a:endParaRPr lang="en-US"/>
          </a:p>
        </p:txBody>
      </p:sp>
      <p:sp>
        <p:nvSpPr>
          <p:cNvPr id="4" name="Footer Placeholder 4">
            <a:extLst>
              <a:ext uri="{FF2B5EF4-FFF2-40B4-BE49-F238E27FC236}">
                <a16:creationId xmlns:a16="http://schemas.microsoft.com/office/drawing/2014/main" id="{2381B053-B7B0-E148-B8D4-EC2E9B2C02E7}"/>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643C38C3-2402-AC49-BF29-954DCC26705C}"/>
              </a:ext>
            </a:extLst>
          </p:cNvPr>
          <p:cNvSpPr>
            <a:spLocks noGrp="1"/>
          </p:cNvSpPr>
          <p:nvPr>
            <p:ph type="sldNum" sz="quarter" idx="12"/>
          </p:nvPr>
        </p:nvSpPr>
        <p:spPr/>
        <p:txBody>
          <a:bodyPr/>
          <a:lstStyle>
            <a:lvl1pPr>
              <a:defRPr/>
            </a:lvl1pPr>
          </a:lstStyle>
          <a:p>
            <a:pPr>
              <a:defRPr/>
            </a:pPr>
            <a:fld id="{855850DE-AB95-3C43-8A6F-CB1F17AD880A}" type="slidenum">
              <a:rPr lang="en-US"/>
              <a:pPr>
                <a:defRPr/>
              </a:pPr>
              <a:t>‹#›</a:t>
            </a:fld>
            <a:endParaRPr lang="en-US"/>
          </a:p>
        </p:txBody>
      </p:sp>
    </p:spTree>
    <p:extLst>
      <p:ext uri="{BB962C8B-B14F-4D97-AF65-F5344CB8AC3E}">
        <p14:creationId xmlns:p14="http://schemas.microsoft.com/office/powerpoint/2010/main" val="1052348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5" name="Picture 6">
            <a:extLst>
              <a:ext uri="{FF2B5EF4-FFF2-40B4-BE49-F238E27FC236}">
                <a16:creationId xmlns:a16="http://schemas.microsoft.com/office/drawing/2014/main" id="{40A07E1A-0BEC-5E44-A47D-CC457756808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E0DE207D-6691-4CB8-88CE-6CF5B9F399A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0D805C8B-38F6-4ACA-A38B-3548E945FBA9}"/>
              </a:ext>
            </a:extLst>
          </p:cNvPr>
          <p:cNvSpPr>
            <a:spLocks noGrp="1"/>
          </p:cNvSpPr>
          <p:nvPr>
            <p:ph sz="half" idx="1"/>
          </p:nvPr>
        </p:nvSpPr>
        <p:spPr>
          <a:xfrm>
            <a:off x="838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0049F08-1805-4624-93F8-916A81B759F7}"/>
              </a:ext>
            </a:extLst>
          </p:cNvPr>
          <p:cNvSpPr>
            <a:spLocks noGrp="1"/>
          </p:cNvSpPr>
          <p:nvPr>
            <p:ph sz="half" idx="2"/>
          </p:nvPr>
        </p:nvSpPr>
        <p:spPr>
          <a:xfrm>
            <a:off x="6172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A41B5E33-8423-3C46-87BD-D55BA3932A82}"/>
              </a:ext>
            </a:extLst>
          </p:cNvPr>
          <p:cNvSpPr>
            <a:spLocks noGrp="1"/>
          </p:cNvSpPr>
          <p:nvPr>
            <p:ph type="dt" sz="half" idx="10"/>
          </p:nvPr>
        </p:nvSpPr>
        <p:spPr/>
        <p:txBody>
          <a:bodyPr/>
          <a:lstStyle>
            <a:lvl1pPr>
              <a:defRPr/>
            </a:lvl1pPr>
          </a:lstStyle>
          <a:p>
            <a:pPr>
              <a:defRPr/>
            </a:pPr>
            <a:fld id="{2B7A4734-85FF-D94D-87B5-BD7C5CB50D8F}" type="datetimeFigureOut">
              <a:rPr lang="en-US"/>
              <a:pPr>
                <a:defRPr/>
              </a:pPr>
              <a:t>11/17/20</a:t>
            </a:fld>
            <a:endParaRPr lang="en-US"/>
          </a:p>
        </p:txBody>
      </p:sp>
      <p:sp>
        <p:nvSpPr>
          <p:cNvPr id="7" name="Footer Placeholder 5">
            <a:extLst>
              <a:ext uri="{FF2B5EF4-FFF2-40B4-BE49-F238E27FC236}">
                <a16:creationId xmlns:a16="http://schemas.microsoft.com/office/drawing/2014/main" id="{0B36DD45-F67F-DD41-AE3A-F665E90C3C4E}"/>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6">
            <a:extLst>
              <a:ext uri="{FF2B5EF4-FFF2-40B4-BE49-F238E27FC236}">
                <a16:creationId xmlns:a16="http://schemas.microsoft.com/office/drawing/2014/main" id="{915CA16E-443B-A944-AB70-1510A5C31217}"/>
              </a:ext>
            </a:extLst>
          </p:cNvPr>
          <p:cNvSpPr>
            <a:spLocks noGrp="1"/>
          </p:cNvSpPr>
          <p:nvPr>
            <p:ph type="sldNum" sz="quarter" idx="12"/>
          </p:nvPr>
        </p:nvSpPr>
        <p:spPr/>
        <p:txBody>
          <a:bodyPr/>
          <a:lstStyle>
            <a:lvl1pPr>
              <a:defRPr/>
            </a:lvl1pPr>
          </a:lstStyle>
          <a:p>
            <a:pPr>
              <a:defRPr/>
            </a:pPr>
            <a:fld id="{25A5A528-50CF-F84E-A5C5-B777DEF0AFA5}" type="slidenum">
              <a:rPr lang="en-US"/>
              <a:pPr>
                <a:defRPr/>
              </a:pPr>
              <a:t>‹#›</a:t>
            </a:fld>
            <a:endParaRPr lang="en-US"/>
          </a:p>
        </p:txBody>
      </p:sp>
    </p:spTree>
    <p:extLst>
      <p:ext uri="{BB962C8B-B14F-4D97-AF65-F5344CB8AC3E}">
        <p14:creationId xmlns:p14="http://schemas.microsoft.com/office/powerpoint/2010/main" val="2295051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F8112DE8-F1F1-7947-AC36-62051F4A321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6">
            <a:extLst>
              <a:ext uri="{FF2B5EF4-FFF2-40B4-BE49-F238E27FC236}">
                <a16:creationId xmlns:a16="http://schemas.microsoft.com/office/drawing/2014/main" id="{ADB49673-D0B9-424C-90D3-756951186079}"/>
              </a:ext>
            </a:extLst>
          </p:cNvPr>
          <p:cNvSpPr>
            <a:spLocks noGrp="1"/>
          </p:cNvSpPr>
          <p:nvPr>
            <p:ph type="dt" sz="half" idx="10"/>
          </p:nvPr>
        </p:nvSpPr>
        <p:spPr/>
        <p:txBody>
          <a:bodyPr/>
          <a:lstStyle>
            <a:lvl1pPr>
              <a:defRPr/>
            </a:lvl1pPr>
          </a:lstStyle>
          <a:p>
            <a:pPr>
              <a:defRPr/>
            </a:pPr>
            <a:fld id="{E9E65595-82D9-174C-BBD4-D1EE32E9AA42}" type="datetimeFigureOut">
              <a:rPr lang="en-US"/>
              <a:pPr>
                <a:defRPr/>
              </a:pPr>
              <a:t>11/17/20</a:t>
            </a:fld>
            <a:endParaRPr lang="en-US"/>
          </a:p>
        </p:txBody>
      </p:sp>
      <p:sp>
        <p:nvSpPr>
          <p:cNvPr id="4" name="Footer Placeholder 7">
            <a:extLst>
              <a:ext uri="{FF2B5EF4-FFF2-40B4-BE49-F238E27FC236}">
                <a16:creationId xmlns:a16="http://schemas.microsoft.com/office/drawing/2014/main" id="{066C325B-F397-094B-A8A5-3A749B5D017D}"/>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8">
            <a:extLst>
              <a:ext uri="{FF2B5EF4-FFF2-40B4-BE49-F238E27FC236}">
                <a16:creationId xmlns:a16="http://schemas.microsoft.com/office/drawing/2014/main" id="{F9B19B4B-63F9-F84C-9636-FA67BA6B4F3C}"/>
              </a:ext>
            </a:extLst>
          </p:cNvPr>
          <p:cNvSpPr>
            <a:spLocks noGrp="1"/>
          </p:cNvSpPr>
          <p:nvPr>
            <p:ph type="sldNum" sz="quarter" idx="12"/>
          </p:nvPr>
        </p:nvSpPr>
        <p:spPr/>
        <p:txBody>
          <a:bodyPr/>
          <a:lstStyle>
            <a:lvl1pPr>
              <a:defRPr/>
            </a:lvl1pPr>
          </a:lstStyle>
          <a:p>
            <a:pPr>
              <a:defRPr/>
            </a:pPr>
            <a:fld id="{2100CB85-50FC-704E-97E4-51055CD806E6}" type="slidenum">
              <a:rPr lang="en-US"/>
              <a:pPr>
                <a:defRPr/>
              </a:pPr>
              <a:t>‹#›</a:t>
            </a:fld>
            <a:endParaRPr lang="en-US"/>
          </a:p>
        </p:txBody>
      </p:sp>
    </p:spTree>
    <p:extLst>
      <p:ext uri="{BB962C8B-B14F-4D97-AF65-F5344CB8AC3E}">
        <p14:creationId xmlns:p14="http://schemas.microsoft.com/office/powerpoint/2010/main" val="3724252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3" name="Picture 6">
            <a:extLst>
              <a:ext uri="{FF2B5EF4-FFF2-40B4-BE49-F238E27FC236}">
                <a16:creationId xmlns:a16="http://schemas.microsoft.com/office/drawing/2014/main" id="{03528DBD-8687-B24E-B658-95B1FA3EADA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034D6447-46EF-4D76-B6F0-24723C8FA94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4" name="Date Placeholder 2">
            <a:extLst>
              <a:ext uri="{FF2B5EF4-FFF2-40B4-BE49-F238E27FC236}">
                <a16:creationId xmlns:a16="http://schemas.microsoft.com/office/drawing/2014/main" id="{2C59699B-F0AD-DC4D-B73A-74BA42BD2E4C}"/>
              </a:ext>
            </a:extLst>
          </p:cNvPr>
          <p:cNvSpPr>
            <a:spLocks noGrp="1"/>
          </p:cNvSpPr>
          <p:nvPr>
            <p:ph type="dt" sz="half" idx="10"/>
          </p:nvPr>
        </p:nvSpPr>
        <p:spPr/>
        <p:txBody>
          <a:bodyPr/>
          <a:lstStyle>
            <a:lvl1pPr>
              <a:defRPr/>
            </a:lvl1pPr>
          </a:lstStyle>
          <a:p>
            <a:pPr>
              <a:defRPr/>
            </a:pPr>
            <a:fld id="{3A970322-4B8E-774C-BF02-A1C0F1B2F6E4}" type="datetimeFigureOut">
              <a:rPr lang="en-US"/>
              <a:pPr>
                <a:defRPr/>
              </a:pPr>
              <a:t>11/17/20</a:t>
            </a:fld>
            <a:endParaRPr lang="en-US"/>
          </a:p>
        </p:txBody>
      </p:sp>
      <p:sp>
        <p:nvSpPr>
          <p:cNvPr id="5" name="Footer Placeholder 3">
            <a:extLst>
              <a:ext uri="{FF2B5EF4-FFF2-40B4-BE49-F238E27FC236}">
                <a16:creationId xmlns:a16="http://schemas.microsoft.com/office/drawing/2014/main" id="{AE8649E2-1AE6-8B4A-A66B-C42D6A0336B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4">
            <a:extLst>
              <a:ext uri="{FF2B5EF4-FFF2-40B4-BE49-F238E27FC236}">
                <a16:creationId xmlns:a16="http://schemas.microsoft.com/office/drawing/2014/main" id="{7F7DC1B4-CEAD-B24A-83FD-14E4ABA98780}"/>
              </a:ext>
            </a:extLst>
          </p:cNvPr>
          <p:cNvSpPr>
            <a:spLocks noGrp="1"/>
          </p:cNvSpPr>
          <p:nvPr>
            <p:ph type="sldNum" sz="quarter" idx="12"/>
          </p:nvPr>
        </p:nvSpPr>
        <p:spPr/>
        <p:txBody>
          <a:bodyPr/>
          <a:lstStyle>
            <a:lvl1pPr>
              <a:defRPr/>
            </a:lvl1pPr>
          </a:lstStyle>
          <a:p>
            <a:pPr>
              <a:defRPr/>
            </a:pPr>
            <a:fld id="{2CAAE11C-1C29-154B-880D-F2ECCBA8932F}" type="slidenum">
              <a:rPr lang="en-US"/>
              <a:pPr>
                <a:defRPr/>
              </a:pPr>
              <a:t>‹#›</a:t>
            </a:fld>
            <a:endParaRPr lang="en-US"/>
          </a:p>
        </p:txBody>
      </p:sp>
    </p:spTree>
    <p:extLst>
      <p:ext uri="{BB962C8B-B14F-4D97-AF65-F5344CB8AC3E}">
        <p14:creationId xmlns:p14="http://schemas.microsoft.com/office/powerpoint/2010/main" val="25146771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3" name="Picture 6">
            <a:extLst>
              <a:ext uri="{FF2B5EF4-FFF2-40B4-BE49-F238E27FC236}">
                <a16:creationId xmlns:a16="http://schemas.microsoft.com/office/drawing/2014/main" id="{B6CB282C-FB08-404F-96E1-AA59511C11E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8A59D11D-D97F-42D6-ACE2-0CBB2BA319A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4" name="Date Placeholder 2">
            <a:extLst>
              <a:ext uri="{FF2B5EF4-FFF2-40B4-BE49-F238E27FC236}">
                <a16:creationId xmlns:a16="http://schemas.microsoft.com/office/drawing/2014/main" id="{7A156682-520B-F04C-9DE5-A94F871CB174}"/>
              </a:ext>
            </a:extLst>
          </p:cNvPr>
          <p:cNvSpPr>
            <a:spLocks noGrp="1"/>
          </p:cNvSpPr>
          <p:nvPr>
            <p:ph type="dt" sz="half" idx="10"/>
          </p:nvPr>
        </p:nvSpPr>
        <p:spPr/>
        <p:txBody>
          <a:bodyPr/>
          <a:lstStyle>
            <a:lvl1pPr>
              <a:defRPr/>
            </a:lvl1pPr>
          </a:lstStyle>
          <a:p>
            <a:pPr>
              <a:defRPr/>
            </a:pPr>
            <a:fld id="{FD589B88-3616-3B49-848C-23EA77512B2E}" type="datetimeFigureOut">
              <a:rPr lang="en-US"/>
              <a:pPr>
                <a:defRPr/>
              </a:pPr>
              <a:t>11/17/20</a:t>
            </a:fld>
            <a:endParaRPr lang="en-US"/>
          </a:p>
        </p:txBody>
      </p:sp>
      <p:sp>
        <p:nvSpPr>
          <p:cNvPr id="5" name="Footer Placeholder 3">
            <a:extLst>
              <a:ext uri="{FF2B5EF4-FFF2-40B4-BE49-F238E27FC236}">
                <a16:creationId xmlns:a16="http://schemas.microsoft.com/office/drawing/2014/main" id="{C8508F9B-D3C3-B54C-96E4-38480568EE6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4">
            <a:extLst>
              <a:ext uri="{FF2B5EF4-FFF2-40B4-BE49-F238E27FC236}">
                <a16:creationId xmlns:a16="http://schemas.microsoft.com/office/drawing/2014/main" id="{CE73A94A-5869-4C4C-8BDC-D4B5E960F3B4}"/>
              </a:ext>
            </a:extLst>
          </p:cNvPr>
          <p:cNvSpPr>
            <a:spLocks noGrp="1"/>
          </p:cNvSpPr>
          <p:nvPr>
            <p:ph type="sldNum" sz="quarter" idx="12"/>
          </p:nvPr>
        </p:nvSpPr>
        <p:spPr/>
        <p:txBody>
          <a:bodyPr/>
          <a:lstStyle>
            <a:lvl1pPr>
              <a:defRPr/>
            </a:lvl1pPr>
          </a:lstStyle>
          <a:p>
            <a:pPr>
              <a:defRPr/>
            </a:pPr>
            <a:fld id="{F1D7588F-03EB-E740-A28B-81DA66CB4416}" type="slidenum">
              <a:rPr lang="en-US"/>
              <a:pPr>
                <a:defRPr/>
              </a:pPr>
              <a:t>‹#›</a:t>
            </a:fld>
            <a:endParaRPr lang="en-US"/>
          </a:p>
        </p:txBody>
      </p:sp>
    </p:spTree>
    <p:extLst>
      <p:ext uri="{BB962C8B-B14F-4D97-AF65-F5344CB8AC3E}">
        <p14:creationId xmlns:p14="http://schemas.microsoft.com/office/powerpoint/2010/main" val="3292159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310277F4-9C8F-7F48-8D75-91A2A88B091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8ABBE89F-3B06-5348-A0F7-A6A21915B1C3}"/>
              </a:ext>
            </a:extLst>
          </p:cNvPr>
          <p:cNvSpPr>
            <a:spLocks noGrp="1"/>
          </p:cNvSpPr>
          <p:nvPr>
            <p:ph type="dt" sz="half" idx="10"/>
          </p:nvPr>
        </p:nvSpPr>
        <p:spPr/>
        <p:txBody>
          <a:bodyPr/>
          <a:lstStyle>
            <a:lvl1pPr>
              <a:defRPr/>
            </a:lvl1pPr>
          </a:lstStyle>
          <a:p>
            <a:pPr>
              <a:defRPr/>
            </a:pPr>
            <a:fld id="{52CF0529-3F54-7245-BD67-39161CEB614D}" type="datetimeFigureOut">
              <a:rPr lang="en-US"/>
              <a:pPr>
                <a:defRPr/>
              </a:pPr>
              <a:t>11/17/20</a:t>
            </a:fld>
            <a:endParaRPr lang="en-US"/>
          </a:p>
        </p:txBody>
      </p:sp>
      <p:sp>
        <p:nvSpPr>
          <p:cNvPr id="4" name="Footer Placeholder 3">
            <a:extLst>
              <a:ext uri="{FF2B5EF4-FFF2-40B4-BE49-F238E27FC236}">
                <a16:creationId xmlns:a16="http://schemas.microsoft.com/office/drawing/2014/main" id="{65C55A93-550E-4F44-9852-A46BDF562DCF}"/>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35631349-69D0-CB47-BD9A-8C19A047C9F0}"/>
              </a:ext>
            </a:extLst>
          </p:cNvPr>
          <p:cNvSpPr>
            <a:spLocks noGrp="1"/>
          </p:cNvSpPr>
          <p:nvPr>
            <p:ph type="sldNum" sz="quarter" idx="12"/>
          </p:nvPr>
        </p:nvSpPr>
        <p:spPr/>
        <p:txBody>
          <a:bodyPr/>
          <a:lstStyle>
            <a:lvl1pPr>
              <a:defRPr/>
            </a:lvl1pPr>
          </a:lstStyle>
          <a:p>
            <a:pPr>
              <a:defRPr/>
            </a:pPr>
            <a:fld id="{D1A9425D-9892-784D-B3BB-790F829805F1}" type="slidenum">
              <a:rPr lang="en-US"/>
              <a:pPr>
                <a:defRPr/>
              </a:pPr>
              <a:t>‹#›</a:t>
            </a:fld>
            <a:endParaRPr lang="en-US"/>
          </a:p>
        </p:txBody>
      </p:sp>
    </p:spTree>
    <p:extLst>
      <p:ext uri="{BB962C8B-B14F-4D97-AF65-F5344CB8AC3E}">
        <p14:creationId xmlns:p14="http://schemas.microsoft.com/office/powerpoint/2010/main" val="1966414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D4F72597-4AAB-A347-8DA1-243E46B1B76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1">
            <a:extLst>
              <a:ext uri="{FF2B5EF4-FFF2-40B4-BE49-F238E27FC236}">
                <a16:creationId xmlns:a16="http://schemas.microsoft.com/office/drawing/2014/main" id="{41A61377-E248-E647-B1AE-FDD53151CF68}"/>
              </a:ext>
            </a:extLst>
          </p:cNvPr>
          <p:cNvSpPr>
            <a:spLocks noGrp="1"/>
          </p:cNvSpPr>
          <p:nvPr>
            <p:ph type="dt" sz="half" idx="10"/>
          </p:nvPr>
        </p:nvSpPr>
        <p:spPr/>
        <p:txBody>
          <a:bodyPr/>
          <a:lstStyle>
            <a:lvl1pPr>
              <a:defRPr/>
            </a:lvl1pPr>
          </a:lstStyle>
          <a:p>
            <a:pPr>
              <a:defRPr/>
            </a:pPr>
            <a:fld id="{D768BD51-A4F8-CD47-A81C-34450CEE01FB}" type="datetimeFigureOut">
              <a:rPr lang="en-US"/>
              <a:pPr>
                <a:defRPr/>
              </a:pPr>
              <a:t>11/17/20</a:t>
            </a:fld>
            <a:endParaRPr lang="en-US"/>
          </a:p>
        </p:txBody>
      </p:sp>
      <p:sp>
        <p:nvSpPr>
          <p:cNvPr id="4" name="Footer Placeholder 2">
            <a:extLst>
              <a:ext uri="{FF2B5EF4-FFF2-40B4-BE49-F238E27FC236}">
                <a16:creationId xmlns:a16="http://schemas.microsoft.com/office/drawing/2014/main" id="{F5627FBE-56CA-7648-9F76-DA2F19741AB8}"/>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3">
            <a:extLst>
              <a:ext uri="{FF2B5EF4-FFF2-40B4-BE49-F238E27FC236}">
                <a16:creationId xmlns:a16="http://schemas.microsoft.com/office/drawing/2014/main" id="{73D74E10-D3F3-D748-9766-5A42A712A6FC}"/>
              </a:ext>
            </a:extLst>
          </p:cNvPr>
          <p:cNvSpPr>
            <a:spLocks noGrp="1"/>
          </p:cNvSpPr>
          <p:nvPr>
            <p:ph type="sldNum" sz="quarter" idx="12"/>
          </p:nvPr>
        </p:nvSpPr>
        <p:spPr/>
        <p:txBody>
          <a:bodyPr/>
          <a:lstStyle>
            <a:lvl1pPr>
              <a:defRPr/>
            </a:lvl1pPr>
          </a:lstStyle>
          <a:p>
            <a:pPr>
              <a:defRPr/>
            </a:pPr>
            <a:fld id="{045C3C37-B209-924D-8C51-8BA369A61DAD}" type="slidenum">
              <a:rPr lang="en-US"/>
              <a:pPr>
                <a:defRPr/>
              </a:pPr>
              <a:t>‹#›</a:t>
            </a:fld>
            <a:endParaRPr lang="en-US"/>
          </a:p>
        </p:txBody>
      </p:sp>
    </p:spTree>
    <p:extLst>
      <p:ext uri="{BB962C8B-B14F-4D97-AF65-F5344CB8AC3E}">
        <p14:creationId xmlns:p14="http://schemas.microsoft.com/office/powerpoint/2010/main" val="2062716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F500E-6285-47B7-953E-7536D619959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3822BB6-902B-4B71-A064-12279185E061}"/>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680F693-3BC1-4F84-8E52-8FB92EDC8EE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3">
            <a:extLst>
              <a:ext uri="{FF2B5EF4-FFF2-40B4-BE49-F238E27FC236}">
                <a16:creationId xmlns:a16="http://schemas.microsoft.com/office/drawing/2014/main" id="{FE72CCA0-31D9-6945-8215-558039CD9DFB}"/>
              </a:ext>
            </a:extLst>
          </p:cNvPr>
          <p:cNvSpPr>
            <a:spLocks noGrp="1"/>
          </p:cNvSpPr>
          <p:nvPr>
            <p:ph type="dt" sz="half" idx="10"/>
          </p:nvPr>
        </p:nvSpPr>
        <p:spPr/>
        <p:txBody>
          <a:bodyPr/>
          <a:lstStyle>
            <a:lvl1pPr>
              <a:defRPr/>
            </a:lvl1pPr>
          </a:lstStyle>
          <a:p>
            <a:pPr>
              <a:defRPr/>
            </a:pPr>
            <a:fld id="{E34A7FA8-0842-DB4E-82C3-902B32B69523}" type="datetimeFigureOut">
              <a:rPr lang="en-US"/>
              <a:pPr>
                <a:defRPr/>
              </a:pPr>
              <a:t>11/17/20</a:t>
            </a:fld>
            <a:endParaRPr lang="en-US"/>
          </a:p>
        </p:txBody>
      </p:sp>
      <p:sp>
        <p:nvSpPr>
          <p:cNvPr id="6" name="Footer Placeholder 4">
            <a:extLst>
              <a:ext uri="{FF2B5EF4-FFF2-40B4-BE49-F238E27FC236}">
                <a16:creationId xmlns:a16="http://schemas.microsoft.com/office/drawing/2014/main" id="{71F1106C-D125-EC46-B1A2-D61D15D32D2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E4383B4-4095-094E-A54A-E3E0099E4BF5}"/>
              </a:ext>
            </a:extLst>
          </p:cNvPr>
          <p:cNvSpPr>
            <a:spLocks noGrp="1"/>
          </p:cNvSpPr>
          <p:nvPr>
            <p:ph type="sldNum" sz="quarter" idx="12"/>
          </p:nvPr>
        </p:nvSpPr>
        <p:spPr/>
        <p:txBody>
          <a:bodyPr/>
          <a:lstStyle>
            <a:lvl1pPr>
              <a:defRPr/>
            </a:lvl1pPr>
          </a:lstStyle>
          <a:p>
            <a:pPr>
              <a:defRPr/>
            </a:pPr>
            <a:fld id="{A625AC69-F4DA-BE4B-81CE-37BC4DD4EA28}" type="slidenum">
              <a:rPr lang="en-US"/>
              <a:pPr>
                <a:defRPr/>
              </a:pPr>
              <a:t>‹#›</a:t>
            </a:fld>
            <a:endParaRPr lang="en-US"/>
          </a:p>
        </p:txBody>
      </p:sp>
    </p:spTree>
    <p:extLst>
      <p:ext uri="{BB962C8B-B14F-4D97-AF65-F5344CB8AC3E}">
        <p14:creationId xmlns:p14="http://schemas.microsoft.com/office/powerpoint/2010/main" val="27246464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93017-577D-4F1F-B2E2-D11D06455868}"/>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262013-2353-4184-AF0C-5493C31AAC79}"/>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a:extLst>
              <a:ext uri="{FF2B5EF4-FFF2-40B4-BE49-F238E27FC236}">
                <a16:creationId xmlns:a16="http://schemas.microsoft.com/office/drawing/2014/main" id="{C979331E-511A-4572-B108-37D5980F989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3">
            <a:extLst>
              <a:ext uri="{FF2B5EF4-FFF2-40B4-BE49-F238E27FC236}">
                <a16:creationId xmlns:a16="http://schemas.microsoft.com/office/drawing/2014/main" id="{504700FE-F3DE-7148-B6A5-2EF788D6C7FC}"/>
              </a:ext>
            </a:extLst>
          </p:cNvPr>
          <p:cNvSpPr>
            <a:spLocks noGrp="1"/>
          </p:cNvSpPr>
          <p:nvPr>
            <p:ph type="dt" sz="half" idx="10"/>
          </p:nvPr>
        </p:nvSpPr>
        <p:spPr/>
        <p:txBody>
          <a:bodyPr/>
          <a:lstStyle>
            <a:lvl1pPr>
              <a:defRPr/>
            </a:lvl1pPr>
          </a:lstStyle>
          <a:p>
            <a:pPr>
              <a:defRPr/>
            </a:pPr>
            <a:fld id="{20FC211B-804C-C44D-B2DA-E21F9B262342}" type="datetimeFigureOut">
              <a:rPr lang="en-US"/>
              <a:pPr>
                <a:defRPr/>
              </a:pPr>
              <a:t>11/17/20</a:t>
            </a:fld>
            <a:endParaRPr lang="en-US"/>
          </a:p>
        </p:txBody>
      </p:sp>
      <p:sp>
        <p:nvSpPr>
          <p:cNvPr id="6" name="Footer Placeholder 4">
            <a:extLst>
              <a:ext uri="{FF2B5EF4-FFF2-40B4-BE49-F238E27FC236}">
                <a16:creationId xmlns:a16="http://schemas.microsoft.com/office/drawing/2014/main" id="{595E4039-BC56-564E-8B6E-09362375AD3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7A630F2E-C075-A741-9BB9-80195E61305E}"/>
              </a:ext>
            </a:extLst>
          </p:cNvPr>
          <p:cNvSpPr>
            <a:spLocks noGrp="1"/>
          </p:cNvSpPr>
          <p:nvPr>
            <p:ph type="sldNum" sz="quarter" idx="12"/>
          </p:nvPr>
        </p:nvSpPr>
        <p:spPr/>
        <p:txBody>
          <a:bodyPr/>
          <a:lstStyle>
            <a:lvl1pPr>
              <a:defRPr/>
            </a:lvl1pPr>
          </a:lstStyle>
          <a:p>
            <a:pPr>
              <a:defRPr/>
            </a:pPr>
            <a:fld id="{F54DDB32-C652-0D43-9226-F29123611B24}" type="slidenum">
              <a:rPr lang="en-US"/>
              <a:pPr>
                <a:defRPr/>
              </a:pPr>
              <a:t>‹#›</a:t>
            </a:fld>
            <a:endParaRPr lang="en-US"/>
          </a:p>
        </p:txBody>
      </p:sp>
    </p:spTree>
    <p:extLst>
      <p:ext uri="{BB962C8B-B14F-4D97-AF65-F5344CB8AC3E}">
        <p14:creationId xmlns:p14="http://schemas.microsoft.com/office/powerpoint/2010/main" val="4591515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BC5C2-75E0-4760-B4AB-EAF43C069FF7}"/>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D19DDB-0729-4696-8863-907665458212}"/>
              </a:ext>
            </a:extLst>
          </p:cNvPr>
          <p:cNvSpPr>
            <a:spLocks noGrp="1"/>
          </p:cNvSpPr>
          <p:nvPr>
            <p:ph type="body" orient="vert" idx="1"/>
          </p:nvPr>
        </p:nvSpPr>
        <p:spPr>
          <a:xfrm>
            <a:off x="838200" y="1825625"/>
            <a:ext cx="10515600" cy="3000375"/>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4A7C89-7270-0E4D-9FBF-9D1A21AFFDF8}"/>
              </a:ext>
            </a:extLst>
          </p:cNvPr>
          <p:cNvSpPr>
            <a:spLocks noGrp="1"/>
          </p:cNvSpPr>
          <p:nvPr>
            <p:ph type="dt" sz="half" idx="10"/>
          </p:nvPr>
        </p:nvSpPr>
        <p:spPr/>
        <p:txBody>
          <a:bodyPr/>
          <a:lstStyle>
            <a:lvl1pPr>
              <a:defRPr/>
            </a:lvl1pPr>
          </a:lstStyle>
          <a:p>
            <a:pPr>
              <a:defRPr/>
            </a:pPr>
            <a:fld id="{20BC20BB-9DCA-5A40-90F8-12EFA44687FB}" type="datetimeFigureOut">
              <a:rPr lang="en-US"/>
              <a:pPr>
                <a:defRPr/>
              </a:pPr>
              <a:t>11/17/20</a:t>
            </a:fld>
            <a:endParaRPr lang="en-US"/>
          </a:p>
        </p:txBody>
      </p:sp>
      <p:sp>
        <p:nvSpPr>
          <p:cNvPr id="5" name="Footer Placeholder 4">
            <a:extLst>
              <a:ext uri="{FF2B5EF4-FFF2-40B4-BE49-F238E27FC236}">
                <a16:creationId xmlns:a16="http://schemas.microsoft.com/office/drawing/2014/main" id="{39EEE288-56EC-3A41-A6A0-5808DA8AC1D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A3C15D4-5699-354D-A16F-A3E1A7AE0186}"/>
              </a:ext>
            </a:extLst>
          </p:cNvPr>
          <p:cNvSpPr>
            <a:spLocks noGrp="1"/>
          </p:cNvSpPr>
          <p:nvPr>
            <p:ph type="sldNum" sz="quarter" idx="12"/>
          </p:nvPr>
        </p:nvSpPr>
        <p:spPr/>
        <p:txBody>
          <a:bodyPr/>
          <a:lstStyle>
            <a:lvl1pPr>
              <a:defRPr/>
            </a:lvl1pPr>
          </a:lstStyle>
          <a:p>
            <a:pPr>
              <a:defRPr/>
            </a:pPr>
            <a:fld id="{7F215E81-FD0C-FF4F-AC3A-80082BFCFE91}" type="slidenum">
              <a:rPr lang="en-US"/>
              <a:pPr>
                <a:defRPr/>
              </a:pPr>
              <a:t>‹#›</a:t>
            </a:fld>
            <a:endParaRPr lang="en-US"/>
          </a:p>
        </p:txBody>
      </p:sp>
    </p:spTree>
    <p:extLst>
      <p:ext uri="{BB962C8B-B14F-4D97-AF65-F5344CB8AC3E}">
        <p14:creationId xmlns:p14="http://schemas.microsoft.com/office/powerpoint/2010/main" val="42058156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5E3B64-C723-44B3-BBB0-617FC6B1C3D6}"/>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84FB109-9D8B-485B-9CA0-576A358F5DA0}"/>
              </a:ext>
            </a:extLst>
          </p:cNvPr>
          <p:cNvSpPr>
            <a:spLocks noGrp="1"/>
          </p:cNvSpPr>
          <p:nvPr>
            <p:ph type="body" orient="vert" idx="1"/>
          </p:nvPr>
        </p:nvSpPr>
        <p:spPr>
          <a:xfrm>
            <a:off x="838200" y="365125"/>
            <a:ext cx="7734300"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6D88C8-97E5-4D4C-8F58-030AA9D07D59}"/>
              </a:ext>
            </a:extLst>
          </p:cNvPr>
          <p:cNvSpPr>
            <a:spLocks noGrp="1"/>
          </p:cNvSpPr>
          <p:nvPr>
            <p:ph type="dt" sz="half" idx="10"/>
          </p:nvPr>
        </p:nvSpPr>
        <p:spPr/>
        <p:txBody>
          <a:bodyPr/>
          <a:lstStyle>
            <a:lvl1pPr>
              <a:defRPr/>
            </a:lvl1pPr>
          </a:lstStyle>
          <a:p>
            <a:pPr>
              <a:defRPr/>
            </a:pPr>
            <a:fld id="{C108EFD2-DC7E-7D43-82F8-DF2917A0F66C}" type="datetimeFigureOut">
              <a:rPr lang="en-US"/>
              <a:pPr>
                <a:defRPr/>
              </a:pPr>
              <a:t>11/17/20</a:t>
            </a:fld>
            <a:endParaRPr lang="en-US"/>
          </a:p>
        </p:txBody>
      </p:sp>
      <p:sp>
        <p:nvSpPr>
          <p:cNvPr id="5" name="Footer Placeholder 4">
            <a:extLst>
              <a:ext uri="{FF2B5EF4-FFF2-40B4-BE49-F238E27FC236}">
                <a16:creationId xmlns:a16="http://schemas.microsoft.com/office/drawing/2014/main" id="{113A406A-9100-3441-9CE1-53FDE48BC0A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D70ACC1-B582-D445-97AE-CBA7E1C48957}"/>
              </a:ext>
            </a:extLst>
          </p:cNvPr>
          <p:cNvSpPr>
            <a:spLocks noGrp="1"/>
          </p:cNvSpPr>
          <p:nvPr>
            <p:ph type="sldNum" sz="quarter" idx="12"/>
          </p:nvPr>
        </p:nvSpPr>
        <p:spPr/>
        <p:txBody>
          <a:bodyPr/>
          <a:lstStyle>
            <a:lvl1pPr>
              <a:defRPr/>
            </a:lvl1pPr>
          </a:lstStyle>
          <a:p>
            <a:pPr>
              <a:defRPr/>
            </a:pPr>
            <a:fld id="{427B2A73-8C00-AE44-A00B-8E93C17BE1FB}" type="slidenum">
              <a:rPr lang="en-US"/>
              <a:pPr>
                <a:defRPr/>
              </a:pPr>
              <a:t>‹#›</a:t>
            </a:fld>
            <a:endParaRPr lang="en-US"/>
          </a:p>
        </p:txBody>
      </p:sp>
    </p:spTree>
    <p:extLst>
      <p:ext uri="{BB962C8B-B14F-4D97-AF65-F5344CB8AC3E}">
        <p14:creationId xmlns:p14="http://schemas.microsoft.com/office/powerpoint/2010/main" val="1799113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562074"/>
          </a:xfrm>
        </p:spPr>
        <p:txBody>
          <a:bodyPr/>
          <a:lstStyle>
            <a:lvl1pPr>
              <a:defRPr sz="3200" b="1"/>
            </a:lvl1pPr>
          </a:lstStyle>
          <a:p>
            <a:r>
              <a:rPr lang="en-US"/>
              <a:t>Click to edit Master title style</a:t>
            </a:r>
            <a:endParaRPr lang="en-MY"/>
          </a:p>
        </p:txBody>
      </p:sp>
      <p:sp>
        <p:nvSpPr>
          <p:cNvPr id="3" name="Content Placeholder 2"/>
          <p:cNvSpPr>
            <a:spLocks noGrp="1"/>
          </p:cNvSpPr>
          <p:nvPr>
            <p:ph idx="1"/>
          </p:nvPr>
        </p:nvSpPr>
        <p:spPr>
          <a:xfrm>
            <a:off x="609600" y="1124745"/>
            <a:ext cx="10972800" cy="5001419"/>
          </a:xfrm>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p:cNvSpPr>
            <a:spLocks noGrp="1"/>
          </p:cNvSpPr>
          <p:nvPr>
            <p:ph type="dt" sz="half" idx="10"/>
          </p:nvPr>
        </p:nvSpPr>
        <p:spPr/>
        <p:txBody>
          <a:bodyPr/>
          <a:lstStyle>
            <a:lvl1pPr>
              <a:defRPr/>
            </a:lvl1pPr>
          </a:lstStyle>
          <a:p>
            <a:pPr>
              <a:defRPr/>
            </a:pPr>
            <a:fld id="{4C816DB7-72FB-4E42-B127-8B1000D2892C}" type="datetimeFigureOut">
              <a:rPr lang="en-MY"/>
              <a:pPr>
                <a:defRPr/>
              </a:pPr>
              <a:t>17/11/2020</a:t>
            </a:fld>
            <a:endParaRPr lang="en-MY"/>
          </a:p>
        </p:txBody>
      </p:sp>
      <p:sp>
        <p:nvSpPr>
          <p:cNvPr id="5" name="Footer Placeholder 4"/>
          <p:cNvSpPr>
            <a:spLocks noGrp="1"/>
          </p:cNvSpPr>
          <p:nvPr>
            <p:ph type="ftr" sz="quarter" idx="11"/>
          </p:nvPr>
        </p:nvSpPr>
        <p:spPr/>
        <p:txBody>
          <a:bodyPr/>
          <a:lstStyle>
            <a:lvl1pPr>
              <a:defRPr/>
            </a:lvl1pPr>
          </a:lstStyle>
          <a:p>
            <a:pPr>
              <a:defRPr/>
            </a:pPr>
            <a:endParaRPr lang="en-MY"/>
          </a:p>
        </p:txBody>
      </p:sp>
      <p:sp>
        <p:nvSpPr>
          <p:cNvPr id="6" name="Slide Number Placeholder 5"/>
          <p:cNvSpPr>
            <a:spLocks noGrp="1"/>
          </p:cNvSpPr>
          <p:nvPr>
            <p:ph type="sldNum" sz="quarter" idx="12"/>
          </p:nvPr>
        </p:nvSpPr>
        <p:spPr/>
        <p:txBody>
          <a:bodyPr/>
          <a:lstStyle>
            <a:lvl1pPr>
              <a:defRPr/>
            </a:lvl1pPr>
          </a:lstStyle>
          <a:p>
            <a:pPr>
              <a:defRPr/>
            </a:pPr>
            <a:fld id="{518C2227-ABDA-45A5-B90E-76F4DBB2A1B5}" type="slidenum">
              <a:rPr lang="en-MY"/>
              <a:pPr>
                <a:defRPr/>
              </a:pPr>
              <a:t>‹#›</a:t>
            </a:fld>
            <a:endParaRPr lang="en-MY"/>
          </a:p>
        </p:txBody>
      </p:sp>
    </p:spTree>
    <p:extLst>
      <p:ext uri="{BB962C8B-B14F-4D97-AF65-F5344CB8AC3E}">
        <p14:creationId xmlns:p14="http://schemas.microsoft.com/office/powerpoint/2010/main" val="39305949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634082"/>
          </a:xfrm>
        </p:spPr>
        <p:txBody>
          <a:bodyPr/>
          <a:lstStyle>
            <a:lvl1pPr>
              <a:defRPr sz="3600" b="1"/>
            </a:lvl1pPr>
          </a:lstStyle>
          <a:p>
            <a:r>
              <a:rPr lang="en-US"/>
              <a:t>Click to edit Master title style</a:t>
            </a:r>
            <a:endParaRPr lang="en-MY"/>
          </a:p>
        </p:txBody>
      </p:sp>
      <p:sp>
        <p:nvSpPr>
          <p:cNvPr id="3" name="Date Placeholder 3"/>
          <p:cNvSpPr>
            <a:spLocks noGrp="1"/>
          </p:cNvSpPr>
          <p:nvPr>
            <p:ph type="dt" sz="half" idx="10"/>
          </p:nvPr>
        </p:nvSpPr>
        <p:spPr/>
        <p:txBody>
          <a:bodyPr/>
          <a:lstStyle>
            <a:lvl1pPr>
              <a:defRPr/>
            </a:lvl1pPr>
          </a:lstStyle>
          <a:p>
            <a:pPr>
              <a:defRPr/>
            </a:pPr>
            <a:fld id="{C57B3AE0-1AF6-4FDE-B40A-090308DF4EF1}" type="datetimeFigureOut">
              <a:rPr lang="en-MY"/>
              <a:pPr>
                <a:defRPr/>
              </a:pPr>
              <a:t>17/11/2020</a:t>
            </a:fld>
            <a:endParaRPr lang="en-MY"/>
          </a:p>
        </p:txBody>
      </p:sp>
      <p:sp>
        <p:nvSpPr>
          <p:cNvPr id="4" name="Footer Placeholder 4"/>
          <p:cNvSpPr>
            <a:spLocks noGrp="1"/>
          </p:cNvSpPr>
          <p:nvPr>
            <p:ph type="ftr" sz="quarter" idx="11"/>
          </p:nvPr>
        </p:nvSpPr>
        <p:spPr/>
        <p:txBody>
          <a:bodyPr/>
          <a:lstStyle>
            <a:lvl1pPr>
              <a:defRPr/>
            </a:lvl1pPr>
          </a:lstStyle>
          <a:p>
            <a:pPr>
              <a:defRPr/>
            </a:pPr>
            <a:endParaRPr lang="en-MY"/>
          </a:p>
        </p:txBody>
      </p:sp>
      <p:sp>
        <p:nvSpPr>
          <p:cNvPr id="5" name="Slide Number Placeholder 5"/>
          <p:cNvSpPr>
            <a:spLocks noGrp="1"/>
          </p:cNvSpPr>
          <p:nvPr>
            <p:ph type="sldNum" sz="quarter" idx="12"/>
          </p:nvPr>
        </p:nvSpPr>
        <p:spPr/>
        <p:txBody>
          <a:bodyPr/>
          <a:lstStyle>
            <a:lvl1pPr>
              <a:defRPr/>
            </a:lvl1pPr>
          </a:lstStyle>
          <a:p>
            <a:pPr>
              <a:defRPr/>
            </a:pPr>
            <a:fld id="{0798D4BF-B2A6-48E8-8483-8382E45D1ED9}" type="slidenum">
              <a:rPr lang="en-MY"/>
              <a:pPr>
                <a:defRPr/>
              </a:pPr>
              <a:t>‹#›</a:t>
            </a:fld>
            <a:endParaRPr lang="en-MY"/>
          </a:p>
        </p:txBody>
      </p:sp>
    </p:spTree>
    <p:extLst>
      <p:ext uri="{BB962C8B-B14F-4D97-AF65-F5344CB8AC3E}">
        <p14:creationId xmlns:p14="http://schemas.microsoft.com/office/powerpoint/2010/main" val="41404322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1D2DF8C-500E-4EF9-950E-4D1F912BC3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5EEB975E-61AD-814C-9950-77BF98509ED2}" type="datetimeFigureOut">
              <a:rPr lang="en-US"/>
              <a:pPr>
                <a:defRPr/>
              </a:pPr>
              <a:t>11/17/20</a:t>
            </a:fld>
            <a:endParaRPr lang="en-US"/>
          </a:p>
        </p:txBody>
      </p:sp>
      <p:sp>
        <p:nvSpPr>
          <p:cNvPr id="5" name="Footer Placeholder 4">
            <a:extLst>
              <a:ext uri="{FF2B5EF4-FFF2-40B4-BE49-F238E27FC236}">
                <a16:creationId xmlns:a16="http://schemas.microsoft.com/office/drawing/2014/main" id="{168F2BA2-A22B-4E34-80A5-84D2C3F4DB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66521561-873F-4C1D-BD8B-3AFBA233ED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defRPr>
            </a:lvl1pPr>
          </a:lstStyle>
          <a:p>
            <a:pPr>
              <a:defRPr/>
            </a:pPr>
            <a:fld id="{66A6A4BF-6CF2-7F4D-9586-24AE40100BF5}"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819" r:id="rId1"/>
    <p:sldLayoutId id="2147483820" r:id="rId2"/>
    <p:sldLayoutId id="2147483821" r:id="rId3"/>
    <p:sldLayoutId id="2147483822" r:id="rId4"/>
    <p:sldLayoutId id="2147483823" r:id="rId5"/>
    <p:sldLayoutId id="2147483824" r:id="rId6"/>
    <p:sldLayoutId id="2147483825" r:id="rId7"/>
    <p:sldLayoutId id="2147483826" r:id="rId8"/>
    <p:sldLayoutId id="2147483827" r:id="rId9"/>
    <p:sldLayoutId id="2147483828" r:id="rId10"/>
    <p:sldLayoutId id="2147483815" r:id="rId11"/>
    <p:sldLayoutId id="2147483816" r:id="rId12"/>
    <p:sldLayoutId id="2147483817" r:id="rId13"/>
    <p:sldLayoutId id="2147483818" r:id="rId14"/>
    <p:sldLayoutId id="2147483829" r:id="rId15"/>
    <p:sldLayoutId id="2147483830" r:id="rId16"/>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11.wmf"/><Relationship Id="rId2" Type="http://schemas.openxmlformats.org/officeDocument/2006/relationships/diagramData" Target="../diagrams/data3.xml"/><Relationship Id="rId1" Type="http://schemas.openxmlformats.org/officeDocument/2006/relationships/slideLayout" Target="../slideLayouts/slideLayout9.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9.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9.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9.xml"/><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9.xml"/><Relationship Id="rId5" Type="http://schemas.openxmlformats.org/officeDocument/2006/relationships/image" Target="../media/image19.pn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2.wmf"/><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png"/><Relationship Id="rId1" Type="http://schemas.openxmlformats.org/officeDocument/2006/relationships/slideLayout" Target="../slideLayouts/slideLayout9.xml"/><Relationship Id="rId5" Type="http://schemas.openxmlformats.org/officeDocument/2006/relationships/image" Target="../media/image27.png"/><Relationship Id="rId4" Type="http://schemas.openxmlformats.org/officeDocument/2006/relationships/image" Target="../media/image26.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9.xml"/><Relationship Id="rId5" Type="http://schemas.openxmlformats.org/officeDocument/2006/relationships/image" Target="../media/image19.png"/><Relationship Id="rId4" Type="http://schemas.openxmlformats.org/officeDocument/2006/relationships/image" Target="../media/image18.png"/></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7.png"/><Relationship Id="rId1" Type="http://schemas.openxmlformats.org/officeDocument/2006/relationships/slideLayout" Target="../slideLayouts/slideLayout9.xml"/><Relationship Id="rId5" Type="http://schemas.openxmlformats.org/officeDocument/2006/relationships/image" Target="../media/image26.png"/><Relationship Id="rId4" Type="http://schemas.openxmlformats.org/officeDocument/2006/relationships/image" Target="../media/image22.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9.xml"/><Relationship Id="rId4" Type="http://schemas.openxmlformats.org/officeDocument/2006/relationships/image" Target="../media/image37.png"/></Relationships>
</file>

<file path=ppt/slides/_rels/slide54.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4.xml"/><Relationship Id="rId1" Type="http://schemas.openxmlformats.org/officeDocument/2006/relationships/slideLayout" Target="../slideLayouts/slideLayout9.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5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6.xml"/><Relationship Id="rId1" Type="http://schemas.openxmlformats.org/officeDocument/2006/relationships/slideLayout" Target="../slideLayouts/slideLayout9.xml"/><Relationship Id="rId4" Type="http://schemas.openxmlformats.org/officeDocument/2006/relationships/image" Target="../media/image41.png"/></Relationships>
</file>

<file path=ppt/slides/_rels/slide5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6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6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4.xml"/><Relationship Id="rId1" Type="http://schemas.openxmlformats.org/officeDocument/2006/relationships/slideLayout" Target="../slideLayouts/slideLayout9.xml"/><Relationship Id="rId4" Type="http://schemas.openxmlformats.org/officeDocument/2006/relationships/image" Target="../media/image45.png"/></Relationships>
</file>

<file path=ppt/slides/_rels/slide6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7.png"/><Relationship Id="rId1" Type="http://schemas.openxmlformats.org/officeDocument/2006/relationships/slideLayout" Target="../slideLayouts/slideLayout9.xml"/><Relationship Id="rId5" Type="http://schemas.openxmlformats.org/officeDocument/2006/relationships/image" Target="../media/image48.png"/><Relationship Id="rId4" Type="http://schemas.openxmlformats.org/officeDocument/2006/relationships/image" Target="../media/image45.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50.png"/><Relationship Id="rId7" Type="http://schemas.openxmlformats.org/officeDocument/2006/relationships/image" Target="../media/image22.wmf"/><Relationship Id="rId2" Type="http://schemas.openxmlformats.org/officeDocument/2006/relationships/image" Target="../media/image49.png"/><Relationship Id="rId1" Type="http://schemas.openxmlformats.org/officeDocument/2006/relationships/slideLayout" Target="../slideLayouts/slideLayout9.xml"/><Relationship Id="rId6" Type="http://schemas.openxmlformats.org/officeDocument/2006/relationships/image" Target="../media/image21.png"/><Relationship Id="rId5" Type="http://schemas.openxmlformats.org/officeDocument/2006/relationships/image" Target="../media/image48.png"/><Relationship Id="rId4" Type="http://schemas.openxmlformats.org/officeDocument/2006/relationships/image" Target="../media/image5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7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73.xml.rels><?xml version="1.0" encoding="UTF-8" standalone="yes"?>
<Relationships xmlns="http://schemas.openxmlformats.org/package/2006/relationships"><Relationship Id="rId8" Type="http://schemas.openxmlformats.org/officeDocument/2006/relationships/image" Target="../media/image167.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notesSlide" Target="../notesSlides/notesSlide28.xml"/><Relationship Id="rId1" Type="http://schemas.openxmlformats.org/officeDocument/2006/relationships/slideLayout" Target="../slideLayouts/slideLayout9.xml"/><Relationship Id="rId6" Type="http://schemas.openxmlformats.org/officeDocument/2006/relationships/image" Target="../media/image166.png"/><Relationship Id="rId5" Type="http://schemas.openxmlformats.org/officeDocument/2006/relationships/customXml" Target="../ink/ink2.xml"/><Relationship Id="rId4" Type="http://schemas.openxmlformats.org/officeDocument/2006/relationships/image" Target="../media/image165.png"/></Relationships>
</file>

<file path=ppt/slides/_rels/slide74.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9.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a:extLst>
              <a:ext uri="{FF2B5EF4-FFF2-40B4-BE49-F238E27FC236}">
                <a16:creationId xmlns:a16="http://schemas.microsoft.com/office/drawing/2014/main" id="{EADC224B-D01B-7C4E-A924-E7D5542F0C48}"/>
              </a:ext>
            </a:extLst>
          </p:cNvPr>
          <p:cNvSpPr txBox="1">
            <a:spLocks noChangeArrowheads="1"/>
          </p:cNvSpPr>
          <p:nvPr/>
        </p:nvSpPr>
        <p:spPr bwMode="auto">
          <a:xfrm>
            <a:off x="276545" y="856452"/>
            <a:ext cx="8261279" cy="102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3600" b="1" dirty="0">
                <a:solidFill>
                  <a:schemeClr val="bg1"/>
                </a:solidFill>
                <a:latin typeface="Verdana" panose="020B0604030504040204" pitchFamily="34" charset="0"/>
              </a:rPr>
              <a:t>SECD2613</a:t>
            </a:r>
            <a:br>
              <a:rPr lang="en-US" altLang="en-US" sz="3600" b="1" dirty="0">
                <a:solidFill>
                  <a:schemeClr val="bg1"/>
                </a:solidFill>
                <a:latin typeface="Verdana" panose="020B0604030504040204" pitchFamily="34" charset="0"/>
              </a:rPr>
            </a:br>
            <a:r>
              <a:rPr lang="en-US" altLang="en-US" sz="3200" b="1" dirty="0">
                <a:solidFill>
                  <a:schemeClr val="bg1"/>
                </a:solidFill>
                <a:latin typeface="Verdana" panose="020B0604030504040204" pitchFamily="34" charset="0"/>
              </a:rPr>
              <a:t>System Analysis and Design</a:t>
            </a:r>
            <a:endParaRPr lang="en-US" altLang="en-US" sz="3600" b="1" dirty="0">
              <a:solidFill>
                <a:schemeClr val="bg1"/>
              </a:solidFill>
              <a:latin typeface="Verdana" panose="020B0604030504040204" pitchFamily="34" charset="0"/>
            </a:endParaRPr>
          </a:p>
        </p:txBody>
      </p:sp>
      <p:cxnSp>
        <p:nvCxnSpPr>
          <p:cNvPr id="8" name="Straight Connector 7">
            <a:extLst>
              <a:ext uri="{FF2B5EF4-FFF2-40B4-BE49-F238E27FC236}">
                <a16:creationId xmlns:a16="http://schemas.microsoft.com/office/drawing/2014/main" id="{0E316BA8-EFD8-4056-B5B4-01555F1655E0}"/>
              </a:ext>
            </a:extLst>
          </p:cNvPr>
          <p:cNvCxnSpPr>
            <a:cxnSpLocks/>
          </p:cNvCxnSpPr>
          <p:nvPr/>
        </p:nvCxnSpPr>
        <p:spPr>
          <a:xfrm>
            <a:off x="698500" y="2387600"/>
            <a:ext cx="5295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6E58691-3F85-42F3-AD1B-E26F22405C81}"/>
              </a:ext>
            </a:extLst>
          </p:cNvPr>
          <p:cNvCxnSpPr>
            <a:cxnSpLocks/>
          </p:cNvCxnSpPr>
          <p:nvPr/>
        </p:nvCxnSpPr>
        <p:spPr>
          <a:xfrm>
            <a:off x="698500" y="4495800"/>
            <a:ext cx="5295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388" name="Title 1">
            <a:extLst>
              <a:ext uri="{FF2B5EF4-FFF2-40B4-BE49-F238E27FC236}">
                <a16:creationId xmlns:a16="http://schemas.microsoft.com/office/drawing/2014/main" id="{84B188F9-CA02-A24F-9AFF-1F827F7900D9}"/>
              </a:ext>
            </a:extLst>
          </p:cNvPr>
          <p:cNvSpPr txBox="1">
            <a:spLocks noChangeArrowheads="1"/>
          </p:cNvSpPr>
          <p:nvPr/>
        </p:nvSpPr>
        <p:spPr bwMode="auto">
          <a:xfrm>
            <a:off x="698500" y="2382043"/>
            <a:ext cx="11085513" cy="2113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4400" b="1" dirty="0">
                <a:solidFill>
                  <a:schemeClr val="bg1"/>
                </a:solidFill>
              </a:rPr>
              <a:t>PART IV</a:t>
            </a:r>
          </a:p>
          <a:p>
            <a:pPr algn="ctr" eaLnBrk="1" hangingPunct="1"/>
            <a:r>
              <a:rPr lang="en-US" altLang="en-US" sz="4400" b="1" dirty="0">
                <a:solidFill>
                  <a:schemeClr val="bg1"/>
                </a:solidFill>
              </a:rPr>
              <a:t>The Analysis Process #1:</a:t>
            </a:r>
          </a:p>
          <a:p>
            <a:pPr algn="ctr" eaLnBrk="1" hangingPunct="1"/>
            <a:r>
              <a:rPr lang="en-US" altLang="en-US" sz="4400" b="1" dirty="0">
                <a:solidFill>
                  <a:schemeClr val="bg1"/>
                </a:solidFill>
              </a:rPr>
              <a:t>Introduction to Data Flow Diagram (DFD)</a:t>
            </a:r>
          </a:p>
        </p:txBody>
      </p:sp>
      <p:sp>
        <p:nvSpPr>
          <p:cNvPr id="6" name="TextBox 5">
            <a:extLst>
              <a:ext uri="{FF2B5EF4-FFF2-40B4-BE49-F238E27FC236}">
                <a16:creationId xmlns:a16="http://schemas.microsoft.com/office/drawing/2014/main" id="{98D5E80C-194C-DE44-9302-BDCA978E491A}"/>
              </a:ext>
            </a:extLst>
          </p:cNvPr>
          <p:cNvSpPr txBox="1"/>
          <p:nvPr/>
        </p:nvSpPr>
        <p:spPr>
          <a:xfrm>
            <a:off x="9952234" y="6611779"/>
            <a:ext cx="2239766" cy="246221"/>
          </a:xfrm>
          <a:prstGeom prst="rect">
            <a:avLst/>
          </a:prstGeom>
          <a:noFill/>
        </p:spPr>
        <p:txBody>
          <a:bodyPr wrap="square" rtlCol="0">
            <a:spAutoFit/>
          </a:bodyPr>
          <a:lstStyle/>
          <a:p>
            <a:pPr algn="r"/>
            <a:r>
              <a:rPr lang="en-US" sz="1000" dirty="0">
                <a:solidFill>
                  <a:schemeClr val="bg1"/>
                </a:solidFill>
              </a:rPr>
              <a:t>update: </a:t>
            </a:r>
            <a:r>
              <a:rPr lang="en-US" sz="1000" dirty="0" err="1">
                <a:solidFill>
                  <a:schemeClr val="bg1"/>
                </a:solidFill>
              </a:rPr>
              <a:t>november</a:t>
            </a:r>
            <a:r>
              <a:rPr lang="en-US" sz="1000" dirty="0">
                <a:solidFill>
                  <a:schemeClr val="bg1"/>
                </a:solidFill>
              </a:rPr>
              <a:t> 2020 (</a:t>
            </a:r>
            <a:r>
              <a:rPr lang="en-US" sz="1000" dirty="0" err="1">
                <a:solidFill>
                  <a:schemeClr val="bg1"/>
                </a:solidFill>
              </a:rPr>
              <a:t>sharinhh</a:t>
            </a:r>
            <a:r>
              <a:rPr lang="en-US" sz="1000" dirty="0">
                <a:solidFill>
                  <a:schemeClr val="bg1"/>
                </a:solidFill>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54A3A-7B2A-E04A-B941-DEC475FBE953}"/>
              </a:ext>
            </a:extLst>
          </p:cNvPr>
          <p:cNvSpPr>
            <a:spLocks noGrp="1"/>
          </p:cNvSpPr>
          <p:nvPr>
            <p:ph type="title" idx="4294967295"/>
          </p:nvPr>
        </p:nvSpPr>
        <p:spPr>
          <a:xfrm>
            <a:off x="0" y="371475"/>
            <a:ext cx="4579938" cy="3795713"/>
          </a:xfrm>
        </p:spPr>
        <p:txBody>
          <a:bodyPr vert="horz" lIns="91440" tIns="45720" rIns="91440" bIns="45720" rtlCol="0" anchor="ctr">
            <a:normAutofit/>
          </a:bodyPr>
          <a:lstStyle/>
          <a:p>
            <a:pPr algn="r" eaLnBrk="1" hangingPunct="1">
              <a:defRPr/>
            </a:pPr>
            <a:r>
              <a:rPr lang="en-US" b="1" kern="1200" dirty="0">
                <a:solidFill>
                  <a:srgbClr val="FFFFFF"/>
                </a:solidFill>
                <a:latin typeface="+mj-lt"/>
                <a:ea typeface="+mj-ea"/>
                <a:cs typeface="+mj-cs"/>
              </a:rPr>
              <a:t>Most Important Learning Yesterday </a:t>
            </a:r>
            <a:br>
              <a:rPr lang="en-US" b="1" kern="1200" dirty="0">
                <a:solidFill>
                  <a:srgbClr val="FFFFFF"/>
                </a:solidFill>
                <a:latin typeface="+mj-lt"/>
                <a:ea typeface="+mj-ea"/>
                <a:cs typeface="+mj-cs"/>
              </a:rPr>
            </a:br>
            <a:r>
              <a:rPr lang="en-US" b="1" kern="1200" dirty="0">
                <a:solidFill>
                  <a:srgbClr val="FFFFFF"/>
                </a:solidFill>
                <a:latin typeface="+mj-lt"/>
                <a:ea typeface="+mj-ea"/>
                <a:cs typeface="+mj-cs"/>
              </a:rPr>
              <a:t>(MILY)</a:t>
            </a:r>
          </a:p>
        </p:txBody>
      </p:sp>
      <p:graphicFrame>
        <p:nvGraphicFramePr>
          <p:cNvPr id="3" name="Content Placeholder 2">
            <a:extLst>
              <a:ext uri="{FF2B5EF4-FFF2-40B4-BE49-F238E27FC236}">
                <a16:creationId xmlns:a16="http://schemas.microsoft.com/office/drawing/2014/main" id="{85A4543C-2259-B54E-BF5F-473FE4D1744C}"/>
              </a:ext>
            </a:extLst>
          </p:cNvPr>
          <p:cNvGraphicFramePr>
            <a:graphicFrameLocks noGrp="1"/>
          </p:cNvGraphicFramePr>
          <p:nvPr>
            <p:ph idx="4294967295"/>
            <p:extLst>
              <p:ext uri="{D42A27DB-BD31-4B8C-83A1-F6EECF244321}">
                <p14:modId xmlns:p14="http://schemas.microsoft.com/office/powerpoint/2010/main" val="2509718717"/>
              </p:ext>
            </p:extLst>
          </p:nvPr>
        </p:nvGraphicFramePr>
        <p:xfrm>
          <a:off x="4817638" y="174865"/>
          <a:ext cx="7209692" cy="47774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4" name="Content Placeholder 1">
            <a:extLst>
              <a:ext uri="{FF2B5EF4-FFF2-40B4-BE49-F238E27FC236}">
                <a16:creationId xmlns:a16="http://schemas.microsoft.com/office/drawing/2014/main" id="{2FD3314F-1E5E-8B41-972A-327DCC6B5332}"/>
              </a:ext>
            </a:extLst>
          </p:cNvPr>
          <p:cNvGraphicFramePr>
            <a:graphicFrameLocks/>
          </p:cNvGraphicFramePr>
          <p:nvPr>
            <p:extLst>
              <p:ext uri="{D42A27DB-BD31-4B8C-83A1-F6EECF244321}">
                <p14:modId xmlns:p14="http://schemas.microsoft.com/office/powerpoint/2010/main" val="3534473255"/>
              </p:ext>
            </p:extLst>
          </p:nvPr>
        </p:nvGraphicFramePr>
        <p:xfrm>
          <a:off x="4817638" y="4294414"/>
          <a:ext cx="7209692" cy="256358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874735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a:defRPr/>
            </a:pPr>
            <a:fld id="{7C40D79F-C51A-4C08-8074-211DC6804BF5}" type="slidenum">
              <a:rPr lang="en-MY" smtClean="0"/>
              <a:pPr>
                <a:defRPr/>
              </a:pPr>
              <a:t>3</a:t>
            </a:fld>
            <a:endParaRPr lang="en-MY" dirty="0"/>
          </a:p>
        </p:txBody>
      </p:sp>
      <p:sp>
        <p:nvSpPr>
          <p:cNvPr id="6" name="Title 1">
            <a:extLst>
              <a:ext uri="{FF2B5EF4-FFF2-40B4-BE49-F238E27FC236}">
                <a16:creationId xmlns:a16="http://schemas.microsoft.com/office/drawing/2014/main" id="{8021E89F-DFAA-4447-B3CB-90F332FF1FB3}"/>
              </a:ext>
            </a:extLst>
          </p:cNvPr>
          <p:cNvSpPr txBox="1">
            <a:spLocks noChangeArrowheads="1"/>
          </p:cNvSpPr>
          <p:nvPr/>
        </p:nvSpPr>
        <p:spPr bwMode="auto">
          <a:xfrm>
            <a:off x="332444" y="628431"/>
            <a:ext cx="11859556"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5400" b="1" dirty="0">
                <a:solidFill>
                  <a:srgbClr val="840F3E"/>
                </a:solidFill>
              </a:rPr>
              <a:t>SDLC – THE SEVEN PHASES</a:t>
            </a:r>
            <a:endParaRPr lang="en-US" altLang="en-US" sz="5400" b="1" dirty="0">
              <a:solidFill>
                <a:srgbClr val="840F3E"/>
              </a:solidFill>
              <a:latin typeface="Calibri Light" panose="020F0302020204030204" pitchFamily="34" charset="0"/>
            </a:endParaRPr>
          </a:p>
        </p:txBody>
      </p:sp>
      <p:graphicFrame>
        <p:nvGraphicFramePr>
          <p:cNvPr id="7" name="Content Placeholder 1">
            <a:extLst>
              <a:ext uri="{FF2B5EF4-FFF2-40B4-BE49-F238E27FC236}">
                <a16:creationId xmlns:a16="http://schemas.microsoft.com/office/drawing/2014/main" id="{2DDDEE53-6468-DF48-8B31-B9F818B3264B}"/>
              </a:ext>
            </a:extLst>
          </p:cNvPr>
          <p:cNvGraphicFramePr>
            <a:graphicFrameLocks/>
          </p:cNvGraphicFramePr>
          <p:nvPr>
            <p:extLst>
              <p:ext uri="{D42A27DB-BD31-4B8C-83A1-F6EECF244321}">
                <p14:modId xmlns:p14="http://schemas.microsoft.com/office/powerpoint/2010/main" val="2244446705"/>
              </p:ext>
            </p:extLst>
          </p:nvPr>
        </p:nvGraphicFramePr>
        <p:xfrm>
          <a:off x="5927270" y="1335640"/>
          <a:ext cx="6114041" cy="5126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Picture 7">
            <a:extLst>
              <a:ext uri="{FF2B5EF4-FFF2-40B4-BE49-F238E27FC236}">
                <a16:creationId xmlns:a16="http://schemas.microsoft.com/office/drawing/2014/main" id="{12A9C085-CCE2-0249-89CC-A750A55F49C7}"/>
              </a:ext>
            </a:extLst>
          </p:cNvPr>
          <p:cNvPicPr>
            <a:picLocks noChangeAspect="1" noChangeArrowheads="1"/>
          </p:cNvPicPr>
          <p:nvPr/>
        </p:nvPicPr>
        <p:blipFill>
          <a:blip r:embed="rId7" cstate="print"/>
          <a:srcRect/>
          <a:stretch>
            <a:fillRect/>
          </a:stretch>
        </p:blipFill>
        <p:spPr bwMode="auto">
          <a:xfrm>
            <a:off x="0" y="2190780"/>
            <a:ext cx="5323051" cy="2932879"/>
          </a:xfrm>
          <a:prstGeom prst="rect">
            <a:avLst/>
          </a:prstGeom>
          <a:noFill/>
          <a:ln w="9525">
            <a:noFill/>
            <a:miter lim="800000"/>
            <a:headEnd/>
            <a:tailEnd/>
          </a:ln>
        </p:spPr>
      </p:pic>
      <p:sp>
        <p:nvSpPr>
          <p:cNvPr id="9" name="Rounded Rectangle 8">
            <a:extLst>
              <a:ext uri="{FF2B5EF4-FFF2-40B4-BE49-F238E27FC236}">
                <a16:creationId xmlns:a16="http://schemas.microsoft.com/office/drawing/2014/main" id="{585D29C7-4BDE-344E-8E53-09D9A046F8D2}"/>
              </a:ext>
            </a:extLst>
          </p:cNvPr>
          <p:cNvSpPr/>
          <p:nvPr/>
        </p:nvSpPr>
        <p:spPr>
          <a:xfrm>
            <a:off x="4185615" y="3000054"/>
            <a:ext cx="1253447" cy="428946"/>
          </a:xfrm>
          <a:prstGeom prst="roundRect">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B6EE8275-6E97-A94A-8396-53B9AA77067D}"/>
              </a:ext>
            </a:extLst>
          </p:cNvPr>
          <p:cNvSpPr/>
          <p:nvPr/>
        </p:nvSpPr>
        <p:spPr>
          <a:xfrm>
            <a:off x="1039644" y="2319697"/>
            <a:ext cx="1507613" cy="554132"/>
          </a:xfrm>
          <a:prstGeom prst="roundRect">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FA5A0AE0-4552-1742-9D19-B7D30D34AC18}"/>
              </a:ext>
            </a:extLst>
          </p:cNvPr>
          <p:cNvSpPr/>
          <p:nvPr/>
        </p:nvSpPr>
        <p:spPr>
          <a:xfrm>
            <a:off x="2932168" y="2232837"/>
            <a:ext cx="1378575" cy="554132"/>
          </a:xfrm>
          <a:prstGeom prst="roundRect">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8535480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AsOne/>
      </p:bldGraphic>
      <p:bldP spid="9" grpId="0" animBg="1"/>
      <p:bldP spid="10" grpId="0" animBg="1"/>
      <p:bldP spid="1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a:solidFill>
                  <a:srgbClr val="85103F"/>
                </a:solidFill>
              </a:rPr>
              <a:t>OBJECTIVES</a:t>
            </a:r>
            <a:endParaRPr lang="en-US" altLang="en-US" sz="5400">
              <a:solidFill>
                <a:srgbClr val="85103F"/>
              </a:solidFill>
              <a:latin typeface="Calibri Light" panose="020F0302020204030204" pitchFamily="34" charset="0"/>
            </a:endParaRPr>
          </a:p>
        </p:txBody>
      </p:sp>
      <p:sp>
        <p:nvSpPr>
          <p:cNvPr id="4" name="Rectangle 3">
            <a:extLst>
              <a:ext uri="{FF2B5EF4-FFF2-40B4-BE49-F238E27FC236}">
                <a16:creationId xmlns:a16="http://schemas.microsoft.com/office/drawing/2014/main" id="{1A949DFF-A7F4-584B-B086-A15167C64EE8}"/>
              </a:ext>
            </a:extLst>
          </p:cNvPr>
          <p:cNvSpPr txBox="1">
            <a:spLocks noChangeArrowheads="1"/>
          </p:cNvSpPr>
          <p:nvPr/>
        </p:nvSpPr>
        <p:spPr>
          <a:xfrm>
            <a:off x="284252" y="1568450"/>
            <a:ext cx="11480710" cy="5001419"/>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pPr>
            <a:r>
              <a:rPr lang="en-US" dirty="0"/>
              <a:t>Comprehend the importance of using logical and physical data flow diagrams (DFDs) to graphically depict movement for humans and systems in an organization.</a:t>
            </a:r>
          </a:p>
          <a:p>
            <a:pPr marL="514350" indent="-514350">
              <a:buFont typeface="+mj-lt"/>
              <a:buAutoNum type="arabicPeriod"/>
            </a:pPr>
            <a:r>
              <a:rPr lang="en-US" dirty="0"/>
              <a:t>Create, use, and explode logical DFDs to capture and analyze the current system through parent and child levels.</a:t>
            </a:r>
          </a:p>
          <a:p>
            <a:pPr marL="514350" indent="-514350">
              <a:buFont typeface="+mj-lt"/>
              <a:buAutoNum type="arabicPeriod"/>
            </a:pPr>
            <a:r>
              <a:rPr lang="en-US" dirty="0"/>
              <a:t>Develop and explode logical DFDs that illustrate the proposed system.</a:t>
            </a:r>
          </a:p>
          <a:p>
            <a:pPr marL="514350" indent="-514350">
              <a:buFont typeface="+mj-lt"/>
              <a:buAutoNum type="arabicPeriod"/>
            </a:pPr>
            <a:r>
              <a:rPr lang="en-US" dirty="0"/>
              <a:t>Produce physical DFDs based on logical DFDs you have developed.</a:t>
            </a:r>
          </a:p>
          <a:p>
            <a:pPr marL="514350" indent="-514350">
              <a:buFont typeface="+mj-lt"/>
              <a:buAutoNum type="arabicPeriod"/>
            </a:pPr>
            <a:r>
              <a:rPr lang="en-US" dirty="0"/>
              <a:t>Understand and apply the concept of partitioning of physical DFDs.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3DC8AAC1-7DB5-434F-BE64-6CFB52E526BC}"/>
              </a:ext>
            </a:extLst>
          </p:cNvPr>
          <p:cNvGraphicFramePr/>
          <p:nvPr>
            <p:extLst>
              <p:ext uri="{D42A27DB-BD31-4B8C-83A1-F6EECF244321}">
                <p14:modId xmlns:p14="http://schemas.microsoft.com/office/powerpoint/2010/main" val="2518967826"/>
              </p:ext>
            </p:extLst>
          </p:nvPr>
        </p:nvGraphicFramePr>
        <p:xfrm>
          <a:off x="396875" y="1482208"/>
          <a:ext cx="11398250" cy="48980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1">
            <a:extLst>
              <a:ext uri="{FF2B5EF4-FFF2-40B4-BE49-F238E27FC236}">
                <a16:creationId xmlns:a16="http://schemas.microsoft.com/office/drawing/2014/main" id="{03EAE533-75AA-5340-9ACB-DC7FFDBCE7D3}"/>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MAJOR TOPICS</a:t>
            </a:r>
            <a:endParaRPr lang="en-US" altLang="en-US" sz="5400" dirty="0">
              <a:solidFill>
                <a:srgbClr val="85103F"/>
              </a:solidFill>
              <a:latin typeface="Calibri Light" panose="020F0302020204030204" pitchFamily="34" charset="0"/>
            </a:endParaRPr>
          </a:p>
        </p:txBody>
      </p:sp>
      <p:sp>
        <p:nvSpPr>
          <p:cNvPr id="3" name="TextBox 2">
            <a:extLst>
              <a:ext uri="{FF2B5EF4-FFF2-40B4-BE49-F238E27FC236}">
                <a16:creationId xmlns:a16="http://schemas.microsoft.com/office/drawing/2014/main" id="{DA4886F2-5FA8-7C41-ADAD-C6D3677FE9CB}"/>
              </a:ext>
            </a:extLst>
          </p:cNvPr>
          <p:cNvSpPr txBox="1"/>
          <p:nvPr/>
        </p:nvSpPr>
        <p:spPr>
          <a:xfrm>
            <a:off x="8988175" y="1796946"/>
            <a:ext cx="1219565" cy="584775"/>
          </a:xfrm>
          <a:prstGeom prst="rect">
            <a:avLst/>
          </a:prstGeom>
          <a:noFill/>
        </p:spPr>
        <p:txBody>
          <a:bodyPr wrap="none" rtlCol="0">
            <a:spAutoFit/>
          </a:bodyPr>
          <a:lstStyle/>
          <a:p>
            <a:r>
              <a:rPr lang="en-US" sz="3200" dirty="0"/>
              <a:t>PART I</a:t>
            </a:r>
          </a:p>
        </p:txBody>
      </p:sp>
      <p:cxnSp>
        <p:nvCxnSpPr>
          <p:cNvPr id="6" name="Straight Arrow Connector 5">
            <a:extLst>
              <a:ext uri="{FF2B5EF4-FFF2-40B4-BE49-F238E27FC236}">
                <a16:creationId xmlns:a16="http://schemas.microsoft.com/office/drawing/2014/main" id="{9989816E-5047-F54B-9EA1-6F6E15326463}"/>
              </a:ext>
            </a:extLst>
          </p:cNvPr>
          <p:cNvCxnSpPr>
            <a:cxnSpLocks/>
          </p:cNvCxnSpPr>
          <p:nvPr/>
        </p:nvCxnSpPr>
        <p:spPr>
          <a:xfrm flipH="1">
            <a:off x="7457325" y="2089334"/>
            <a:ext cx="1530850"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DF1C3A0-7923-3E47-A50C-3A638F2A3531}"/>
              </a:ext>
            </a:extLst>
          </p:cNvPr>
          <p:cNvSpPr txBox="1"/>
          <p:nvPr/>
        </p:nvSpPr>
        <p:spPr>
          <a:xfrm>
            <a:off x="8988175" y="2984712"/>
            <a:ext cx="2102820" cy="584775"/>
          </a:xfrm>
          <a:prstGeom prst="rect">
            <a:avLst/>
          </a:prstGeom>
          <a:noFill/>
        </p:spPr>
        <p:txBody>
          <a:bodyPr wrap="none" rtlCol="0">
            <a:spAutoFit/>
          </a:bodyPr>
          <a:lstStyle/>
          <a:p>
            <a:r>
              <a:rPr lang="en-US" sz="3200" dirty="0"/>
              <a:t>PART II &amp; III</a:t>
            </a:r>
          </a:p>
        </p:txBody>
      </p:sp>
      <p:cxnSp>
        <p:nvCxnSpPr>
          <p:cNvPr id="8" name="Straight Arrow Connector 7">
            <a:extLst>
              <a:ext uri="{FF2B5EF4-FFF2-40B4-BE49-F238E27FC236}">
                <a16:creationId xmlns:a16="http://schemas.microsoft.com/office/drawing/2014/main" id="{0221448A-E72B-DB40-B580-AD57BD4F5739}"/>
              </a:ext>
            </a:extLst>
          </p:cNvPr>
          <p:cNvCxnSpPr>
            <a:cxnSpLocks/>
          </p:cNvCxnSpPr>
          <p:nvPr/>
        </p:nvCxnSpPr>
        <p:spPr>
          <a:xfrm flipH="1">
            <a:off x="7457325" y="3277100"/>
            <a:ext cx="1530850"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7D118240-6609-B045-AAC9-BB3F03CEB3EA}"/>
              </a:ext>
            </a:extLst>
          </p:cNvPr>
          <p:cNvSpPr txBox="1"/>
          <p:nvPr/>
        </p:nvSpPr>
        <p:spPr>
          <a:xfrm>
            <a:off x="8988175" y="4233506"/>
            <a:ext cx="2148345" cy="584775"/>
          </a:xfrm>
          <a:prstGeom prst="rect">
            <a:avLst/>
          </a:prstGeom>
          <a:noFill/>
        </p:spPr>
        <p:txBody>
          <a:bodyPr wrap="none" rtlCol="0">
            <a:spAutoFit/>
          </a:bodyPr>
          <a:lstStyle/>
          <a:p>
            <a:r>
              <a:rPr lang="en-US" sz="3200" dirty="0"/>
              <a:t>PART IV &amp; V</a:t>
            </a:r>
          </a:p>
        </p:txBody>
      </p:sp>
      <p:cxnSp>
        <p:nvCxnSpPr>
          <p:cNvPr id="10" name="Straight Arrow Connector 9">
            <a:extLst>
              <a:ext uri="{FF2B5EF4-FFF2-40B4-BE49-F238E27FC236}">
                <a16:creationId xmlns:a16="http://schemas.microsoft.com/office/drawing/2014/main" id="{BAE6CEB5-A009-354F-B3B5-60C7D3E80E7B}"/>
              </a:ext>
            </a:extLst>
          </p:cNvPr>
          <p:cNvCxnSpPr>
            <a:cxnSpLocks/>
          </p:cNvCxnSpPr>
          <p:nvPr/>
        </p:nvCxnSpPr>
        <p:spPr>
          <a:xfrm flipH="1">
            <a:off x="7457325" y="4525893"/>
            <a:ext cx="1530850"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77B08A9D-EF45-434B-A4E7-1D0A8F2D60B3}"/>
              </a:ext>
            </a:extLst>
          </p:cNvPr>
          <p:cNvSpPr txBox="1"/>
          <p:nvPr/>
        </p:nvSpPr>
        <p:spPr>
          <a:xfrm>
            <a:off x="8988175" y="5483194"/>
            <a:ext cx="1452001" cy="584775"/>
          </a:xfrm>
          <a:prstGeom prst="rect">
            <a:avLst/>
          </a:prstGeom>
          <a:noFill/>
        </p:spPr>
        <p:txBody>
          <a:bodyPr wrap="none" rtlCol="0">
            <a:spAutoFit/>
          </a:bodyPr>
          <a:lstStyle/>
          <a:p>
            <a:r>
              <a:rPr lang="en-US" sz="3200" dirty="0"/>
              <a:t>PART VI</a:t>
            </a:r>
          </a:p>
        </p:txBody>
      </p:sp>
      <p:cxnSp>
        <p:nvCxnSpPr>
          <p:cNvPr id="12" name="Straight Arrow Connector 11">
            <a:extLst>
              <a:ext uri="{FF2B5EF4-FFF2-40B4-BE49-F238E27FC236}">
                <a16:creationId xmlns:a16="http://schemas.microsoft.com/office/drawing/2014/main" id="{2D395816-838A-1249-9556-6BCC47853CA9}"/>
              </a:ext>
            </a:extLst>
          </p:cNvPr>
          <p:cNvCxnSpPr>
            <a:cxnSpLocks/>
          </p:cNvCxnSpPr>
          <p:nvPr/>
        </p:nvCxnSpPr>
        <p:spPr>
          <a:xfrm flipH="1">
            <a:off x="7457325" y="5775581"/>
            <a:ext cx="1530850"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9" grpId="0"/>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4DED6-3AA9-4DBB-84AF-6902AA84723E}"/>
              </a:ext>
            </a:extLst>
          </p:cNvPr>
          <p:cNvSpPr>
            <a:spLocks noGrp="1"/>
          </p:cNvSpPr>
          <p:nvPr>
            <p:ph type="ctrTitle"/>
          </p:nvPr>
        </p:nvSpPr>
        <p:spPr/>
        <p:txBody>
          <a:bodyPr/>
          <a:lstStyle/>
          <a:p>
            <a:r>
              <a:rPr lang="en-US" b="1" dirty="0">
                <a:solidFill>
                  <a:schemeClr val="bg1"/>
                </a:solidFill>
              </a:rPr>
              <a:t>PART I</a:t>
            </a:r>
            <a:endParaRPr lang="en-MY" b="1" dirty="0">
              <a:solidFill>
                <a:schemeClr val="bg1"/>
              </a:solidFill>
            </a:endParaRPr>
          </a:p>
        </p:txBody>
      </p:sp>
      <p:sp>
        <p:nvSpPr>
          <p:cNvPr id="3" name="Subtitle 2">
            <a:extLst>
              <a:ext uri="{FF2B5EF4-FFF2-40B4-BE49-F238E27FC236}">
                <a16:creationId xmlns:a16="http://schemas.microsoft.com/office/drawing/2014/main" id="{26157C70-9B7A-4F4F-9478-D893D978A2B0}"/>
              </a:ext>
            </a:extLst>
          </p:cNvPr>
          <p:cNvSpPr>
            <a:spLocks noGrp="1"/>
          </p:cNvSpPr>
          <p:nvPr>
            <p:ph type="subTitle" idx="1"/>
          </p:nvPr>
        </p:nvSpPr>
        <p:spPr/>
        <p:txBody>
          <a:bodyPr/>
          <a:lstStyle/>
          <a:p>
            <a:pPr marL="457200" lvl="0" indent="-457200">
              <a:buFont typeface="Arial" panose="020B0604020202020204" pitchFamily="34" charset="0"/>
              <a:buChar char="•"/>
            </a:pPr>
            <a:r>
              <a:rPr lang="en-US" sz="3200" dirty="0">
                <a:solidFill>
                  <a:schemeClr val="bg1"/>
                </a:solidFill>
              </a:rPr>
              <a:t>What is DFD?</a:t>
            </a:r>
            <a:endParaRPr lang="en-MY" sz="3200" dirty="0">
              <a:solidFill>
                <a:schemeClr val="bg1"/>
              </a:solidFill>
            </a:endParaRPr>
          </a:p>
          <a:p>
            <a:pPr marL="457200" lvl="0" indent="-457200">
              <a:buFont typeface="Arial" panose="020B0604020202020204" pitchFamily="34" charset="0"/>
              <a:buChar char="•"/>
            </a:pPr>
            <a:r>
              <a:rPr lang="en-US" sz="3200" dirty="0">
                <a:solidFill>
                  <a:schemeClr val="bg1"/>
                </a:solidFill>
              </a:rPr>
              <a:t>DFD Symbols</a:t>
            </a:r>
            <a:endParaRPr lang="en-MY" sz="3200" dirty="0">
              <a:solidFill>
                <a:schemeClr val="bg1"/>
              </a:solidFill>
            </a:endParaRPr>
          </a:p>
        </p:txBody>
      </p:sp>
    </p:spTree>
    <p:extLst>
      <p:ext uri="{BB962C8B-B14F-4D97-AF65-F5344CB8AC3E}">
        <p14:creationId xmlns:p14="http://schemas.microsoft.com/office/powerpoint/2010/main" val="40971765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DATA FLOW DIAGRAM</a:t>
            </a:r>
            <a:endParaRPr lang="en-US" altLang="en-US" sz="5400" dirty="0">
              <a:solidFill>
                <a:srgbClr val="85103F"/>
              </a:solidFill>
              <a:latin typeface="Calibri Light" panose="020F0302020204030204" pitchFamily="34" charset="0"/>
            </a:endParaRPr>
          </a:p>
        </p:txBody>
      </p:sp>
      <p:sp>
        <p:nvSpPr>
          <p:cNvPr id="3" name="Rectangle 3">
            <a:extLst>
              <a:ext uri="{FF2B5EF4-FFF2-40B4-BE49-F238E27FC236}">
                <a16:creationId xmlns:a16="http://schemas.microsoft.com/office/drawing/2014/main" id="{A27FDB0D-4CCB-1847-BBAA-280BB95F7701}"/>
              </a:ext>
            </a:extLst>
          </p:cNvPr>
          <p:cNvSpPr txBox="1">
            <a:spLocks noChangeArrowheads="1"/>
          </p:cNvSpPr>
          <p:nvPr/>
        </p:nvSpPr>
        <p:spPr>
          <a:xfrm>
            <a:off x="303087" y="1568450"/>
            <a:ext cx="11656031" cy="2787793"/>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Graphically characterize data processes and flows in a business system</a:t>
            </a:r>
          </a:p>
          <a:p>
            <a:r>
              <a:rPr lang="en-US" dirty="0"/>
              <a:t>Depict:</a:t>
            </a:r>
          </a:p>
          <a:p>
            <a:pPr marL="971550" lvl="1" indent="-514350">
              <a:buFont typeface="+mj-lt"/>
              <a:buAutoNum type="romanLcPeriod"/>
            </a:pPr>
            <a:r>
              <a:rPr lang="en-US" dirty="0"/>
              <a:t>System inputs</a:t>
            </a:r>
          </a:p>
          <a:p>
            <a:pPr marL="971550" lvl="1" indent="-514350">
              <a:buFont typeface="+mj-lt"/>
              <a:buAutoNum type="romanLcPeriod"/>
            </a:pPr>
            <a:r>
              <a:rPr lang="en-US" dirty="0"/>
              <a:t>Processes</a:t>
            </a:r>
          </a:p>
          <a:p>
            <a:pPr marL="971550" lvl="1" indent="-514350">
              <a:buFont typeface="+mj-lt"/>
              <a:buAutoNum type="romanLcPeriod"/>
            </a:pPr>
            <a:r>
              <a:rPr lang="en-US" dirty="0"/>
              <a:t>Outputs</a:t>
            </a:r>
          </a:p>
          <a:p>
            <a:endParaRPr lang="en-US" dirty="0"/>
          </a:p>
        </p:txBody>
      </p:sp>
      <p:graphicFrame>
        <p:nvGraphicFramePr>
          <p:cNvPr id="4" name="Diagram 3">
            <a:extLst>
              <a:ext uri="{FF2B5EF4-FFF2-40B4-BE49-F238E27FC236}">
                <a16:creationId xmlns:a16="http://schemas.microsoft.com/office/drawing/2014/main" id="{7157372E-8E38-694E-83A3-5647F2CF95ED}"/>
              </a:ext>
            </a:extLst>
          </p:cNvPr>
          <p:cNvGraphicFramePr/>
          <p:nvPr>
            <p:extLst>
              <p:ext uri="{D42A27DB-BD31-4B8C-83A1-F6EECF244321}">
                <p14:modId xmlns:p14="http://schemas.microsoft.com/office/powerpoint/2010/main" val="2743038929"/>
              </p:ext>
            </p:extLst>
          </p:nvPr>
        </p:nvGraphicFramePr>
        <p:xfrm>
          <a:off x="1250022" y="3902282"/>
          <a:ext cx="10164566" cy="17279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Rectangle 1">
            <a:extLst>
              <a:ext uri="{FF2B5EF4-FFF2-40B4-BE49-F238E27FC236}">
                <a16:creationId xmlns:a16="http://schemas.microsoft.com/office/drawing/2014/main" id="{00E56191-D8B0-3749-B178-4D80191665AE}"/>
              </a:ext>
            </a:extLst>
          </p:cNvPr>
          <p:cNvSpPr/>
          <p:nvPr/>
        </p:nvSpPr>
        <p:spPr>
          <a:xfrm>
            <a:off x="4881479" y="3429000"/>
            <a:ext cx="3951514" cy="25635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46D504C8-C238-834B-ACD2-1E0DAB2DF72C}"/>
              </a:ext>
            </a:extLst>
          </p:cNvPr>
          <p:cNvSpPr/>
          <p:nvPr/>
        </p:nvSpPr>
        <p:spPr>
          <a:xfrm>
            <a:off x="1027417" y="3912131"/>
            <a:ext cx="7708124" cy="17279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C5DACC2-95C2-AC4E-952D-191D576280DB}"/>
              </a:ext>
            </a:extLst>
          </p:cNvPr>
          <p:cNvSpPr/>
          <p:nvPr/>
        </p:nvSpPr>
        <p:spPr>
          <a:xfrm>
            <a:off x="7937399" y="2988129"/>
            <a:ext cx="3951514" cy="31568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27484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7" y="596900"/>
            <a:ext cx="11624549"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ADVANTAGE OF DATA FLOW APPROACH</a:t>
            </a:r>
            <a:endParaRPr lang="en-US" altLang="en-US" sz="5400" dirty="0">
              <a:solidFill>
                <a:srgbClr val="85103F"/>
              </a:solidFill>
              <a:latin typeface="Calibri Light" panose="020F0302020204030204" pitchFamily="34" charset="0"/>
            </a:endParaRPr>
          </a:p>
        </p:txBody>
      </p:sp>
      <p:sp>
        <p:nvSpPr>
          <p:cNvPr id="5" name="Rectangle 3">
            <a:extLst>
              <a:ext uri="{FF2B5EF4-FFF2-40B4-BE49-F238E27FC236}">
                <a16:creationId xmlns:a16="http://schemas.microsoft.com/office/drawing/2014/main" id="{47573312-470F-F044-93AD-50EB68EAA4C7}"/>
              </a:ext>
            </a:extLst>
          </p:cNvPr>
          <p:cNvSpPr txBox="1">
            <a:spLocks noChangeArrowheads="1"/>
          </p:cNvSpPr>
          <p:nvPr/>
        </p:nvSpPr>
        <p:spPr>
          <a:xfrm>
            <a:off x="427037" y="1425066"/>
            <a:ext cx="11419065" cy="5001419"/>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Freedom from committing to the technical implementation too early</a:t>
            </a:r>
          </a:p>
          <a:p>
            <a:r>
              <a:rPr lang="en-US" sz="3200" dirty="0"/>
              <a:t>Understanding of the interrelatedness of systems and subsystems</a:t>
            </a:r>
          </a:p>
          <a:p>
            <a:r>
              <a:rPr lang="en-US" sz="3200" dirty="0"/>
              <a:t>Communicating current system knowledge to users</a:t>
            </a:r>
          </a:p>
          <a:p>
            <a:r>
              <a:rPr lang="en-US" sz="3200" dirty="0"/>
              <a:t>Analysis of the proposed system</a:t>
            </a:r>
          </a:p>
        </p:txBody>
      </p:sp>
      <p:sp>
        <p:nvSpPr>
          <p:cNvPr id="6" name="Rectangle 5">
            <a:extLst>
              <a:ext uri="{FF2B5EF4-FFF2-40B4-BE49-F238E27FC236}">
                <a16:creationId xmlns:a16="http://schemas.microsoft.com/office/drawing/2014/main" id="{DA2A9781-A0F9-5A4F-8B1D-A92314FDD0F9}"/>
              </a:ext>
            </a:extLst>
          </p:cNvPr>
          <p:cNvSpPr/>
          <p:nvPr/>
        </p:nvSpPr>
        <p:spPr>
          <a:xfrm>
            <a:off x="2478783" y="1746788"/>
            <a:ext cx="10164566" cy="1727956"/>
          </a:xfrm>
          <a:prstGeom prst="rect">
            <a:avLst/>
          </a:prstGeom>
          <a:noFill/>
        </p:spPr>
      </p:sp>
      <p:sp>
        <p:nvSpPr>
          <p:cNvPr id="8" name="Freeform 7">
            <a:extLst>
              <a:ext uri="{FF2B5EF4-FFF2-40B4-BE49-F238E27FC236}">
                <a16:creationId xmlns:a16="http://schemas.microsoft.com/office/drawing/2014/main" id="{985F5A80-EE0D-3D46-92F0-00AFFAADC6FD}"/>
              </a:ext>
            </a:extLst>
          </p:cNvPr>
          <p:cNvSpPr/>
          <p:nvPr/>
        </p:nvSpPr>
        <p:spPr>
          <a:xfrm>
            <a:off x="1303321" y="4265756"/>
            <a:ext cx="2251537" cy="2066558"/>
          </a:xfrm>
          <a:custGeom>
            <a:avLst/>
            <a:gdLst>
              <a:gd name="connsiteX0" fmla="*/ 0 w 2670183"/>
              <a:gd name="connsiteY0" fmla="*/ 160211 h 1602110"/>
              <a:gd name="connsiteX1" fmla="*/ 160211 w 2670183"/>
              <a:gd name="connsiteY1" fmla="*/ 0 h 1602110"/>
              <a:gd name="connsiteX2" fmla="*/ 2509972 w 2670183"/>
              <a:gd name="connsiteY2" fmla="*/ 0 h 1602110"/>
              <a:gd name="connsiteX3" fmla="*/ 2670183 w 2670183"/>
              <a:gd name="connsiteY3" fmla="*/ 160211 h 1602110"/>
              <a:gd name="connsiteX4" fmla="*/ 2670183 w 2670183"/>
              <a:gd name="connsiteY4" fmla="*/ 1441899 h 1602110"/>
              <a:gd name="connsiteX5" fmla="*/ 2509972 w 2670183"/>
              <a:gd name="connsiteY5" fmla="*/ 1602110 h 1602110"/>
              <a:gd name="connsiteX6" fmla="*/ 160211 w 2670183"/>
              <a:gd name="connsiteY6" fmla="*/ 1602110 h 1602110"/>
              <a:gd name="connsiteX7" fmla="*/ 0 w 2670183"/>
              <a:gd name="connsiteY7" fmla="*/ 1441899 h 1602110"/>
              <a:gd name="connsiteX8" fmla="*/ 0 w 2670183"/>
              <a:gd name="connsiteY8" fmla="*/ 160211 h 1602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70183" h="1602110">
                <a:moveTo>
                  <a:pt x="0" y="160211"/>
                </a:moveTo>
                <a:cubicBezTo>
                  <a:pt x="0" y="71729"/>
                  <a:pt x="71729" y="0"/>
                  <a:pt x="160211" y="0"/>
                </a:cubicBezTo>
                <a:lnTo>
                  <a:pt x="2509972" y="0"/>
                </a:lnTo>
                <a:cubicBezTo>
                  <a:pt x="2598454" y="0"/>
                  <a:pt x="2670183" y="71729"/>
                  <a:pt x="2670183" y="160211"/>
                </a:cubicBezTo>
                <a:lnTo>
                  <a:pt x="2670183" y="1441899"/>
                </a:lnTo>
                <a:cubicBezTo>
                  <a:pt x="2670183" y="1530381"/>
                  <a:pt x="2598454" y="1602110"/>
                  <a:pt x="2509972" y="1602110"/>
                </a:cubicBezTo>
                <a:lnTo>
                  <a:pt x="160211" y="1602110"/>
                </a:lnTo>
                <a:cubicBezTo>
                  <a:pt x="71729" y="1602110"/>
                  <a:pt x="0" y="1530381"/>
                  <a:pt x="0" y="1441899"/>
                </a:cubicBezTo>
                <a:lnTo>
                  <a:pt x="0" y="160211"/>
                </a:lnTo>
                <a:close/>
              </a:path>
            </a:pathLst>
          </a:custGeom>
          <a:solidFill>
            <a:schemeClr val="accent2">
              <a:hueOff val="0"/>
              <a:satOff val="0"/>
              <a:lumOff val="0"/>
              <a:alpha val="50000"/>
            </a:schemeClr>
          </a:solidFill>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06944" tIns="206944" rIns="206944" bIns="206944" numCol="1" spcCol="1270" anchor="b" anchorCtr="0">
            <a:noAutofit/>
          </a:bodyPr>
          <a:lstStyle/>
          <a:p>
            <a:pPr marL="0" lvl="0" indent="0" algn="ctr" defTabSz="1866900">
              <a:lnSpc>
                <a:spcPct val="90000"/>
              </a:lnSpc>
              <a:spcBef>
                <a:spcPct val="0"/>
              </a:spcBef>
              <a:spcAft>
                <a:spcPct val="35000"/>
              </a:spcAft>
              <a:buNone/>
            </a:pPr>
            <a:r>
              <a:rPr lang="en-MY" sz="4200" kern="1200" dirty="0"/>
              <a:t>INPUT</a:t>
            </a:r>
          </a:p>
        </p:txBody>
      </p:sp>
      <p:sp>
        <p:nvSpPr>
          <p:cNvPr id="10" name="Freeform 9">
            <a:extLst>
              <a:ext uri="{FF2B5EF4-FFF2-40B4-BE49-F238E27FC236}">
                <a16:creationId xmlns:a16="http://schemas.microsoft.com/office/drawing/2014/main" id="{1EB93475-DE49-E546-97BC-981B89E55A63}"/>
              </a:ext>
            </a:extLst>
          </p:cNvPr>
          <p:cNvSpPr/>
          <p:nvPr/>
        </p:nvSpPr>
        <p:spPr>
          <a:xfrm>
            <a:off x="4320883" y="4254844"/>
            <a:ext cx="2670183" cy="2412446"/>
          </a:xfrm>
          <a:custGeom>
            <a:avLst/>
            <a:gdLst>
              <a:gd name="connsiteX0" fmla="*/ 0 w 2670183"/>
              <a:gd name="connsiteY0" fmla="*/ 160211 h 1602110"/>
              <a:gd name="connsiteX1" fmla="*/ 160211 w 2670183"/>
              <a:gd name="connsiteY1" fmla="*/ 0 h 1602110"/>
              <a:gd name="connsiteX2" fmla="*/ 2509972 w 2670183"/>
              <a:gd name="connsiteY2" fmla="*/ 0 h 1602110"/>
              <a:gd name="connsiteX3" fmla="*/ 2670183 w 2670183"/>
              <a:gd name="connsiteY3" fmla="*/ 160211 h 1602110"/>
              <a:gd name="connsiteX4" fmla="*/ 2670183 w 2670183"/>
              <a:gd name="connsiteY4" fmla="*/ 1441899 h 1602110"/>
              <a:gd name="connsiteX5" fmla="*/ 2509972 w 2670183"/>
              <a:gd name="connsiteY5" fmla="*/ 1602110 h 1602110"/>
              <a:gd name="connsiteX6" fmla="*/ 160211 w 2670183"/>
              <a:gd name="connsiteY6" fmla="*/ 1602110 h 1602110"/>
              <a:gd name="connsiteX7" fmla="*/ 0 w 2670183"/>
              <a:gd name="connsiteY7" fmla="*/ 1441899 h 1602110"/>
              <a:gd name="connsiteX8" fmla="*/ 0 w 2670183"/>
              <a:gd name="connsiteY8" fmla="*/ 160211 h 1602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70183" h="1602110">
                <a:moveTo>
                  <a:pt x="0" y="160211"/>
                </a:moveTo>
                <a:cubicBezTo>
                  <a:pt x="0" y="71729"/>
                  <a:pt x="71729" y="0"/>
                  <a:pt x="160211" y="0"/>
                </a:cubicBezTo>
                <a:lnTo>
                  <a:pt x="2509972" y="0"/>
                </a:lnTo>
                <a:cubicBezTo>
                  <a:pt x="2598454" y="0"/>
                  <a:pt x="2670183" y="71729"/>
                  <a:pt x="2670183" y="160211"/>
                </a:cubicBezTo>
                <a:lnTo>
                  <a:pt x="2670183" y="1441899"/>
                </a:lnTo>
                <a:cubicBezTo>
                  <a:pt x="2670183" y="1530381"/>
                  <a:pt x="2598454" y="1602110"/>
                  <a:pt x="2509972" y="1602110"/>
                </a:cubicBezTo>
                <a:lnTo>
                  <a:pt x="160211" y="1602110"/>
                </a:lnTo>
                <a:cubicBezTo>
                  <a:pt x="71729" y="1602110"/>
                  <a:pt x="0" y="1530381"/>
                  <a:pt x="0" y="1441899"/>
                </a:cubicBezTo>
                <a:lnTo>
                  <a:pt x="0" y="160211"/>
                </a:lnTo>
                <a:close/>
              </a:path>
            </a:pathLst>
          </a:custGeom>
          <a:solidFill>
            <a:schemeClr val="accent2">
              <a:hueOff val="-727682"/>
              <a:satOff val="-41964"/>
              <a:lumOff val="4314"/>
              <a:alpha val="50000"/>
            </a:schemeClr>
          </a:solidFill>
        </p:spPr>
        <p:style>
          <a:lnRef idx="2">
            <a:schemeClr val="lt1">
              <a:hueOff val="0"/>
              <a:satOff val="0"/>
              <a:lumOff val="0"/>
              <a:alphaOff val="0"/>
            </a:schemeClr>
          </a:lnRef>
          <a:fillRef idx="1">
            <a:schemeClr val="accent2">
              <a:hueOff val="-727682"/>
              <a:satOff val="-41964"/>
              <a:lumOff val="4314"/>
              <a:alphaOff val="0"/>
            </a:schemeClr>
          </a:fillRef>
          <a:effectRef idx="0">
            <a:schemeClr val="accent2">
              <a:hueOff val="-727682"/>
              <a:satOff val="-41964"/>
              <a:lumOff val="4314"/>
              <a:alphaOff val="0"/>
            </a:schemeClr>
          </a:effectRef>
          <a:fontRef idx="minor">
            <a:schemeClr val="lt1"/>
          </a:fontRef>
        </p:style>
        <p:txBody>
          <a:bodyPr spcFirstLastPara="0" vert="horz" wrap="square" lIns="206944" tIns="206944" rIns="206944" bIns="206944" numCol="1" spcCol="1270" anchor="b" anchorCtr="0">
            <a:noAutofit/>
          </a:bodyPr>
          <a:lstStyle/>
          <a:p>
            <a:pPr marL="0" lvl="0" indent="0" algn="ctr" defTabSz="1866900">
              <a:lnSpc>
                <a:spcPct val="90000"/>
              </a:lnSpc>
              <a:spcBef>
                <a:spcPct val="0"/>
              </a:spcBef>
              <a:spcAft>
                <a:spcPct val="35000"/>
              </a:spcAft>
              <a:buNone/>
            </a:pPr>
            <a:r>
              <a:rPr lang="en-MY" sz="4200" kern="1200" dirty="0"/>
              <a:t>PROCESS</a:t>
            </a:r>
          </a:p>
        </p:txBody>
      </p:sp>
      <p:sp>
        <p:nvSpPr>
          <p:cNvPr id="12" name="Freeform 11">
            <a:extLst>
              <a:ext uri="{FF2B5EF4-FFF2-40B4-BE49-F238E27FC236}">
                <a16:creationId xmlns:a16="http://schemas.microsoft.com/office/drawing/2014/main" id="{CBFE7968-814A-8E4A-BAEE-DEE26B0A18D0}"/>
              </a:ext>
            </a:extLst>
          </p:cNvPr>
          <p:cNvSpPr/>
          <p:nvPr/>
        </p:nvSpPr>
        <p:spPr>
          <a:xfrm>
            <a:off x="7561066" y="4302910"/>
            <a:ext cx="2670183" cy="2029404"/>
          </a:xfrm>
          <a:custGeom>
            <a:avLst/>
            <a:gdLst>
              <a:gd name="connsiteX0" fmla="*/ 0 w 2670183"/>
              <a:gd name="connsiteY0" fmla="*/ 160211 h 1602110"/>
              <a:gd name="connsiteX1" fmla="*/ 160211 w 2670183"/>
              <a:gd name="connsiteY1" fmla="*/ 0 h 1602110"/>
              <a:gd name="connsiteX2" fmla="*/ 2509972 w 2670183"/>
              <a:gd name="connsiteY2" fmla="*/ 0 h 1602110"/>
              <a:gd name="connsiteX3" fmla="*/ 2670183 w 2670183"/>
              <a:gd name="connsiteY3" fmla="*/ 160211 h 1602110"/>
              <a:gd name="connsiteX4" fmla="*/ 2670183 w 2670183"/>
              <a:gd name="connsiteY4" fmla="*/ 1441899 h 1602110"/>
              <a:gd name="connsiteX5" fmla="*/ 2509972 w 2670183"/>
              <a:gd name="connsiteY5" fmla="*/ 1602110 h 1602110"/>
              <a:gd name="connsiteX6" fmla="*/ 160211 w 2670183"/>
              <a:gd name="connsiteY6" fmla="*/ 1602110 h 1602110"/>
              <a:gd name="connsiteX7" fmla="*/ 0 w 2670183"/>
              <a:gd name="connsiteY7" fmla="*/ 1441899 h 1602110"/>
              <a:gd name="connsiteX8" fmla="*/ 0 w 2670183"/>
              <a:gd name="connsiteY8" fmla="*/ 160211 h 1602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70183" h="1602110">
                <a:moveTo>
                  <a:pt x="0" y="160211"/>
                </a:moveTo>
                <a:cubicBezTo>
                  <a:pt x="0" y="71729"/>
                  <a:pt x="71729" y="0"/>
                  <a:pt x="160211" y="0"/>
                </a:cubicBezTo>
                <a:lnTo>
                  <a:pt x="2509972" y="0"/>
                </a:lnTo>
                <a:cubicBezTo>
                  <a:pt x="2598454" y="0"/>
                  <a:pt x="2670183" y="71729"/>
                  <a:pt x="2670183" y="160211"/>
                </a:cubicBezTo>
                <a:lnTo>
                  <a:pt x="2670183" y="1441899"/>
                </a:lnTo>
                <a:cubicBezTo>
                  <a:pt x="2670183" y="1530381"/>
                  <a:pt x="2598454" y="1602110"/>
                  <a:pt x="2509972" y="1602110"/>
                </a:cubicBezTo>
                <a:lnTo>
                  <a:pt x="160211" y="1602110"/>
                </a:lnTo>
                <a:cubicBezTo>
                  <a:pt x="71729" y="1602110"/>
                  <a:pt x="0" y="1530381"/>
                  <a:pt x="0" y="1441899"/>
                </a:cubicBezTo>
                <a:lnTo>
                  <a:pt x="0" y="160211"/>
                </a:lnTo>
                <a:close/>
              </a:path>
            </a:pathLst>
          </a:custGeom>
          <a:solidFill>
            <a:schemeClr val="accent2">
              <a:hueOff val="-1455363"/>
              <a:satOff val="-83928"/>
              <a:lumOff val="8628"/>
              <a:alpha val="50000"/>
            </a:schemeClr>
          </a:solidFill>
        </p:spPr>
        <p:style>
          <a:lnRef idx="2">
            <a:schemeClr val="lt1">
              <a:hueOff val="0"/>
              <a:satOff val="0"/>
              <a:lumOff val="0"/>
              <a:alphaOff val="0"/>
            </a:schemeClr>
          </a:lnRef>
          <a:fillRef idx="1">
            <a:schemeClr val="accent2">
              <a:hueOff val="-1455363"/>
              <a:satOff val="-83928"/>
              <a:lumOff val="8628"/>
              <a:alphaOff val="0"/>
            </a:schemeClr>
          </a:fillRef>
          <a:effectRef idx="0">
            <a:schemeClr val="accent2">
              <a:hueOff val="-1455363"/>
              <a:satOff val="-83928"/>
              <a:lumOff val="8628"/>
              <a:alphaOff val="0"/>
            </a:schemeClr>
          </a:effectRef>
          <a:fontRef idx="minor">
            <a:schemeClr val="lt1"/>
          </a:fontRef>
        </p:style>
        <p:txBody>
          <a:bodyPr spcFirstLastPara="0" vert="horz" wrap="square" lIns="206944" tIns="206944" rIns="206944" bIns="206944" numCol="1" spcCol="1270" anchor="b" anchorCtr="0">
            <a:noAutofit/>
          </a:bodyPr>
          <a:lstStyle/>
          <a:p>
            <a:pPr marL="0" lvl="0" indent="0" algn="ctr" defTabSz="1866900">
              <a:lnSpc>
                <a:spcPct val="90000"/>
              </a:lnSpc>
              <a:spcBef>
                <a:spcPct val="0"/>
              </a:spcBef>
              <a:spcAft>
                <a:spcPct val="35000"/>
              </a:spcAft>
              <a:buNone/>
            </a:pPr>
            <a:r>
              <a:rPr lang="en-MY" sz="4200" kern="1200" dirty="0"/>
              <a:t>OUTPUT</a:t>
            </a:r>
          </a:p>
        </p:txBody>
      </p:sp>
      <p:pic>
        <p:nvPicPr>
          <p:cNvPr id="1026" name="Picture 2" descr="Image result for DFD">
            <a:extLst>
              <a:ext uri="{FF2B5EF4-FFF2-40B4-BE49-F238E27FC236}">
                <a16:creationId xmlns:a16="http://schemas.microsoft.com/office/drawing/2014/main" id="{8073FFF7-2300-9249-8AB5-19A46C28262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981" b="21811"/>
          <a:stretch/>
        </p:blipFill>
        <p:spPr bwMode="auto">
          <a:xfrm>
            <a:off x="1742571" y="4353160"/>
            <a:ext cx="7970647" cy="18147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03903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7" y="596900"/>
            <a:ext cx="11624549"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DFD BASIC SYMBOLS</a:t>
            </a:r>
            <a:endParaRPr lang="en-US" altLang="en-US" sz="5400" dirty="0">
              <a:solidFill>
                <a:srgbClr val="85103F"/>
              </a:solidFill>
              <a:latin typeface="Calibri Light" panose="020F0302020204030204" pitchFamily="34" charset="0"/>
            </a:endParaRPr>
          </a:p>
        </p:txBody>
      </p:sp>
      <p:grpSp>
        <p:nvGrpSpPr>
          <p:cNvPr id="7" name="Group 6">
            <a:extLst>
              <a:ext uri="{FF2B5EF4-FFF2-40B4-BE49-F238E27FC236}">
                <a16:creationId xmlns:a16="http://schemas.microsoft.com/office/drawing/2014/main" id="{4B3499BF-64D5-944E-A969-231D28A28505}"/>
              </a:ext>
            </a:extLst>
          </p:cNvPr>
          <p:cNvGrpSpPr/>
          <p:nvPr/>
        </p:nvGrpSpPr>
        <p:grpSpPr>
          <a:xfrm>
            <a:off x="427037" y="1670624"/>
            <a:ext cx="11517535" cy="4364932"/>
            <a:chOff x="427037" y="1311029"/>
            <a:chExt cx="11517535" cy="4364932"/>
          </a:xfrm>
        </p:grpSpPr>
        <p:sp>
          <p:nvSpPr>
            <p:cNvPr id="3" name="Rectangle 3">
              <a:extLst>
                <a:ext uri="{FF2B5EF4-FFF2-40B4-BE49-F238E27FC236}">
                  <a16:creationId xmlns:a16="http://schemas.microsoft.com/office/drawing/2014/main" id="{48B1837B-0FF0-EB4D-8C69-A0F6CE1C87B5}"/>
                </a:ext>
              </a:extLst>
            </p:cNvPr>
            <p:cNvSpPr txBox="1">
              <a:spLocks noChangeArrowheads="1"/>
            </p:cNvSpPr>
            <p:nvPr/>
          </p:nvSpPr>
          <p:spPr>
            <a:xfrm>
              <a:off x="427037" y="1684962"/>
              <a:ext cx="6189520" cy="1008935"/>
            </a:xfrm>
            <a:prstGeom prst="rect">
              <a:avLst/>
            </a:prstGeom>
            <a:solidFill>
              <a:srgbClr val="FFF2D9"/>
            </a:solidFill>
          </p:spPr>
          <p:txBody>
            <a:bodyPr anchor="ct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A double square for an external entity</a:t>
              </a:r>
            </a:p>
          </p:txBody>
        </p:sp>
        <p:pic>
          <p:nvPicPr>
            <p:cNvPr id="4" name="Picture 9">
              <a:extLst>
                <a:ext uri="{FF2B5EF4-FFF2-40B4-BE49-F238E27FC236}">
                  <a16:creationId xmlns:a16="http://schemas.microsoft.com/office/drawing/2014/main" id="{92210441-4B85-014B-8903-F9547A8047B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 b="1047"/>
            <a:stretch/>
          </p:blipFill>
          <p:spPr bwMode="auto">
            <a:xfrm>
              <a:off x="6239311" y="1311029"/>
              <a:ext cx="5705261" cy="4364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2" name="Rectangle 1">
              <a:extLst>
                <a:ext uri="{FF2B5EF4-FFF2-40B4-BE49-F238E27FC236}">
                  <a16:creationId xmlns:a16="http://schemas.microsoft.com/office/drawing/2014/main" id="{1F82F8A0-C048-B340-B708-B5F2E64F52D0}"/>
                </a:ext>
              </a:extLst>
            </p:cNvPr>
            <p:cNvSpPr/>
            <p:nvPr/>
          </p:nvSpPr>
          <p:spPr>
            <a:xfrm>
              <a:off x="427037" y="2693897"/>
              <a:ext cx="6096000" cy="954107"/>
            </a:xfrm>
            <a:prstGeom prst="rect">
              <a:avLst/>
            </a:prstGeom>
            <a:solidFill>
              <a:srgbClr val="E4F4FE"/>
            </a:solidFill>
          </p:spPr>
          <p:txBody>
            <a:bodyPr>
              <a:spAutoFit/>
            </a:bodyPr>
            <a:lstStyle/>
            <a:p>
              <a:r>
                <a:rPr lang="en-US" sz="2800" dirty="0"/>
                <a:t>An arrow for movement of data from one point to another</a:t>
              </a:r>
            </a:p>
          </p:txBody>
        </p:sp>
        <p:sp>
          <p:nvSpPr>
            <p:cNvPr id="6" name="Rectangle 5">
              <a:extLst>
                <a:ext uri="{FF2B5EF4-FFF2-40B4-BE49-F238E27FC236}">
                  <a16:creationId xmlns:a16="http://schemas.microsoft.com/office/drawing/2014/main" id="{01B56FC7-A238-F641-B6C1-FBF6E78597E3}"/>
                </a:ext>
              </a:extLst>
            </p:cNvPr>
            <p:cNvSpPr/>
            <p:nvPr/>
          </p:nvSpPr>
          <p:spPr>
            <a:xfrm>
              <a:off x="427037" y="3648004"/>
              <a:ext cx="5825768" cy="1292662"/>
            </a:xfrm>
            <a:prstGeom prst="rect">
              <a:avLst/>
            </a:prstGeom>
            <a:solidFill>
              <a:srgbClr val="FFF2D9"/>
            </a:solidFill>
          </p:spPr>
          <p:txBody>
            <a:bodyPr wrap="square">
              <a:spAutoFit/>
            </a:bodyPr>
            <a:lstStyle/>
            <a:p>
              <a:r>
                <a:rPr lang="en-US" sz="2600" dirty="0"/>
                <a:t>A rectangle with rounded corners for the occurrence of a transforming process</a:t>
              </a:r>
            </a:p>
            <a:p>
              <a:endParaRPr lang="en-US" sz="2600" dirty="0"/>
            </a:p>
          </p:txBody>
        </p:sp>
        <p:sp>
          <p:nvSpPr>
            <p:cNvPr id="5" name="Rectangle 4">
              <a:extLst>
                <a:ext uri="{FF2B5EF4-FFF2-40B4-BE49-F238E27FC236}">
                  <a16:creationId xmlns:a16="http://schemas.microsoft.com/office/drawing/2014/main" id="{DC41AA99-230E-0F49-BE44-892990BF8510}"/>
                </a:ext>
              </a:extLst>
            </p:cNvPr>
            <p:cNvSpPr/>
            <p:nvPr/>
          </p:nvSpPr>
          <p:spPr>
            <a:xfrm>
              <a:off x="427037" y="4906519"/>
              <a:ext cx="6096000" cy="769441"/>
            </a:xfrm>
            <a:prstGeom prst="rect">
              <a:avLst/>
            </a:prstGeom>
            <a:solidFill>
              <a:srgbClr val="E4F4FE"/>
            </a:solidFill>
          </p:spPr>
          <p:txBody>
            <a:bodyPr>
              <a:spAutoFit/>
            </a:bodyPr>
            <a:lstStyle/>
            <a:p>
              <a:r>
                <a:rPr lang="en-US" sz="2400" dirty="0"/>
                <a:t>An open-ended rectangle for a data store</a:t>
              </a:r>
            </a:p>
            <a:p>
              <a:endParaRPr lang="en-US" sz="2000" dirty="0"/>
            </a:p>
          </p:txBody>
        </p:sp>
      </p:grpSp>
    </p:spTree>
    <p:extLst>
      <p:ext uri="{BB962C8B-B14F-4D97-AF65-F5344CB8AC3E}">
        <p14:creationId xmlns:p14="http://schemas.microsoft.com/office/powerpoint/2010/main" val="35371035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7" y="596900"/>
            <a:ext cx="11624549"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DFD – EXTERNAL ENTITIES</a:t>
            </a:r>
            <a:endParaRPr lang="en-US" altLang="en-US" sz="5400" dirty="0">
              <a:solidFill>
                <a:srgbClr val="85103F"/>
              </a:solidFill>
              <a:latin typeface="Calibri Light" panose="020F0302020204030204" pitchFamily="34" charset="0"/>
            </a:endParaRPr>
          </a:p>
        </p:txBody>
      </p:sp>
      <p:sp>
        <p:nvSpPr>
          <p:cNvPr id="6" name="Rectangle 3">
            <a:extLst>
              <a:ext uri="{FF2B5EF4-FFF2-40B4-BE49-F238E27FC236}">
                <a16:creationId xmlns:a16="http://schemas.microsoft.com/office/drawing/2014/main" id="{E2D1895F-651E-8049-A72B-6136D62A0BF9}"/>
              </a:ext>
            </a:extLst>
          </p:cNvPr>
          <p:cNvSpPr txBox="1">
            <a:spLocks noChangeArrowheads="1"/>
          </p:cNvSpPr>
          <p:nvPr/>
        </p:nvSpPr>
        <p:spPr>
          <a:xfrm>
            <a:off x="427037" y="1484339"/>
            <a:ext cx="5799102" cy="5001419"/>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Represent another department, a business, a person, or a machine</a:t>
            </a:r>
          </a:p>
          <a:p>
            <a:r>
              <a:rPr lang="en-US" sz="3200" dirty="0"/>
              <a:t>A source or destination of data, outside the boundaries of the system</a:t>
            </a:r>
          </a:p>
          <a:p>
            <a:r>
              <a:rPr lang="en-US" sz="3200" dirty="0"/>
              <a:t>Should be named with a noun</a:t>
            </a:r>
          </a:p>
        </p:txBody>
      </p:sp>
      <p:pic>
        <p:nvPicPr>
          <p:cNvPr id="27" name="Picture 26" descr="A close up of a piece of paper&#10;&#10;Description automatically generated">
            <a:extLst>
              <a:ext uri="{FF2B5EF4-FFF2-40B4-BE49-F238E27FC236}">
                <a16:creationId xmlns:a16="http://schemas.microsoft.com/office/drawing/2014/main" id="{864F9159-C45D-704A-9EDA-CADD6F5FD6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93226" y="1483921"/>
            <a:ext cx="4896756" cy="4409231"/>
          </a:xfrm>
          <a:prstGeom prst="rect">
            <a:avLst/>
          </a:prstGeom>
        </p:spPr>
      </p:pic>
      <p:sp>
        <p:nvSpPr>
          <p:cNvPr id="7" name="Rectangle 6">
            <a:extLst>
              <a:ext uri="{FF2B5EF4-FFF2-40B4-BE49-F238E27FC236}">
                <a16:creationId xmlns:a16="http://schemas.microsoft.com/office/drawing/2014/main" id="{93D8F117-C91A-AA45-B17D-7D1D4B67F3CE}"/>
              </a:ext>
            </a:extLst>
          </p:cNvPr>
          <p:cNvSpPr/>
          <p:nvPr/>
        </p:nvSpPr>
        <p:spPr>
          <a:xfrm>
            <a:off x="6893960" y="1484339"/>
            <a:ext cx="1561671" cy="1299958"/>
          </a:xfrm>
          <a:prstGeom prst="rect">
            <a:avLst/>
          </a:prstGeom>
          <a:noFill/>
          <a:ln w="57150">
            <a:solidFill>
              <a:srgbClr val="8510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826562F-444F-044F-AD7B-F1C0FDD10CF8}"/>
              </a:ext>
            </a:extLst>
          </p:cNvPr>
          <p:cNvSpPr/>
          <p:nvPr/>
        </p:nvSpPr>
        <p:spPr>
          <a:xfrm>
            <a:off x="9949286" y="1485052"/>
            <a:ext cx="1561671" cy="1299958"/>
          </a:xfrm>
          <a:prstGeom prst="rect">
            <a:avLst/>
          </a:prstGeom>
          <a:noFill/>
          <a:ln w="57150">
            <a:solidFill>
              <a:srgbClr val="8510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95FC7BD-52AE-5047-AB69-7DC82695AA9E}"/>
              </a:ext>
            </a:extLst>
          </p:cNvPr>
          <p:cNvSpPr/>
          <p:nvPr/>
        </p:nvSpPr>
        <p:spPr>
          <a:xfrm>
            <a:off x="6793226" y="4643919"/>
            <a:ext cx="4590540" cy="1249233"/>
          </a:xfrm>
          <a:prstGeom prst="rect">
            <a:avLst/>
          </a:prstGeom>
          <a:noFill/>
          <a:ln w="57150">
            <a:solidFill>
              <a:srgbClr val="8510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442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Picture 35" descr="A close up of a piece of paper&#10;&#10;Description automatically generated">
            <a:extLst>
              <a:ext uri="{FF2B5EF4-FFF2-40B4-BE49-F238E27FC236}">
                <a16:creationId xmlns:a16="http://schemas.microsoft.com/office/drawing/2014/main" id="{7A6C83C9-80B3-7B40-A392-CD900AFEC1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4695" y="978738"/>
            <a:ext cx="5216891" cy="4697493"/>
          </a:xfrm>
          <a:prstGeom prst="rect">
            <a:avLst/>
          </a:prstGeom>
        </p:spPr>
      </p:pic>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7" y="596900"/>
            <a:ext cx="11624549"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DFD – DATA FLOW</a:t>
            </a:r>
            <a:endParaRPr lang="en-US" altLang="en-US" sz="5400" dirty="0">
              <a:solidFill>
                <a:srgbClr val="85103F"/>
              </a:solidFill>
              <a:latin typeface="Calibri Light" panose="020F0302020204030204" pitchFamily="34" charset="0"/>
            </a:endParaRPr>
          </a:p>
        </p:txBody>
      </p:sp>
      <p:sp>
        <p:nvSpPr>
          <p:cNvPr id="6" name="Rectangle 3">
            <a:extLst>
              <a:ext uri="{FF2B5EF4-FFF2-40B4-BE49-F238E27FC236}">
                <a16:creationId xmlns:a16="http://schemas.microsoft.com/office/drawing/2014/main" id="{E2D1895F-651E-8049-A72B-6136D62A0BF9}"/>
              </a:ext>
            </a:extLst>
          </p:cNvPr>
          <p:cNvSpPr txBox="1">
            <a:spLocks noChangeArrowheads="1"/>
          </p:cNvSpPr>
          <p:nvPr/>
        </p:nvSpPr>
        <p:spPr>
          <a:xfrm>
            <a:off x="427037" y="1484339"/>
            <a:ext cx="5799102" cy="5001419"/>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Shows movement of data from one point to another</a:t>
            </a:r>
          </a:p>
          <a:p>
            <a:r>
              <a:rPr lang="en-US" sz="3200" dirty="0"/>
              <a:t>Arrowhead indicates the flow direction</a:t>
            </a:r>
          </a:p>
          <a:p>
            <a:r>
              <a:rPr lang="en-US" sz="3200" dirty="0"/>
              <a:t>Represents data about a person, place, or thing - described with a noun</a:t>
            </a:r>
          </a:p>
        </p:txBody>
      </p:sp>
      <p:sp>
        <p:nvSpPr>
          <p:cNvPr id="2" name="Oval 1">
            <a:extLst>
              <a:ext uri="{FF2B5EF4-FFF2-40B4-BE49-F238E27FC236}">
                <a16:creationId xmlns:a16="http://schemas.microsoft.com/office/drawing/2014/main" id="{70F91C2F-A6EA-0E48-98ED-7C4C413760ED}"/>
              </a:ext>
            </a:extLst>
          </p:cNvPr>
          <p:cNvSpPr/>
          <p:nvPr/>
        </p:nvSpPr>
        <p:spPr>
          <a:xfrm>
            <a:off x="8568648" y="1055741"/>
            <a:ext cx="636997" cy="561190"/>
          </a:xfrm>
          <a:prstGeom prst="ellipse">
            <a:avLst/>
          </a:prstGeom>
          <a:noFill/>
          <a:ln w="28575">
            <a:solidFill>
              <a:srgbClr val="8510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0C45B32-90DC-724E-8B7A-A2C20FB22EAF}"/>
              </a:ext>
            </a:extLst>
          </p:cNvPr>
          <p:cNvSpPr/>
          <p:nvPr/>
        </p:nvSpPr>
        <p:spPr>
          <a:xfrm>
            <a:off x="9516251" y="1484339"/>
            <a:ext cx="799004" cy="671076"/>
          </a:xfrm>
          <a:prstGeom prst="ellipse">
            <a:avLst/>
          </a:prstGeom>
          <a:noFill/>
          <a:ln w="28575">
            <a:solidFill>
              <a:srgbClr val="8510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C0233CD0-0BD2-0B4F-9AB5-05BA0CC4AFAD}"/>
              </a:ext>
            </a:extLst>
          </p:cNvPr>
          <p:cNvSpPr/>
          <p:nvPr/>
        </p:nvSpPr>
        <p:spPr>
          <a:xfrm>
            <a:off x="8373443" y="1656226"/>
            <a:ext cx="882385" cy="883529"/>
          </a:xfrm>
          <a:prstGeom prst="ellipse">
            <a:avLst/>
          </a:prstGeom>
          <a:noFill/>
          <a:ln w="28575">
            <a:solidFill>
              <a:srgbClr val="8510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F811F8E7-6C4A-D44D-A05B-5422F6B5CFA3}"/>
              </a:ext>
            </a:extLst>
          </p:cNvPr>
          <p:cNvSpPr/>
          <p:nvPr/>
        </p:nvSpPr>
        <p:spPr>
          <a:xfrm>
            <a:off x="7469313" y="3959477"/>
            <a:ext cx="1212350" cy="717538"/>
          </a:xfrm>
          <a:prstGeom prst="ellipse">
            <a:avLst/>
          </a:prstGeom>
          <a:noFill/>
          <a:ln w="28575">
            <a:solidFill>
              <a:srgbClr val="8510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EF2FBF63-F6AA-9742-B17B-6F8AE14A89C0}"/>
              </a:ext>
            </a:extLst>
          </p:cNvPr>
          <p:cNvSpPr/>
          <p:nvPr/>
        </p:nvSpPr>
        <p:spPr>
          <a:xfrm>
            <a:off x="9049158" y="3851514"/>
            <a:ext cx="983940" cy="851072"/>
          </a:xfrm>
          <a:prstGeom prst="ellipse">
            <a:avLst/>
          </a:prstGeom>
          <a:noFill/>
          <a:ln w="28575">
            <a:solidFill>
              <a:srgbClr val="8510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38D2DB84-9D55-6F4A-80B6-A7CA1B607257}"/>
              </a:ext>
            </a:extLst>
          </p:cNvPr>
          <p:cNvSpPr/>
          <p:nvPr/>
        </p:nvSpPr>
        <p:spPr>
          <a:xfrm>
            <a:off x="10693025" y="3851514"/>
            <a:ext cx="1212350" cy="717538"/>
          </a:xfrm>
          <a:prstGeom prst="ellipse">
            <a:avLst/>
          </a:prstGeom>
          <a:noFill/>
          <a:ln w="28575">
            <a:solidFill>
              <a:srgbClr val="8510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5E023092-07B7-0646-9F64-51F7E07189A9}"/>
              </a:ext>
            </a:extLst>
          </p:cNvPr>
          <p:cNvSpPr/>
          <p:nvPr/>
        </p:nvSpPr>
        <p:spPr>
          <a:xfrm>
            <a:off x="9874657" y="2679443"/>
            <a:ext cx="1212350" cy="717538"/>
          </a:xfrm>
          <a:prstGeom prst="ellipse">
            <a:avLst/>
          </a:prstGeom>
          <a:noFill/>
          <a:ln w="28575">
            <a:solidFill>
              <a:srgbClr val="8510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16641F9A-1648-204C-8A4D-1125A8717253}"/>
              </a:ext>
            </a:extLst>
          </p:cNvPr>
          <p:cNvSpPr/>
          <p:nvPr/>
        </p:nvSpPr>
        <p:spPr>
          <a:xfrm>
            <a:off x="7572060" y="2961329"/>
            <a:ext cx="1037689" cy="538153"/>
          </a:xfrm>
          <a:prstGeom prst="ellipse">
            <a:avLst/>
          </a:prstGeom>
          <a:noFill/>
          <a:ln w="28575">
            <a:solidFill>
              <a:srgbClr val="8510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0C64ABEF-C2CD-8E4D-91D9-03FD87047CB2}"/>
              </a:ext>
            </a:extLst>
          </p:cNvPr>
          <p:cNvSpPr/>
          <p:nvPr/>
        </p:nvSpPr>
        <p:spPr>
          <a:xfrm>
            <a:off x="7967612" y="2590368"/>
            <a:ext cx="1202071" cy="358769"/>
          </a:xfrm>
          <a:prstGeom prst="ellipse">
            <a:avLst/>
          </a:prstGeom>
          <a:noFill/>
          <a:ln w="28575">
            <a:solidFill>
              <a:srgbClr val="8510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01379FAA-AD2D-4543-90D8-91285702DB79}"/>
              </a:ext>
            </a:extLst>
          </p:cNvPr>
          <p:cNvCxnSpPr>
            <a:cxnSpLocks/>
          </p:cNvCxnSpPr>
          <p:nvPr/>
        </p:nvCxnSpPr>
        <p:spPr>
          <a:xfrm>
            <a:off x="861848" y="5308369"/>
            <a:ext cx="512904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20AF0C1-25AB-314B-B6E2-E7CEA9F221D2}"/>
              </a:ext>
            </a:extLst>
          </p:cNvPr>
          <p:cNvCxnSpPr/>
          <p:nvPr/>
        </p:nvCxnSpPr>
        <p:spPr>
          <a:xfrm>
            <a:off x="861848" y="6080880"/>
            <a:ext cx="423566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0FCF80D-2383-8B47-B27B-2BCD62317EFF}"/>
              </a:ext>
            </a:extLst>
          </p:cNvPr>
          <p:cNvSpPr txBox="1"/>
          <p:nvPr/>
        </p:nvSpPr>
        <p:spPr>
          <a:xfrm>
            <a:off x="811015" y="4939037"/>
            <a:ext cx="4258986" cy="369332"/>
          </a:xfrm>
          <a:prstGeom prst="rect">
            <a:avLst/>
          </a:prstGeom>
          <a:noFill/>
        </p:spPr>
        <p:txBody>
          <a:bodyPr wrap="none" rtlCol="0">
            <a:spAutoFit/>
          </a:bodyPr>
          <a:lstStyle/>
          <a:p>
            <a:r>
              <a:rPr lang="en-US" dirty="0" err="1"/>
              <a:t>student_ID</a:t>
            </a:r>
            <a:r>
              <a:rPr lang="en-US" dirty="0"/>
              <a:t>, </a:t>
            </a:r>
            <a:r>
              <a:rPr lang="en-US" dirty="0" err="1"/>
              <a:t>student_name</a:t>
            </a:r>
            <a:r>
              <a:rPr lang="en-US" dirty="0"/>
              <a:t>, </a:t>
            </a:r>
            <a:r>
              <a:rPr lang="en-US" dirty="0" err="1"/>
              <a:t>student_course</a:t>
            </a:r>
            <a:endParaRPr lang="en-US" dirty="0"/>
          </a:p>
        </p:txBody>
      </p:sp>
      <p:sp>
        <p:nvSpPr>
          <p:cNvPr id="19" name="TextBox 18">
            <a:extLst>
              <a:ext uri="{FF2B5EF4-FFF2-40B4-BE49-F238E27FC236}">
                <a16:creationId xmlns:a16="http://schemas.microsoft.com/office/drawing/2014/main" id="{9690ED4A-C877-794C-931A-4498411356B3}"/>
              </a:ext>
            </a:extLst>
          </p:cNvPr>
          <p:cNvSpPr txBox="1"/>
          <p:nvPr/>
        </p:nvSpPr>
        <p:spPr>
          <a:xfrm>
            <a:off x="1563364" y="5717677"/>
            <a:ext cx="2132122" cy="369332"/>
          </a:xfrm>
          <a:prstGeom prst="rect">
            <a:avLst/>
          </a:prstGeom>
          <a:noFill/>
        </p:spPr>
        <p:txBody>
          <a:bodyPr wrap="none" rtlCol="0">
            <a:spAutoFit/>
          </a:bodyPr>
          <a:lstStyle/>
          <a:p>
            <a:r>
              <a:rPr lang="en-US" dirty="0" err="1"/>
              <a:t>student_Information</a:t>
            </a:r>
            <a:endParaRPr lang="en-US" dirty="0"/>
          </a:p>
        </p:txBody>
      </p:sp>
      <p:sp>
        <p:nvSpPr>
          <p:cNvPr id="20" name="TextBox 19">
            <a:extLst>
              <a:ext uri="{FF2B5EF4-FFF2-40B4-BE49-F238E27FC236}">
                <a16:creationId xmlns:a16="http://schemas.microsoft.com/office/drawing/2014/main" id="{BA41DE73-3BD9-644D-8E61-7AB593DBCBFB}"/>
              </a:ext>
            </a:extLst>
          </p:cNvPr>
          <p:cNvSpPr txBox="1"/>
          <p:nvPr/>
        </p:nvSpPr>
        <p:spPr>
          <a:xfrm>
            <a:off x="323297" y="6400551"/>
            <a:ext cx="8317983" cy="523220"/>
          </a:xfrm>
          <a:prstGeom prst="rect">
            <a:avLst/>
          </a:prstGeom>
          <a:noFill/>
        </p:spPr>
        <p:txBody>
          <a:bodyPr wrap="none" rtlCol="0">
            <a:spAutoFit/>
          </a:bodyPr>
          <a:lstStyle/>
          <a:p>
            <a:r>
              <a:rPr lang="en-US" sz="1400" dirty="0"/>
              <a:t>* </a:t>
            </a:r>
            <a:r>
              <a:rPr lang="en-US" sz="1400" dirty="0" err="1"/>
              <a:t>student_Information</a:t>
            </a:r>
            <a:r>
              <a:rPr lang="en-US" sz="1400" dirty="0"/>
              <a:t> consists of </a:t>
            </a:r>
            <a:r>
              <a:rPr lang="en-US" sz="1400" dirty="0" err="1"/>
              <a:t>student_ID</a:t>
            </a:r>
            <a:r>
              <a:rPr lang="en-US" sz="1400" dirty="0"/>
              <a:t>, </a:t>
            </a:r>
            <a:r>
              <a:rPr lang="en-US" sz="1400" dirty="0" err="1"/>
              <a:t>student_name</a:t>
            </a:r>
            <a:r>
              <a:rPr lang="en-US" sz="1400" dirty="0"/>
              <a:t>, </a:t>
            </a:r>
            <a:r>
              <a:rPr lang="en-US" sz="1400" dirty="0" err="1"/>
              <a:t>student_course</a:t>
            </a:r>
            <a:r>
              <a:rPr lang="en-US" sz="1400" dirty="0"/>
              <a:t>, </a:t>
            </a:r>
            <a:r>
              <a:rPr lang="en-US" sz="1400" dirty="0" err="1"/>
              <a:t>student_address</a:t>
            </a:r>
            <a:r>
              <a:rPr lang="en-US" sz="1400" dirty="0"/>
              <a:t>, </a:t>
            </a:r>
            <a:r>
              <a:rPr lang="en-US" sz="1400" dirty="0" err="1"/>
              <a:t>student_phone</a:t>
            </a:r>
            <a:endParaRPr lang="en-US" sz="1400" dirty="0"/>
          </a:p>
          <a:p>
            <a:r>
              <a:rPr lang="en-US" sz="1400" dirty="0"/>
              <a:t> </a:t>
            </a:r>
          </a:p>
        </p:txBody>
      </p:sp>
    </p:spTree>
    <p:extLst>
      <p:ext uri="{BB962C8B-B14F-4D97-AF65-F5344CB8AC3E}">
        <p14:creationId xmlns:p14="http://schemas.microsoft.com/office/powerpoint/2010/main" val="1165298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subTnLst>
                                    <p:set>
                                      <p:cBhvr override="childStyle">
                                        <p:cTn dur="1" fill="hold" display="0" masterRel="nextClick" afterEffect="1"/>
                                        <p:tgtEl>
                                          <p:spTgt spid="12"/>
                                        </p:tgtEl>
                                        <p:attrNameLst>
                                          <p:attrName>style.visibility</p:attrName>
                                        </p:attrNameLst>
                                      </p:cBhvr>
                                      <p:to>
                                        <p:strVal val="hidden"/>
                                      </p:to>
                                    </p:set>
                                  </p:sub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subTnLst>
                                    <p:set>
                                      <p:cBhvr override="childStyle">
                                        <p:cTn dur="1" fill="hold" display="0" masterRel="nextClick" afterEffect="1"/>
                                        <p:tgtEl>
                                          <p:spTgt spid="14"/>
                                        </p:tgtEl>
                                        <p:attrNameLst>
                                          <p:attrName>style.visibility</p:attrName>
                                        </p:attrNameLst>
                                      </p:cBhvr>
                                      <p:to>
                                        <p:strVal val="hidden"/>
                                      </p:to>
                                    </p:set>
                                  </p:sub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subTnLst>
                                    <p:set>
                                      <p:cBhvr override="childStyle">
                                        <p:cTn dur="1" fill="hold" display="0" masterRel="nextClick" afterEffect="1"/>
                                        <p:tgtEl>
                                          <p:spTgt spid="15"/>
                                        </p:tgtEl>
                                        <p:attrNameLst>
                                          <p:attrName>style.visibility</p:attrName>
                                        </p:attrNameLst>
                                      </p:cBhvr>
                                      <p:to>
                                        <p:strVal val="hidden"/>
                                      </p:to>
                                    </p:set>
                                  </p:subTnLst>
                                </p:cTn>
                              </p:par>
                              <p:par>
                                <p:cTn id="13" presetID="1" presetClass="entr" presetSubtype="0"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subTnLst>
                                    <p:set>
                                      <p:cBhvr override="childStyle">
                                        <p:cTn dur="1" fill="hold" display="0" masterRel="nextClick" afterEffect="1"/>
                                        <p:tgtEl>
                                          <p:spTgt spid="16"/>
                                        </p:tgtEl>
                                        <p:attrNameLst>
                                          <p:attrName>style.visibility</p:attrName>
                                        </p:attrNameLst>
                                      </p:cBhvr>
                                      <p:to>
                                        <p:strVal val="hidden"/>
                                      </p:to>
                                    </p:set>
                                  </p:subTnLst>
                                </p:cTn>
                              </p:par>
                              <p:par>
                                <p:cTn id="15" presetID="1"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subTnLst>
                                    <p:set>
                                      <p:cBhvr override="childStyle">
                                        <p:cTn dur="1" fill="hold" display="0" masterRel="nextClick" afterEffect="1"/>
                                        <p:tgtEl>
                                          <p:spTgt spid="10"/>
                                        </p:tgtEl>
                                        <p:attrNameLst>
                                          <p:attrName>style.visibility</p:attrName>
                                        </p:attrNameLst>
                                      </p:cBhvr>
                                      <p:to>
                                        <p:strVal val="hidden"/>
                                      </p:to>
                                    </p:set>
                                  </p:sub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subTnLst>
                                    <p:set>
                                      <p:cBhvr override="childStyle">
                                        <p:cTn dur="1" fill="hold" display="0" masterRel="nextClick" afterEffect="1"/>
                                        <p:tgtEl>
                                          <p:spTgt spid="11"/>
                                        </p:tgtEl>
                                        <p:attrNameLst>
                                          <p:attrName>style.visibility</p:attrName>
                                        </p:attrNameLst>
                                      </p:cBhvr>
                                      <p:to>
                                        <p:strVal val="hidden"/>
                                      </p:to>
                                    </p:set>
                                  </p:subTnLst>
                                </p:cTn>
                              </p:par>
                              <p:par>
                                <p:cTn id="21" presetID="1" presetClass="entr" presetSubtype="0"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animBg="1"/>
      <p:bldP spid="11" grpId="0" animBg="1"/>
      <p:bldP spid="12" grpId="0" animBg="1"/>
      <p:bldP spid="13" grpId="0" animBg="1"/>
      <p:bldP spid="14" grpId="0" animBg="1"/>
      <p:bldP spid="15" grpId="0" animBg="1"/>
      <p:bldP spid="16" grpId="0" animBg="1"/>
      <p:bldP spid="17" grpId="0" animBg="1"/>
      <p:bldP spid="5" grpId="0"/>
      <p:bldP spid="19" grpId="0"/>
      <p:bldP spid="2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7" y="596900"/>
            <a:ext cx="11624549"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DFD – PROCESS</a:t>
            </a:r>
            <a:endParaRPr lang="en-US" altLang="en-US" sz="5400" dirty="0">
              <a:solidFill>
                <a:srgbClr val="85103F"/>
              </a:solidFill>
              <a:latin typeface="Calibri Light" panose="020F0302020204030204" pitchFamily="34" charset="0"/>
            </a:endParaRPr>
          </a:p>
        </p:txBody>
      </p:sp>
      <p:pic>
        <p:nvPicPr>
          <p:cNvPr id="35" name="Picture 34" descr="A screenshot of a cell phone&#10;&#10;Description automatically generated">
            <a:extLst>
              <a:ext uri="{FF2B5EF4-FFF2-40B4-BE49-F238E27FC236}">
                <a16:creationId xmlns:a16="http://schemas.microsoft.com/office/drawing/2014/main" id="{E3B30B88-B196-3F47-B5D7-3E81967C1E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0394" y="734587"/>
            <a:ext cx="5456667" cy="5526513"/>
          </a:xfrm>
          <a:prstGeom prst="rect">
            <a:avLst/>
          </a:prstGeom>
        </p:spPr>
      </p:pic>
      <p:sp>
        <p:nvSpPr>
          <p:cNvPr id="6" name="Rectangle 3">
            <a:extLst>
              <a:ext uri="{FF2B5EF4-FFF2-40B4-BE49-F238E27FC236}">
                <a16:creationId xmlns:a16="http://schemas.microsoft.com/office/drawing/2014/main" id="{E2D1895F-651E-8049-A72B-6136D62A0BF9}"/>
              </a:ext>
            </a:extLst>
          </p:cNvPr>
          <p:cNvSpPr txBox="1">
            <a:spLocks noChangeArrowheads="1"/>
          </p:cNvSpPr>
          <p:nvPr/>
        </p:nvSpPr>
        <p:spPr>
          <a:xfrm>
            <a:off x="427037" y="1484339"/>
            <a:ext cx="5799102" cy="5001419"/>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Denotes a change in or transformation of data</a:t>
            </a:r>
          </a:p>
          <a:p>
            <a:r>
              <a:rPr lang="en-US" dirty="0"/>
              <a:t>Represents work being performed in the system</a:t>
            </a:r>
          </a:p>
          <a:p>
            <a:r>
              <a:rPr lang="en-US" dirty="0"/>
              <a:t>Naming convention:</a:t>
            </a:r>
          </a:p>
          <a:p>
            <a:pPr lvl="1"/>
            <a:r>
              <a:rPr lang="en-US" dirty="0"/>
              <a:t>Assign the name of the whole system when naming a high-level process (refer previous diagram)</a:t>
            </a:r>
          </a:p>
          <a:p>
            <a:pPr lvl="1"/>
            <a:r>
              <a:rPr lang="en-US" dirty="0"/>
              <a:t>To name a major subsystem attach the word subsystem to the name</a:t>
            </a:r>
          </a:p>
          <a:p>
            <a:pPr lvl="1"/>
            <a:r>
              <a:rPr lang="en-US" dirty="0"/>
              <a:t>Use the form verb-adjective-noun  or verb-noun for detailed processes</a:t>
            </a:r>
          </a:p>
        </p:txBody>
      </p:sp>
      <p:sp>
        <p:nvSpPr>
          <p:cNvPr id="10" name="Rectangle 9">
            <a:extLst>
              <a:ext uri="{FF2B5EF4-FFF2-40B4-BE49-F238E27FC236}">
                <a16:creationId xmlns:a16="http://schemas.microsoft.com/office/drawing/2014/main" id="{3826562F-444F-044F-AD7B-F1C0FDD10CF8}"/>
              </a:ext>
            </a:extLst>
          </p:cNvPr>
          <p:cNvSpPr/>
          <p:nvPr/>
        </p:nvSpPr>
        <p:spPr>
          <a:xfrm>
            <a:off x="8551633" y="684213"/>
            <a:ext cx="1157482" cy="1194160"/>
          </a:xfrm>
          <a:prstGeom prst="rect">
            <a:avLst/>
          </a:prstGeom>
          <a:noFill/>
          <a:ln w="57150">
            <a:solidFill>
              <a:srgbClr val="8510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95FC7BD-52AE-5047-AB69-7DC82695AA9E}"/>
              </a:ext>
            </a:extLst>
          </p:cNvPr>
          <p:cNvSpPr/>
          <p:nvPr/>
        </p:nvSpPr>
        <p:spPr>
          <a:xfrm>
            <a:off x="8654733" y="3657775"/>
            <a:ext cx="1157482" cy="1299958"/>
          </a:xfrm>
          <a:prstGeom prst="rect">
            <a:avLst/>
          </a:prstGeom>
          <a:noFill/>
          <a:ln w="57150">
            <a:solidFill>
              <a:srgbClr val="8510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7B00A63-AAAB-7E41-A531-B1CB80687576}"/>
              </a:ext>
            </a:extLst>
          </p:cNvPr>
          <p:cNvSpPr/>
          <p:nvPr/>
        </p:nvSpPr>
        <p:spPr>
          <a:xfrm>
            <a:off x="8561254" y="2126250"/>
            <a:ext cx="1157482" cy="1194160"/>
          </a:xfrm>
          <a:prstGeom prst="rect">
            <a:avLst/>
          </a:prstGeom>
          <a:noFill/>
          <a:ln w="57150">
            <a:solidFill>
              <a:srgbClr val="8510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46764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descr="A screenshot of a cell phone&#10;&#10;Description automatically generated">
            <a:extLst>
              <a:ext uri="{FF2B5EF4-FFF2-40B4-BE49-F238E27FC236}">
                <a16:creationId xmlns:a16="http://schemas.microsoft.com/office/drawing/2014/main" id="{A3A1AF0C-EE49-D747-92E5-7A46059518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60394" y="734587"/>
            <a:ext cx="5456667" cy="5526513"/>
          </a:xfrm>
          <a:prstGeom prst="rect">
            <a:avLst/>
          </a:prstGeom>
        </p:spPr>
      </p:pic>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7" y="596900"/>
            <a:ext cx="11624549"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DFD – DATA STORE</a:t>
            </a:r>
            <a:endParaRPr lang="en-US" altLang="en-US" sz="5400" dirty="0">
              <a:solidFill>
                <a:srgbClr val="85103F"/>
              </a:solidFill>
              <a:latin typeface="Calibri Light" panose="020F0302020204030204" pitchFamily="34" charset="0"/>
            </a:endParaRPr>
          </a:p>
        </p:txBody>
      </p:sp>
      <p:sp>
        <p:nvSpPr>
          <p:cNvPr id="6" name="Rectangle 3">
            <a:extLst>
              <a:ext uri="{FF2B5EF4-FFF2-40B4-BE49-F238E27FC236}">
                <a16:creationId xmlns:a16="http://schemas.microsoft.com/office/drawing/2014/main" id="{E2D1895F-651E-8049-A72B-6136D62A0BF9}"/>
              </a:ext>
            </a:extLst>
          </p:cNvPr>
          <p:cNvSpPr txBox="1">
            <a:spLocks noChangeArrowheads="1"/>
          </p:cNvSpPr>
          <p:nvPr/>
        </p:nvSpPr>
        <p:spPr>
          <a:xfrm>
            <a:off x="325348" y="1431156"/>
            <a:ext cx="5799102" cy="5001419"/>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 depository for data that allows examination, addition, and retrieval of data</a:t>
            </a:r>
          </a:p>
          <a:p>
            <a:r>
              <a:rPr lang="en-US" dirty="0"/>
              <a:t>Named with a noun, describing the data</a:t>
            </a:r>
          </a:p>
          <a:p>
            <a:r>
              <a:rPr lang="en-US" dirty="0"/>
              <a:t>Data stores are usually given a unique reference number, such as D1, D2, D3</a:t>
            </a:r>
          </a:p>
          <a:p>
            <a:r>
              <a:rPr lang="en-US" dirty="0"/>
              <a:t> Represents a:</a:t>
            </a:r>
          </a:p>
          <a:p>
            <a:pPr lvl="1"/>
            <a:r>
              <a:rPr lang="en-US" dirty="0"/>
              <a:t>Database</a:t>
            </a:r>
          </a:p>
          <a:p>
            <a:pPr lvl="1"/>
            <a:r>
              <a:rPr lang="en-US" dirty="0"/>
              <a:t>Computerized file</a:t>
            </a:r>
          </a:p>
          <a:p>
            <a:pPr lvl="1"/>
            <a:r>
              <a:rPr lang="en-US" dirty="0"/>
              <a:t>Filing cabinet</a:t>
            </a:r>
          </a:p>
        </p:txBody>
      </p:sp>
      <p:sp>
        <p:nvSpPr>
          <p:cNvPr id="11" name="Rectangle 10">
            <a:extLst>
              <a:ext uri="{FF2B5EF4-FFF2-40B4-BE49-F238E27FC236}">
                <a16:creationId xmlns:a16="http://schemas.microsoft.com/office/drawing/2014/main" id="{495FC7BD-52AE-5047-AB69-7DC82695AA9E}"/>
              </a:ext>
            </a:extLst>
          </p:cNvPr>
          <p:cNvSpPr/>
          <p:nvPr/>
        </p:nvSpPr>
        <p:spPr>
          <a:xfrm>
            <a:off x="7140539" y="3174713"/>
            <a:ext cx="1654138" cy="708917"/>
          </a:xfrm>
          <a:prstGeom prst="rect">
            <a:avLst/>
          </a:prstGeom>
          <a:noFill/>
          <a:ln w="57150">
            <a:solidFill>
              <a:srgbClr val="8510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41287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Table 19">
            <a:extLst>
              <a:ext uri="{FF2B5EF4-FFF2-40B4-BE49-F238E27FC236}">
                <a16:creationId xmlns:a16="http://schemas.microsoft.com/office/drawing/2014/main" id="{0A081D08-76DF-4745-AEC0-4594B05C21F5}"/>
              </a:ext>
            </a:extLst>
          </p:cNvPr>
          <p:cNvGraphicFramePr>
            <a:graphicFrameLocks noGrp="1"/>
          </p:cNvGraphicFramePr>
          <p:nvPr>
            <p:extLst>
              <p:ext uri="{D42A27DB-BD31-4B8C-83A1-F6EECF244321}">
                <p14:modId xmlns:p14="http://schemas.microsoft.com/office/powerpoint/2010/main" val="1813036893"/>
              </p:ext>
            </p:extLst>
          </p:nvPr>
        </p:nvGraphicFramePr>
        <p:xfrm>
          <a:off x="325871" y="1343896"/>
          <a:ext cx="11540255" cy="5013068"/>
        </p:xfrm>
        <a:graphic>
          <a:graphicData uri="http://schemas.openxmlformats.org/drawingml/2006/table">
            <a:tbl>
              <a:tblPr firstRow="1" bandRow="1">
                <a:tableStyleId>{5940675A-B579-460E-94D1-54222C63F5DA}</a:tableStyleId>
              </a:tblPr>
              <a:tblGrid>
                <a:gridCol w="2308051">
                  <a:extLst>
                    <a:ext uri="{9D8B030D-6E8A-4147-A177-3AD203B41FA5}">
                      <a16:colId xmlns:a16="http://schemas.microsoft.com/office/drawing/2014/main" val="2492574842"/>
                    </a:ext>
                  </a:extLst>
                </a:gridCol>
                <a:gridCol w="2308051">
                  <a:extLst>
                    <a:ext uri="{9D8B030D-6E8A-4147-A177-3AD203B41FA5}">
                      <a16:colId xmlns:a16="http://schemas.microsoft.com/office/drawing/2014/main" val="1504649229"/>
                    </a:ext>
                  </a:extLst>
                </a:gridCol>
                <a:gridCol w="2308051">
                  <a:extLst>
                    <a:ext uri="{9D8B030D-6E8A-4147-A177-3AD203B41FA5}">
                      <a16:colId xmlns:a16="http://schemas.microsoft.com/office/drawing/2014/main" val="1440328067"/>
                    </a:ext>
                  </a:extLst>
                </a:gridCol>
                <a:gridCol w="2308051">
                  <a:extLst>
                    <a:ext uri="{9D8B030D-6E8A-4147-A177-3AD203B41FA5}">
                      <a16:colId xmlns:a16="http://schemas.microsoft.com/office/drawing/2014/main" val="96390869"/>
                    </a:ext>
                  </a:extLst>
                </a:gridCol>
                <a:gridCol w="2308051">
                  <a:extLst>
                    <a:ext uri="{9D8B030D-6E8A-4147-A177-3AD203B41FA5}">
                      <a16:colId xmlns:a16="http://schemas.microsoft.com/office/drawing/2014/main" val="2156631126"/>
                    </a:ext>
                  </a:extLst>
                </a:gridCol>
              </a:tblGrid>
              <a:tr h="996997">
                <a:tc>
                  <a:txBody>
                    <a:bodyPr/>
                    <a:lstStyle/>
                    <a:p>
                      <a:pPr algn="l"/>
                      <a:r>
                        <a:rPr lang="en-US" sz="2000" b="1" dirty="0"/>
                        <a:t>THE TERMS</a:t>
                      </a:r>
                    </a:p>
                  </a:txBody>
                  <a:tcPr anchor="ctr">
                    <a:gradFill flip="none" rotWithShape="1">
                      <a:gsLst>
                        <a:gs pos="0">
                          <a:srgbClr val="85103F">
                            <a:tint val="66000"/>
                            <a:satMod val="160000"/>
                          </a:srgbClr>
                        </a:gs>
                        <a:gs pos="50000">
                          <a:srgbClr val="85103F">
                            <a:tint val="44500"/>
                            <a:satMod val="160000"/>
                          </a:srgbClr>
                        </a:gs>
                        <a:gs pos="100000">
                          <a:srgbClr val="85103F">
                            <a:tint val="23500"/>
                            <a:satMod val="160000"/>
                          </a:srgbClr>
                        </a:gs>
                      </a:gsLst>
                      <a:lin ang="0" scaled="1"/>
                      <a:tileRect/>
                    </a:gradFill>
                  </a:tcPr>
                </a:tc>
                <a:tc>
                  <a:txBody>
                    <a:bodyPr/>
                    <a:lstStyle/>
                    <a:p>
                      <a:pPr algn="ctr"/>
                      <a:r>
                        <a:rPr lang="en-US" sz="2400" b="1" dirty="0"/>
                        <a:t>ENTITY</a:t>
                      </a:r>
                    </a:p>
                  </a:txBody>
                  <a:tcPr anchor="ctr"/>
                </a:tc>
                <a:tc>
                  <a:txBody>
                    <a:bodyPr/>
                    <a:lstStyle/>
                    <a:p>
                      <a:pPr algn="ctr"/>
                      <a:r>
                        <a:rPr lang="en-US" sz="2400" b="1" dirty="0"/>
                        <a:t>DATA FLOW</a:t>
                      </a:r>
                    </a:p>
                  </a:txBody>
                  <a:tcPr anchor="ctr"/>
                </a:tc>
                <a:tc>
                  <a:txBody>
                    <a:bodyPr/>
                    <a:lstStyle/>
                    <a:p>
                      <a:pPr algn="ctr"/>
                      <a:r>
                        <a:rPr lang="en-US" sz="2400" b="1" dirty="0"/>
                        <a:t>PROCESS</a:t>
                      </a:r>
                    </a:p>
                  </a:txBody>
                  <a:tcPr anchor="ctr"/>
                </a:tc>
                <a:tc>
                  <a:txBody>
                    <a:bodyPr/>
                    <a:lstStyle/>
                    <a:p>
                      <a:pPr algn="ctr"/>
                      <a:r>
                        <a:rPr lang="en-US" sz="2400" b="1" dirty="0"/>
                        <a:t>DATA STORE</a:t>
                      </a:r>
                    </a:p>
                  </a:txBody>
                  <a:tcPr anchor="ctr"/>
                </a:tc>
                <a:extLst>
                  <a:ext uri="{0D108BD9-81ED-4DB2-BD59-A6C34878D82A}">
                    <a16:rowId xmlns:a16="http://schemas.microsoft.com/office/drawing/2014/main" val="109305694"/>
                  </a:ext>
                </a:extLst>
              </a:tr>
              <a:tr h="996997">
                <a:tc>
                  <a:txBody>
                    <a:bodyPr/>
                    <a:lstStyle/>
                    <a:p>
                      <a:pPr algn="l"/>
                      <a:r>
                        <a:rPr lang="en-US" sz="2000" b="1" dirty="0"/>
                        <a:t>THE SYMBOLS</a:t>
                      </a:r>
                    </a:p>
                  </a:txBody>
                  <a:tcPr anchor="ctr">
                    <a:gradFill flip="none" rotWithShape="1">
                      <a:gsLst>
                        <a:gs pos="0">
                          <a:srgbClr val="85103F">
                            <a:tint val="66000"/>
                            <a:satMod val="160000"/>
                          </a:srgbClr>
                        </a:gs>
                        <a:gs pos="50000">
                          <a:srgbClr val="85103F">
                            <a:tint val="44500"/>
                            <a:satMod val="160000"/>
                          </a:srgbClr>
                        </a:gs>
                        <a:gs pos="100000">
                          <a:srgbClr val="85103F">
                            <a:tint val="23500"/>
                            <a:satMod val="160000"/>
                          </a:srgbClr>
                        </a:gs>
                      </a:gsLst>
                      <a:lin ang="0" scaled="1"/>
                      <a:tileRect/>
                    </a:gradFill>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598024755"/>
                  </a:ext>
                </a:extLst>
              </a:tr>
              <a:tr h="996997">
                <a:tc>
                  <a:txBody>
                    <a:bodyPr/>
                    <a:lstStyle/>
                    <a:p>
                      <a:pPr algn="l"/>
                      <a:r>
                        <a:rPr lang="en-US" sz="2000" b="1" dirty="0"/>
                        <a:t>THE MEANING </a:t>
                      </a:r>
                    </a:p>
                    <a:p>
                      <a:pPr algn="l"/>
                      <a:r>
                        <a:rPr lang="en-US" sz="2000" b="1" dirty="0"/>
                        <a:t>(what it represent)</a:t>
                      </a:r>
                    </a:p>
                  </a:txBody>
                  <a:tcPr anchor="ctr">
                    <a:gradFill flip="none" rotWithShape="1">
                      <a:gsLst>
                        <a:gs pos="0">
                          <a:srgbClr val="85103F">
                            <a:tint val="66000"/>
                            <a:satMod val="160000"/>
                          </a:srgbClr>
                        </a:gs>
                        <a:gs pos="50000">
                          <a:srgbClr val="85103F">
                            <a:tint val="44500"/>
                            <a:satMod val="160000"/>
                          </a:srgbClr>
                        </a:gs>
                        <a:gs pos="100000">
                          <a:srgbClr val="85103F">
                            <a:tint val="23500"/>
                            <a:satMod val="160000"/>
                          </a:srgbClr>
                        </a:gs>
                      </a:gsLst>
                      <a:lin ang="0" scaled="1"/>
                      <a:tileRect/>
                    </a:gradFill>
                  </a:tcPr>
                </a:tc>
                <a:tc>
                  <a:txBody>
                    <a:bodyPr/>
                    <a:lstStyle/>
                    <a:p>
                      <a:pPr algn="ctr"/>
                      <a:r>
                        <a:rPr lang="en-US" dirty="0"/>
                        <a:t>Source or destination</a:t>
                      </a:r>
                    </a:p>
                  </a:txBody>
                  <a:tcPr anchor="ctr"/>
                </a:tc>
                <a:tc>
                  <a:txBody>
                    <a:bodyPr/>
                    <a:lstStyle/>
                    <a:p>
                      <a:pPr algn="ctr"/>
                      <a:r>
                        <a:rPr lang="en-US" dirty="0"/>
                        <a:t>Movement of data</a:t>
                      </a:r>
                    </a:p>
                  </a:txBody>
                  <a:tcPr anchor="ctr"/>
                </a:tc>
                <a:tc>
                  <a:txBody>
                    <a:bodyPr/>
                    <a:lstStyle/>
                    <a:p>
                      <a:pPr algn="ctr"/>
                      <a:r>
                        <a:rPr lang="en-US" dirty="0"/>
                        <a:t>Work to be done (performed) in the system</a:t>
                      </a:r>
                    </a:p>
                  </a:txBody>
                  <a:tcPr anchor="ctr"/>
                </a:tc>
                <a:tc>
                  <a:txBody>
                    <a:bodyPr/>
                    <a:lstStyle/>
                    <a:p>
                      <a:pPr algn="ctr"/>
                      <a:r>
                        <a:rPr lang="en-US" dirty="0"/>
                        <a:t>Depository of the data</a:t>
                      </a:r>
                    </a:p>
                  </a:txBody>
                  <a:tcPr anchor="ctr"/>
                </a:tc>
                <a:extLst>
                  <a:ext uri="{0D108BD9-81ED-4DB2-BD59-A6C34878D82A}">
                    <a16:rowId xmlns:a16="http://schemas.microsoft.com/office/drawing/2014/main" val="3026446572"/>
                  </a:ext>
                </a:extLst>
              </a:tr>
              <a:tr h="863837">
                <a:tc>
                  <a:txBody>
                    <a:bodyPr/>
                    <a:lstStyle/>
                    <a:p>
                      <a:pPr algn="l"/>
                      <a:r>
                        <a:rPr lang="en-US" sz="2000" b="1" dirty="0"/>
                        <a:t>THE NAMING</a:t>
                      </a:r>
                    </a:p>
                    <a:p>
                      <a:pPr algn="l"/>
                      <a:r>
                        <a:rPr lang="en-US" sz="2000" b="1" dirty="0"/>
                        <a:t>(how to describe)</a:t>
                      </a:r>
                    </a:p>
                  </a:txBody>
                  <a:tcPr anchor="ctr">
                    <a:gradFill flip="none" rotWithShape="1">
                      <a:gsLst>
                        <a:gs pos="0">
                          <a:srgbClr val="85103F">
                            <a:tint val="66000"/>
                            <a:satMod val="160000"/>
                          </a:srgbClr>
                        </a:gs>
                        <a:gs pos="50000">
                          <a:srgbClr val="85103F">
                            <a:tint val="44500"/>
                            <a:satMod val="160000"/>
                          </a:srgbClr>
                        </a:gs>
                        <a:gs pos="100000">
                          <a:srgbClr val="85103F">
                            <a:tint val="23500"/>
                            <a:satMod val="160000"/>
                          </a:srgbClr>
                        </a:gs>
                      </a:gsLst>
                      <a:lin ang="0" scaled="1"/>
                      <a:tileRect/>
                    </a:gradFill>
                  </a:tcPr>
                </a:tc>
                <a:tc>
                  <a:txBody>
                    <a:bodyPr/>
                    <a:lstStyle/>
                    <a:p>
                      <a:pPr algn="ctr"/>
                      <a:r>
                        <a:rPr lang="en-US" dirty="0"/>
                        <a:t>NOUN</a:t>
                      </a:r>
                    </a:p>
                  </a:txBody>
                  <a:tcPr anchor="ctr"/>
                </a:tc>
                <a:tc>
                  <a:txBody>
                    <a:bodyPr/>
                    <a:lstStyle/>
                    <a:p>
                      <a:pPr algn="ctr"/>
                      <a:r>
                        <a:rPr lang="en-US" dirty="0"/>
                        <a:t>NOUN</a:t>
                      </a:r>
                    </a:p>
                  </a:txBody>
                  <a:tcPr anchor="ctr"/>
                </a:tc>
                <a:tc>
                  <a:txBody>
                    <a:bodyPr/>
                    <a:lstStyle/>
                    <a:p>
                      <a:pPr algn="ctr"/>
                      <a:r>
                        <a:rPr lang="en-US" dirty="0"/>
                        <a:t>VERB</a:t>
                      </a:r>
                    </a:p>
                    <a:p>
                      <a:pPr algn="ctr"/>
                      <a:r>
                        <a:rPr lang="en-US" sz="1400" dirty="0"/>
                        <a:t>(except in Context Diagram)</a:t>
                      </a:r>
                    </a:p>
                  </a:txBody>
                  <a:tcPr anchor="ctr"/>
                </a:tc>
                <a:tc>
                  <a:txBody>
                    <a:bodyPr/>
                    <a:lstStyle/>
                    <a:p>
                      <a:pPr algn="ctr"/>
                      <a:r>
                        <a:rPr lang="en-US" dirty="0"/>
                        <a:t>NOUN</a:t>
                      </a:r>
                    </a:p>
                  </a:txBody>
                  <a:tcPr anchor="ctr"/>
                </a:tc>
                <a:extLst>
                  <a:ext uri="{0D108BD9-81ED-4DB2-BD59-A6C34878D82A}">
                    <a16:rowId xmlns:a16="http://schemas.microsoft.com/office/drawing/2014/main" val="3638252094"/>
                  </a:ext>
                </a:extLst>
              </a:tr>
              <a:tr h="996997">
                <a:tc>
                  <a:txBody>
                    <a:bodyPr/>
                    <a:lstStyle/>
                    <a:p>
                      <a:pPr algn="l"/>
                      <a:r>
                        <a:rPr lang="en-US" sz="2000" b="1" dirty="0"/>
                        <a:t>SOMETHING EXTRA</a:t>
                      </a:r>
                    </a:p>
                    <a:p>
                      <a:pPr algn="l"/>
                      <a:r>
                        <a:rPr lang="en-US" sz="2000" b="1" dirty="0"/>
                        <a:t>(tips alert!)</a:t>
                      </a:r>
                    </a:p>
                  </a:txBody>
                  <a:tcPr anchor="ctr">
                    <a:gradFill flip="none" rotWithShape="1">
                      <a:gsLst>
                        <a:gs pos="0">
                          <a:srgbClr val="85103F">
                            <a:tint val="66000"/>
                            <a:satMod val="160000"/>
                          </a:srgbClr>
                        </a:gs>
                        <a:gs pos="50000">
                          <a:srgbClr val="85103F">
                            <a:tint val="44500"/>
                            <a:satMod val="160000"/>
                          </a:srgbClr>
                        </a:gs>
                        <a:gs pos="100000">
                          <a:srgbClr val="85103F">
                            <a:tint val="23500"/>
                            <a:satMod val="160000"/>
                          </a:srgbClr>
                        </a:gs>
                      </a:gsLst>
                      <a:lin ang="0" scaled="1"/>
                      <a:tileRect/>
                    </a:gradFill>
                  </a:tcPr>
                </a:tc>
                <a:tc>
                  <a:txBody>
                    <a:bodyPr/>
                    <a:lstStyle/>
                    <a:p>
                      <a:pPr algn="l"/>
                      <a:r>
                        <a:rPr lang="en-US" sz="1400" dirty="0"/>
                        <a:t>This can be anything that </a:t>
                      </a:r>
                      <a:r>
                        <a:rPr lang="en-US" sz="1400" b="1" dirty="0">
                          <a:solidFill>
                            <a:srgbClr val="C00000"/>
                          </a:solidFill>
                        </a:rPr>
                        <a:t>interacts</a:t>
                      </a:r>
                      <a:r>
                        <a:rPr lang="en-US" sz="1400" dirty="0"/>
                        <a:t> with the system, usually a PERSON (e.g.: user) or another system.</a:t>
                      </a:r>
                    </a:p>
                  </a:txBody>
                  <a:tcPr anchor="ctr"/>
                </a:tc>
                <a:tc>
                  <a:txBody>
                    <a:bodyPr/>
                    <a:lstStyle/>
                    <a:p>
                      <a:pPr algn="l"/>
                      <a:r>
                        <a:rPr lang="en-US" sz="1400" dirty="0"/>
                        <a:t>Arrow name can be represented by:</a:t>
                      </a:r>
                    </a:p>
                    <a:p>
                      <a:pPr marL="342900" indent="-342900" algn="l">
                        <a:buAutoNum type="arabicPeriod"/>
                      </a:pPr>
                      <a:r>
                        <a:rPr lang="en-US" sz="1400" dirty="0"/>
                        <a:t>Individual list of all data.</a:t>
                      </a:r>
                    </a:p>
                    <a:p>
                      <a:pPr marL="342900" indent="-342900" algn="l">
                        <a:buAutoNum type="arabicPeriod"/>
                      </a:pPr>
                      <a:r>
                        <a:rPr lang="en-US" sz="1400" dirty="0"/>
                        <a:t>A summarized name for related data</a:t>
                      </a:r>
                      <a:endParaRPr lang="en-US" sz="1600" dirty="0"/>
                    </a:p>
                  </a:txBody>
                  <a:tcPr anchor="ctr"/>
                </a:tc>
                <a:tc>
                  <a:txBody>
                    <a:bodyPr/>
                    <a:lstStyle/>
                    <a:p>
                      <a:pPr algn="ctr"/>
                      <a:r>
                        <a:rPr lang="en-US" sz="1600" b="1" dirty="0"/>
                        <a:t>VERB VERB VERB! </a:t>
                      </a:r>
                    </a:p>
                    <a:p>
                      <a:pPr algn="l"/>
                      <a:endParaRPr lang="en-US" sz="1400" dirty="0"/>
                    </a:p>
                    <a:p>
                      <a:pPr algn="ctr"/>
                      <a:r>
                        <a:rPr lang="en-US" sz="1400" dirty="0"/>
                        <a:t>(most times students FORGET about this!)</a:t>
                      </a:r>
                    </a:p>
                  </a:txBody>
                  <a:tcPr anchor="ctr"/>
                </a:tc>
                <a:tc>
                  <a:txBody>
                    <a:bodyPr/>
                    <a:lstStyle/>
                    <a:p>
                      <a:pPr algn="l"/>
                      <a:r>
                        <a:rPr lang="en-US" sz="1400" dirty="0"/>
                        <a:t>Usually represent data storage of the system (a table of the database).</a:t>
                      </a:r>
                    </a:p>
                  </a:txBody>
                  <a:tcPr anchor="ctr"/>
                </a:tc>
                <a:extLst>
                  <a:ext uri="{0D108BD9-81ED-4DB2-BD59-A6C34878D82A}">
                    <a16:rowId xmlns:a16="http://schemas.microsoft.com/office/drawing/2014/main" val="1577612796"/>
                  </a:ext>
                </a:extLst>
              </a:tr>
            </a:tbl>
          </a:graphicData>
        </a:graphic>
      </p:graphicFrame>
      <p:sp>
        <p:nvSpPr>
          <p:cNvPr id="2" name="Title 1">
            <a:extLst>
              <a:ext uri="{FF2B5EF4-FFF2-40B4-BE49-F238E27FC236}">
                <a16:creationId xmlns:a16="http://schemas.microsoft.com/office/drawing/2014/main" id="{7A5C48F0-EFB8-6F4B-A859-D3C142495C75}"/>
              </a:ext>
            </a:extLst>
          </p:cNvPr>
          <p:cNvSpPr txBox="1">
            <a:spLocks noChangeArrowheads="1"/>
          </p:cNvSpPr>
          <p:nvPr/>
        </p:nvSpPr>
        <p:spPr bwMode="auto">
          <a:xfrm>
            <a:off x="308081" y="591964"/>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WHAT’S IMPORTANT?</a:t>
            </a:r>
            <a:endParaRPr lang="en-US" altLang="en-US" sz="5400" dirty="0">
              <a:solidFill>
                <a:srgbClr val="85103F"/>
              </a:solidFill>
              <a:latin typeface="Calibri Light" panose="020F0302020204030204" pitchFamily="34" charset="0"/>
            </a:endParaRPr>
          </a:p>
        </p:txBody>
      </p:sp>
      <p:pic>
        <p:nvPicPr>
          <p:cNvPr id="8" name="Picture 7" descr="A close up of a sign&#10;&#10;Description automatically generated">
            <a:extLst>
              <a:ext uri="{FF2B5EF4-FFF2-40B4-BE49-F238E27FC236}">
                <a16:creationId xmlns:a16="http://schemas.microsoft.com/office/drawing/2014/main" id="{A0E0A8C2-92DC-C546-8424-C7BAB6DE92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23137" y="2450373"/>
            <a:ext cx="1004155" cy="789675"/>
          </a:xfrm>
          <a:prstGeom prst="rect">
            <a:avLst/>
          </a:prstGeom>
        </p:spPr>
      </p:pic>
      <p:pic>
        <p:nvPicPr>
          <p:cNvPr id="10" name="Picture 9" descr="A picture containing text&#10;&#10;Description automatically generated">
            <a:extLst>
              <a:ext uri="{FF2B5EF4-FFF2-40B4-BE49-F238E27FC236}">
                <a16:creationId xmlns:a16="http://schemas.microsoft.com/office/drawing/2014/main" id="{72865394-9181-1E4F-87F4-FBEBE994483F}"/>
              </a:ext>
            </a:extLst>
          </p:cNvPr>
          <p:cNvPicPr>
            <a:picLocks noChangeAspect="1"/>
          </p:cNvPicPr>
          <p:nvPr/>
        </p:nvPicPr>
        <p:blipFill rotWithShape="1">
          <a:blip r:embed="rId3">
            <a:extLst>
              <a:ext uri="{28A0092B-C50C-407E-A947-70E740481C1C}">
                <a14:useLocalDpi xmlns:a14="http://schemas.microsoft.com/office/drawing/2010/main" val="0"/>
              </a:ext>
            </a:extLst>
          </a:blip>
          <a:srcRect l="9627" t="-11975" r="2040" b="1926"/>
          <a:stretch/>
        </p:blipFill>
        <p:spPr>
          <a:xfrm>
            <a:off x="5290457" y="2450374"/>
            <a:ext cx="1662091" cy="687922"/>
          </a:xfrm>
          <a:prstGeom prst="rect">
            <a:avLst/>
          </a:prstGeom>
        </p:spPr>
      </p:pic>
      <p:pic>
        <p:nvPicPr>
          <p:cNvPr id="12" name="Picture 11" descr="A close up of a sign&#10;&#10;Description automatically generated">
            <a:extLst>
              <a:ext uri="{FF2B5EF4-FFF2-40B4-BE49-F238E27FC236}">
                <a16:creationId xmlns:a16="http://schemas.microsoft.com/office/drawing/2014/main" id="{C574862F-F719-C549-9843-390FF14F4A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03767" y="2450373"/>
            <a:ext cx="758801" cy="776448"/>
          </a:xfrm>
          <a:prstGeom prst="rect">
            <a:avLst/>
          </a:prstGeom>
        </p:spPr>
      </p:pic>
      <p:pic>
        <p:nvPicPr>
          <p:cNvPr id="14" name="Picture 13" descr="A close up of a sign&#10;&#10;Description automatically generated">
            <a:extLst>
              <a:ext uri="{FF2B5EF4-FFF2-40B4-BE49-F238E27FC236}">
                <a16:creationId xmlns:a16="http://schemas.microsoft.com/office/drawing/2014/main" id="{AC0E765E-CC50-7841-B064-9151E8FA3A6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63679" y="2672487"/>
            <a:ext cx="1520004" cy="465808"/>
          </a:xfrm>
          <a:prstGeom prst="rect">
            <a:avLst/>
          </a:prstGeom>
        </p:spPr>
      </p:pic>
    </p:spTree>
    <p:extLst>
      <p:ext uri="{BB962C8B-B14F-4D97-AF65-F5344CB8AC3E}">
        <p14:creationId xmlns:p14="http://schemas.microsoft.com/office/powerpoint/2010/main" val="20150344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4DED6-3AA9-4DBB-84AF-6902AA84723E}"/>
              </a:ext>
            </a:extLst>
          </p:cNvPr>
          <p:cNvSpPr>
            <a:spLocks noGrp="1"/>
          </p:cNvSpPr>
          <p:nvPr>
            <p:ph type="ctrTitle"/>
          </p:nvPr>
        </p:nvSpPr>
        <p:spPr/>
        <p:txBody>
          <a:bodyPr/>
          <a:lstStyle/>
          <a:p>
            <a:r>
              <a:rPr lang="en-US" b="1" dirty="0">
                <a:solidFill>
                  <a:schemeClr val="bg1"/>
                </a:solidFill>
              </a:rPr>
              <a:t>PART II</a:t>
            </a:r>
            <a:endParaRPr lang="en-MY" b="1" dirty="0">
              <a:solidFill>
                <a:schemeClr val="bg1"/>
              </a:solidFill>
            </a:endParaRPr>
          </a:p>
        </p:txBody>
      </p:sp>
      <p:sp>
        <p:nvSpPr>
          <p:cNvPr id="3" name="Subtitle 2">
            <a:extLst>
              <a:ext uri="{FF2B5EF4-FFF2-40B4-BE49-F238E27FC236}">
                <a16:creationId xmlns:a16="http://schemas.microsoft.com/office/drawing/2014/main" id="{26157C70-9B7A-4F4F-9478-D893D978A2B0}"/>
              </a:ext>
            </a:extLst>
          </p:cNvPr>
          <p:cNvSpPr>
            <a:spLocks noGrp="1"/>
          </p:cNvSpPr>
          <p:nvPr>
            <p:ph type="subTitle" idx="1"/>
          </p:nvPr>
        </p:nvSpPr>
        <p:spPr>
          <a:xfrm>
            <a:off x="4017194" y="3506164"/>
            <a:ext cx="5017476" cy="2387600"/>
          </a:xfrm>
        </p:spPr>
        <p:txBody>
          <a:bodyPr/>
          <a:lstStyle/>
          <a:p>
            <a:pPr marL="457200" lvl="0" indent="-457200" algn="l">
              <a:buFont typeface="Arial" panose="020B0604020202020204" pitchFamily="34" charset="0"/>
              <a:buChar char="•"/>
            </a:pPr>
            <a:r>
              <a:rPr lang="en-US" sz="3200" dirty="0">
                <a:solidFill>
                  <a:schemeClr val="bg1"/>
                </a:solidFill>
              </a:rPr>
              <a:t>Steps to create DFD</a:t>
            </a:r>
            <a:endParaRPr lang="en-MY" sz="3200" dirty="0">
              <a:solidFill>
                <a:schemeClr val="bg1"/>
              </a:solidFill>
            </a:endParaRPr>
          </a:p>
          <a:p>
            <a:pPr marL="457200" lvl="0" indent="-457200" algn="l">
              <a:buFont typeface="Arial" panose="020B0604020202020204" pitchFamily="34" charset="0"/>
              <a:buChar char="•"/>
            </a:pPr>
            <a:r>
              <a:rPr lang="en-US" sz="3200" dirty="0">
                <a:solidFill>
                  <a:schemeClr val="bg1"/>
                </a:solidFill>
              </a:rPr>
              <a:t>Context Diagram</a:t>
            </a:r>
            <a:endParaRPr lang="en-MY" sz="3200" dirty="0">
              <a:solidFill>
                <a:schemeClr val="bg1"/>
              </a:solidFill>
            </a:endParaRPr>
          </a:p>
          <a:p>
            <a:pPr marL="457200" lvl="0" indent="-457200" algn="l">
              <a:buFont typeface="Arial" panose="020B0604020202020204" pitchFamily="34" charset="0"/>
              <a:buChar char="•"/>
            </a:pPr>
            <a:r>
              <a:rPr lang="en-MY" sz="3200" dirty="0">
                <a:solidFill>
                  <a:schemeClr val="bg1"/>
                </a:solidFill>
              </a:rPr>
              <a:t>Diagram 0</a:t>
            </a:r>
          </a:p>
          <a:p>
            <a:pPr marL="457200" lvl="0" indent="-457200" algn="l">
              <a:buFont typeface="Arial" panose="020B0604020202020204" pitchFamily="34" charset="0"/>
              <a:buChar char="•"/>
            </a:pPr>
            <a:r>
              <a:rPr lang="en-MY" sz="3200" dirty="0">
                <a:solidFill>
                  <a:schemeClr val="bg1"/>
                </a:solidFill>
              </a:rPr>
              <a:t>Child Diagram</a:t>
            </a:r>
          </a:p>
        </p:txBody>
      </p:sp>
    </p:spTree>
    <p:extLst>
      <p:ext uri="{BB962C8B-B14F-4D97-AF65-F5344CB8AC3E}">
        <p14:creationId xmlns:p14="http://schemas.microsoft.com/office/powerpoint/2010/main" val="24299932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5">
            <a:extLst>
              <a:ext uri="{FF2B5EF4-FFF2-40B4-BE49-F238E27FC236}">
                <a16:creationId xmlns:a16="http://schemas.microsoft.com/office/drawing/2014/main" id="{10BA25AD-F2F8-8545-97F4-4F01E674C07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35080" y="859183"/>
            <a:ext cx="5428117" cy="5803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STEPS TO DEVELOP DFD</a:t>
            </a:r>
            <a:endParaRPr lang="en-US" altLang="en-US" sz="54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28018542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BASIC RULES</a:t>
            </a:r>
            <a:endParaRPr lang="en-US" altLang="en-US" sz="5400" dirty="0">
              <a:solidFill>
                <a:srgbClr val="85103F"/>
              </a:solidFill>
              <a:latin typeface="Calibri Light" panose="020F0302020204030204" pitchFamily="34" charset="0"/>
            </a:endParaRPr>
          </a:p>
        </p:txBody>
      </p:sp>
      <p:sp>
        <p:nvSpPr>
          <p:cNvPr id="3" name="Rectangle 3">
            <a:extLst>
              <a:ext uri="{FF2B5EF4-FFF2-40B4-BE49-F238E27FC236}">
                <a16:creationId xmlns:a16="http://schemas.microsoft.com/office/drawing/2014/main" id="{537E3C2D-C489-EF48-94FF-2E852D7A7375}"/>
              </a:ext>
            </a:extLst>
          </p:cNvPr>
          <p:cNvSpPr txBox="1">
            <a:spLocks noChangeArrowheads="1"/>
          </p:cNvSpPr>
          <p:nvPr/>
        </p:nvSpPr>
        <p:spPr>
          <a:xfrm>
            <a:off x="427038" y="1568450"/>
            <a:ext cx="11521807" cy="5001419"/>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600" dirty="0"/>
              <a:t>The data flow diagram must have at least one process</a:t>
            </a:r>
          </a:p>
          <a:p>
            <a:r>
              <a:rPr lang="en-US" sz="3600" dirty="0"/>
              <a:t>Must not be any freestanding objects</a:t>
            </a:r>
          </a:p>
          <a:p>
            <a:r>
              <a:rPr lang="en-US" sz="3600" dirty="0"/>
              <a:t>A process must have both an input and output data flow</a:t>
            </a:r>
          </a:p>
          <a:p>
            <a:r>
              <a:rPr lang="en-US" sz="3600" dirty="0"/>
              <a:t>A data store must be connected to at least one process</a:t>
            </a:r>
          </a:p>
          <a:p>
            <a:r>
              <a:rPr lang="en-US" sz="3600" dirty="0"/>
              <a:t>External entities should not be connected to one another</a:t>
            </a:r>
          </a:p>
        </p:txBody>
      </p:sp>
    </p:spTree>
    <p:extLst>
      <p:ext uri="{BB962C8B-B14F-4D97-AF65-F5344CB8AC3E}">
        <p14:creationId xmlns:p14="http://schemas.microsoft.com/office/powerpoint/2010/main" val="31863126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3EAE533-75AA-5340-9ACB-DC7FFDBCE7D3}"/>
              </a:ext>
            </a:extLst>
          </p:cNvPr>
          <p:cNvSpPr txBox="1">
            <a:spLocks noChangeArrowheads="1"/>
          </p:cNvSpPr>
          <p:nvPr/>
        </p:nvSpPr>
        <p:spPr bwMode="auto">
          <a:xfrm>
            <a:off x="766084" y="2117475"/>
            <a:ext cx="10515600" cy="2125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lnSpc>
                <a:spcPct val="90000"/>
              </a:lnSpc>
            </a:pPr>
            <a:r>
              <a:rPr lang="en-US" altLang="en-US" sz="5400" b="1" dirty="0">
                <a:solidFill>
                  <a:srgbClr val="85103F"/>
                </a:solidFill>
              </a:rPr>
              <a:t>STEP 1:</a:t>
            </a:r>
          </a:p>
          <a:p>
            <a:pPr algn="ctr">
              <a:lnSpc>
                <a:spcPct val="90000"/>
              </a:lnSpc>
            </a:pPr>
            <a:r>
              <a:rPr lang="en-US" altLang="en-US" sz="5400" b="1" dirty="0">
                <a:solidFill>
                  <a:srgbClr val="85103F"/>
                </a:solidFill>
              </a:rPr>
              <a:t>LIST OF POSSIBLE ENTITIES, DATA FLOW, PROCESS AND DATA STORE</a:t>
            </a:r>
          </a:p>
          <a:p>
            <a:pPr algn="ctr">
              <a:lnSpc>
                <a:spcPct val="90000"/>
              </a:lnSpc>
            </a:pPr>
            <a:endParaRPr lang="en-US" altLang="en-US" sz="54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5669047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Table 19">
            <a:extLst>
              <a:ext uri="{FF2B5EF4-FFF2-40B4-BE49-F238E27FC236}">
                <a16:creationId xmlns:a16="http://schemas.microsoft.com/office/drawing/2014/main" id="{0A081D08-76DF-4745-AEC0-4594B05C21F5}"/>
              </a:ext>
            </a:extLst>
          </p:cNvPr>
          <p:cNvGraphicFramePr>
            <a:graphicFrameLocks noGrp="1"/>
          </p:cNvGraphicFramePr>
          <p:nvPr/>
        </p:nvGraphicFramePr>
        <p:xfrm>
          <a:off x="398276" y="1980589"/>
          <a:ext cx="10929425" cy="3504170"/>
        </p:xfrm>
        <a:graphic>
          <a:graphicData uri="http://schemas.openxmlformats.org/drawingml/2006/table">
            <a:tbl>
              <a:tblPr firstRow="1" bandRow="1">
                <a:tableStyleId>{5940675A-B579-460E-94D1-54222C63F5DA}</a:tableStyleId>
              </a:tblPr>
              <a:tblGrid>
                <a:gridCol w="2185885">
                  <a:extLst>
                    <a:ext uri="{9D8B030D-6E8A-4147-A177-3AD203B41FA5}">
                      <a16:colId xmlns:a16="http://schemas.microsoft.com/office/drawing/2014/main" val="2492574842"/>
                    </a:ext>
                  </a:extLst>
                </a:gridCol>
                <a:gridCol w="2185885">
                  <a:extLst>
                    <a:ext uri="{9D8B030D-6E8A-4147-A177-3AD203B41FA5}">
                      <a16:colId xmlns:a16="http://schemas.microsoft.com/office/drawing/2014/main" val="1504649229"/>
                    </a:ext>
                  </a:extLst>
                </a:gridCol>
                <a:gridCol w="2185885">
                  <a:extLst>
                    <a:ext uri="{9D8B030D-6E8A-4147-A177-3AD203B41FA5}">
                      <a16:colId xmlns:a16="http://schemas.microsoft.com/office/drawing/2014/main" val="1440328067"/>
                    </a:ext>
                  </a:extLst>
                </a:gridCol>
                <a:gridCol w="2185885">
                  <a:extLst>
                    <a:ext uri="{9D8B030D-6E8A-4147-A177-3AD203B41FA5}">
                      <a16:colId xmlns:a16="http://schemas.microsoft.com/office/drawing/2014/main" val="96390869"/>
                    </a:ext>
                  </a:extLst>
                </a:gridCol>
                <a:gridCol w="2185885">
                  <a:extLst>
                    <a:ext uri="{9D8B030D-6E8A-4147-A177-3AD203B41FA5}">
                      <a16:colId xmlns:a16="http://schemas.microsoft.com/office/drawing/2014/main" val="2156631126"/>
                    </a:ext>
                  </a:extLst>
                </a:gridCol>
              </a:tblGrid>
              <a:tr h="898645">
                <a:tc>
                  <a:txBody>
                    <a:bodyPr/>
                    <a:lstStyle/>
                    <a:p>
                      <a:pPr algn="l"/>
                      <a:r>
                        <a:rPr lang="en-US" sz="2000" b="1" dirty="0"/>
                        <a:t>THE TERMS</a:t>
                      </a:r>
                    </a:p>
                  </a:txBody>
                  <a:tcPr anchor="ctr">
                    <a:gradFill flip="none" rotWithShape="1">
                      <a:gsLst>
                        <a:gs pos="0">
                          <a:srgbClr val="85103F">
                            <a:tint val="66000"/>
                            <a:satMod val="160000"/>
                          </a:srgbClr>
                        </a:gs>
                        <a:gs pos="50000">
                          <a:srgbClr val="85103F">
                            <a:tint val="44500"/>
                            <a:satMod val="160000"/>
                          </a:srgbClr>
                        </a:gs>
                        <a:gs pos="100000">
                          <a:srgbClr val="85103F">
                            <a:tint val="23500"/>
                            <a:satMod val="160000"/>
                          </a:srgbClr>
                        </a:gs>
                      </a:gsLst>
                      <a:lin ang="0" scaled="1"/>
                      <a:tileRect/>
                    </a:gradFill>
                  </a:tcPr>
                </a:tc>
                <a:tc>
                  <a:txBody>
                    <a:bodyPr/>
                    <a:lstStyle/>
                    <a:p>
                      <a:pPr algn="ctr"/>
                      <a:r>
                        <a:rPr lang="en-US" sz="2400" b="1" dirty="0"/>
                        <a:t>ENTITY</a:t>
                      </a:r>
                    </a:p>
                  </a:txBody>
                  <a:tcPr anchor="ctr"/>
                </a:tc>
                <a:tc>
                  <a:txBody>
                    <a:bodyPr/>
                    <a:lstStyle/>
                    <a:p>
                      <a:pPr algn="ctr"/>
                      <a:r>
                        <a:rPr lang="en-US" sz="2400" b="1" dirty="0"/>
                        <a:t>DATA FLOW</a:t>
                      </a:r>
                    </a:p>
                  </a:txBody>
                  <a:tcPr anchor="ctr"/>
                </a:tc>
                <a:tc>
                  <a:txBody>
                    <a:bodyPr/>
                    <a:lstStyle/>
                    <a:p>
                      <a:pPr algn="ctr"/>
                      <a:r>
                        <a:rPr lang="en-US" sz="2400" b="1" dirty="0"/>
                        <a:t>PROCESS</a:t>
                      </a:r>
                    </a:p>
                  </a:txBody>
                  <a:tcPr anchor="ctr"/>
                </a:tc>
                <a:tc>
                  <a:txBody>
                    <a:bodyPr/>
                    <a:lstStyle/>
                    <a:p>
                      <a:pPr algn="ctr"/>
                      <a:r>
                        <a:rPr lang="en-US" sz="2400" b="1" dirty="0"/>
                        <a:t>DATA STORE</a:t>
                      </a:r>
                    </a:p>
                  </a:txBody>
                  <a:tcPr anchor="ctr"/>
                </a:tc>
                <a:extLst>
                  <a:ext uri="{0D108BD9-81ED-4DB2-BD59-A6C34878D82A}">
                    <a16:rowId xmlns:a16="http://schemas.microsoft.com/office/drawing/2014/main" val="109305694"/>
                  </a:ext>
                </a:extLst>
              </a:tr>
              <a:tr h="898645">
                <a:tc>
                  <a:txBody>
                    <a:bodyPr/>
                    <a:lstStyle/>
                    <a:p>
                      <a:pPr algn="l"/>
                      <a:r>
                        <a:rPr lang="en-US" sz="2000" b="1" dirty="0"/>
                        <a:t>THE SYMBOLS</a:t>
                      </a:r>
                    </a:p>
                  </a:txBody>
                  <a:tcPr anchor="ctr">
                    <a:gradFill flip="none" rotWithShape="1">
                      <a:gsLst>
                        <a:gs pos="0">
                          <a:srgbClr val="85103F">
                            <a:tint val="66000"/>
                            <a:satMod val="160000"/>
                          </a:srgbClr>
                        </a:gs>
                        <a:gs pos="50000">
                          <a:srgbClr val="85103F">
                            <a:tint val="44500"/>
                            <a:satMod val="160000"/>
                          </a:srgbClr>
                        </a:gs>
                        <a:gs pos="100000">
                          <a:srgbClr val="85103F">
                            <a:tint val="23500"/>
                            <a:satMod val="160000"/>
                          </a:srgbClr>
                        </a:gs>
                      </a:gsLst>
                      <a:lin ang="0" scaled="1"/>
                      <a:tileRect/>
                    </a:gradFill>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598024755"/>
                  </a:ext>
                </a:extLst>
              </a:tr>
              <a:tr h="898645">
                <a:tc>
                  <a:txBody>
                    <a:bodyPr/>
                    <a:lstStyle/>
                    <a:p>
                      <a:pPr algn="l"/>
                      <a:r>
                        <a:rPr lang="en-US" sz="2000" b="1" dirty="0"/>
                        <a:t>THE MEANING </a:t>
                      </a:r>
                    </a:p>
                    <a:p>
                      <a:pPr algn="l"/>
                      <a:r>
                        <a:rPr lang="en-US" sz="2000" b="1" dirty="0"/>
                        <a:t>(what it represent)</a:t>
                      </a:r>
                    </a:p>
                  </a:txBody>
                  <a:tcPr anchor="ctr">
                    <a:gradFill flip="none" rotWithShape="1">
                      <a:gsLst>
                        <a:gs pos="0">
                          <a:srgbClr val="85103F">
                            <a:tint val="66000"/>
                            <a:satMod val="160000"/>
                          </a:srgbClr>
                        </a:gs>
                        <a:gs pos="50000">
                          <a:srgbClr val="85103F">
                            <a:tint val="44500"/>
                            <a:satMod val="160000"/>
                          </a:srgbClr>
                        </a:gs>
                        <a:gs pos="100000">
                          <a:srgbClr val="85103F">
                            <a:tint val="23500"/>
                            <a:satMod val="160000"/>
                          </a:srgbClr>
                        </a:gs>
                      </a:gsLst>
                      <a:lin ang="0" scaled="1"/>
                      <a:tileRect/>
                    </a:gradFill>
                  </a:tcPr>
                </a:tc>
                <a:tc>
                  <a:txBody>
                    <a:bodyPr/>
                    <a:lstStyle/>
                    <a:p>
                      <a:pPr algn="ctr"/>
                      <a:r>
                        <a:rPr lang="en-US" dirty="0"/>
                        <a:t>Source or destination</a:t>
                      </a:r>
                    </a:p>
                  </a:txBody>
                  <a:tcPr anchor="ctr"/>
                </a:tc>
                <a:tc>
                  <a:txBody>
                    <a:bodyPr/>
                    <a:lstStyle/>
                    <a:p>
                      <a:pPr algn="ctr"/>
                      <a:r>
                        <a:rPr lang="en-US" dirty="0"/>
                        <a:t>Movement of data</a:t>
                      </a:r>
                    </a:p>
                  </a:txBody>
                  <a:tcPr anchor="ctr"/>
                </a:tc>
                <a:tc>
                  <a:txBody>
                    <a:bodyPr/>
                    <a:lstStyle/>
                    <a:p>
                      <a:pPr algn="ctr"/>
                      <a:r>
                        <a:rPr lang="en-US" dirty="0"/>
                        <a:t>Work to be done (performed) in the system</a:t>
                      </a:r>
                    </a:p>
                  </a:txBody>
                  <a:tcPr anchor="ctr"/>
                </a:tc>
                <a:tc>
                  <a:txBody>
                    <a:bodyPr/>
                    <a:lstStyle/>
                    <a:p>
                      <a:pPr algn="ctr"/>
                      <a:r>
                        <a:rPr lang="en-US" dirty="0"/>
                        <a:t>Depository of the data</a:t>
                      </a:r>
                    </a:p>
                  </a:txBody>
                  <a:tcPr anchor="ctr"/>
                </a:tc>
                <a:extLst>
                  <a:ext uri="{0D108BD9-81ED-4DB2-BD59-A6C34878D82A}">
                    <a16:rowId xmlns:a16="http://schemas.microsoft.com/office/drawing/2014/main" val="3026446572"/>
                  </a:ext>
                </a:extLst>
              </a:tr>
              <a:tr h="778621">
                <a:tc>
                  <a:txBody>
                    <a:bodyPr/>
                    <a:lstStyle/>
                    <a:p>
                      <a:pPr algn="l"/>
                      <a:r>
                        <a:rPr lang="en-US" sz="2000" b="1" dirty="0"/>
                        <a:t>THE NAMING</a:t>
                      </a:r>
                    </a:p>
                    <a:p>
                      <a:pPr algn="l"/>
                      <a:r>
                        <a:rPr lang="en-US" sz="2000" b="1" dirty="0"/>
                        <a:t>(how to describe)</a:t>
                      </a:r>
                    </a:p>
                  </a:txBody>
                  <a:tcPr anchor="ctr">
                    <a:gradFill flip="none" rotWithShape="1">
                      <a:gsLst>
                        <a:gs pos="0">
                          <a:srgbClr val="85103F">
                            <a:tint val="66000"/>
                            <a:satMod val="160000"/>
                          </a:srgbClr>
                        </a:gs>
                        <a:gs pos="50000">
                          <a:srgbClr val="85103F">
                            <a:tint val="44500"/>
                            <a:satMod val="160000"/>
                          </a:srgbClr>
                        </a:gs>
                        <a:gs pos="100000">
                          <a:srgbClr val="85103F">
                            <a:tint val="23500"/>
                            <a:satMod val="160000"/>
                          </a:srgbClr>
                        </a:gs>
                      </a:gsLst>
                      <a:lin ang="0" scaled="1"/>
                      <a:tileRect/>
                    </a:gradFill>
                  </a:tcPr>
                </a:tc>
                <a:tc>
                  <a:txBody>
                    <a:bodyPr/>
                    <a:lstStyle/>
                    <a:p>
                      <a:pPr algn="ctr"/>
                      <a:r>
                        <a:rPr lang="en-US" dirty="0"/>
                        <a:t>NOUN</a:t>
                      </a:r>
                    </a:p>
                  </a:txBody>
                  <a:tcPr anchor="ctr"/>
                </a:tc>
                <a:tc>
                  <a:txBody>
                    <a:bodyPr/>
                    <a:lstStyle/>
                    <a:p>
                      <a:pPr algn="ctr"/>
                      <a:r>
                        <a:rPr lang="en-US" dirty="0"/>
                        <a:t>NOUN</a:t>
                      </a:r>
                    </a:p>
                  </a:txBody>
                  <a:tcPr anchor="ctr"/>
                </a:tc>
                <a:tc>
                  <a:txBody>
                    <a:bodyPr/>
                    <a:lstStyle/>
                    <a:p>
                      <a:pPr algn="ctr"/>
                      <a:r>
                        <a:rPr lang="en-US" dirty="0"/>
                        <a:t>VERB - NOUN</a:t>
                      </a:r>
                    </a:p>
                    <a:p>
                      <a:pPr algn="ctr"/>
                      <a:r>
                        <a:rPr lang="en-US" sz="1400" dirty="0"/>
                        <a:t>(except in Context Diagram)</a:t>
                      </a:r>
                    </a:p>
                  </a:txBody>
                  <a:tcPr anchor="ctr"/>
                </a:tc>
                <a:tc>
                  <a:txBody>
                    <a:bodyPr/>
                    <a:lstStyle/>
                    <a:p>
                      <a:pPr algn="ctr"/>
                      <a:r>
                        <a:rPr lang="en-US" dirty="0"/>
                        <a:t>NOUN</a:t>
                      </a:r>
                    </a:p>
                  </a:txBody>
                  <a:tcPr anchor="ctr"/>
                </a:tc>
                <a:extLst>
                  <a:ext uri="{0D108BD9-81ED-4DB2-BD59-A6C34878D82A}">
                    <a16:rowId xmlns:a16="http://schemas.microsoft.com/office/drawing/2014/main" val="3638252094"/>
                  </a:ext>
                </a:extLst>
              </a:tr>
            </a:tbl>
          </a:graphicData>
        </a:graphic>
      </p:graphicFrame>
      <p:pic>
        <p:nvPicPr>
          <p:cNvPr id="8" name="Picture 7" descr="A close up of a sign&#10;&#10;Description automatically generated">
            <a:extLst>
              <a:ext uri="{FF2B5EF4-FFF2-40B4-BE49-F238E27FC236}">
                <a16:creationId xmlns:a16="http://schemas.microsoft.com/office/drawing/2014/main" id="{A0E0A8C2-92DC-C546-8424-C7BAB6DE92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9948" y="2920770"/>
            <a:ext cx="1004155" cy="789675"/>
          </a:xfrm>
          <a:prstGeom prst="rect">
            <a:avLst/>
          </a:prstGeom>
        </p:spPr>
      </p:pic>
      <p:pic>
        <p:nvPicPr>
          <p:cNvPr id="10" name="Picture 9" descr="A picture containing text&#10;&#10;Description automatically generated">
            <a:extLst>
              <a:ext uri="{FF2B5EF4-FFF2-40B4-BE49-F238E27FC236}">
                <a16:creationId xmlns:a16="http://schemas.microsoft.com/office/drawing/2014/main" id="{72865394-9181-1E4F-87F4-FBEBE994483F}"/>
              </a:ext>
            </a:extLst>
          </p:cNvPr>
          <p:cNvPicPr>
            <a:picLocks noChangeAspect="1"/>
          </p:cNvPicPr>
          <p:nvPr/>
        </p:nvPicPr>
        <p:blipFill rotWithShape="1">
          <a:blip r:embed="rId3">
            <a:extLst>
              <a:ext uri="{28A0092B-C50C-407E-A947-70E740481C1C}">
                <a14:useLocalDpi xmlns:a14="http://schemas.microsoft.com/office/drawing/2010/main" val="0"/>
              </a:ext>
            </a:extLst>
          </a:blip>
          <a:srcRect l="12761" r="2039" b="-3197"/>
          <a:stretch/>
        </p:blipFill>
        <p:spPr>
          <a:xfrm>
            <a:off x="5061418" y="3006512"/>
            <a:ext cx="1603140" cy="645090"/>
          </a:xfrm>
          <a:prstGeom prst="rect">
            <a:avLst/>
          </a:prstGeom>
        </p:spPr>
      </p:pic>
      <p:pic>
        <p:nvPicPr>
          <p:cNvPr id="12" name="Picture 11" descr="A close up of a sign&#10;&#10;Description automatically generated">
            <a:extLst>
              <a:ext uri="{FF2B5EF4-FFF2-40B4-BE49-F238E27FC236}">
                <a16:creationId xmlns:a16="http://schemas.microsoft.com/office/drawing/2014/main" id="{C574862F-F719-C549-9843-390FF14F4A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19862" y="2942999"/>
            <a:ext cx="709658" cy="726162"/>
          </a:xfrm>
          <a:prstGeom prst="rect">
            <a:avLst/>
          </a:prstGeom>
        </p:spPr>
      </p:pic>
      <p:pic>
        <p:nvPicPr>
          <p:cNvPr id="14" name="Picture 13" descr="A close up of a sign&#10;&#10;Description automatically generated">
            <a:extLst>
              <a:ext uri="{FF2B5EF4-FFF2-40B4-BE49-F238E27FC236}">
                <a16:creationId xmlns:a16="http://schemas.microsoft.com/office/drawing/2014/main" id="{AC0E765E-CC50-7841-B064-9151E8FA3A6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10315" y="3082703"/>
            <a:ext cx="1520004" cy="465808"/>
          </a:xfrm>
          <a:prstGeom prst="rect">
            <a:avLst/>
          </a:prstGeom>
        </p:spPr>
      </p:pic>
      <p:sp>
        <p:nvSpPr>
          <p:cNvPr id="9" name="Title 1">
            <a:extLst>
              <a:ext uri="{FF2B5EF4-FFF2-40B4-BE49-F238E27FC236}">
                <a16:creationId xmlns:a16="http://schemas.microsoft.com/office/drawing/2014/main" id="{404DA07D-B6B2-E347-B9B6-02877DF5C32D}"/>
              </a:ext>
            </a:extLst>
          </p:cNvPr>
          <p:cNvSpPr txBox="1">
            <a:spLocks noChangeArrowheads="1"/>
          </p:cNvSpPr>
          <p:nvPr/>
        </p:nvSpPr>
        <p:spPr bwMode="auto">
          <a:xfrm>
            <a:off x="398276" y="543814"/>
            <a:ext cx="11395447" cy="913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4800" b="1" dirty="0">
                <a:solidFill>
                  <a:srgbClr val="85103F"/>
                </a:solidFill>
              </a:rPr>
              <a:t>7 STEPS OF CREATING DFD</a:t>
            </a:r>
            <a:endParaRPr lang="en-US" altLang="en-US" sz="4800" dirty="0">
              <a:solidFill>
                <a:srgbClr val="85103F"/>
              </a:solidFill>
              <a:latin typeface="Calibri Light" panose="020F0302020204030204" pitchFamily="34" charset="0"/>
            </a:endParaRPr>
          </a:p>
        </p:txBody>
      </p:sp>
      <p:sp>
        <p:nvSpPr>
          <p:cNvPr id="11" name="Rectangle 2">
            <a:extLst>
              <a:ext uri="{FF2B5EF4-FFF2-40B4-BE49-F238E27FC236}">
                <a16:creationId xmlns:a16="http://schemas.microsoft.com/office/drawing/2014/main" id="{46B17738-DBB1-A541-8B91-0335B3F27D05}"/>
              </a:ext>
            </a:extLst>
          </p:cNvPr>
          <p:cNvSpPr txBox="1">
            <a:spLocks noChangeArrowheads="1"/>
          </p:cNvSpPr>
          <p:nvPr/>
        </p:nvSpPr>
        <p:spPr>
          <a:xfrm>
            <a:off x="376207" y="1419469"/>
            <a:ext cx="9338718" cy="435011"/>
          </a:xfrm>
          <a:prstGeom prst="rect">
            <a:avLst/>
          </a:prstGeom>
          <a:noFill/>
        </p:spPr>
        <p:txBody>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r>
              <a:rPr lang="en-US" altLang="en-US" sz="2400" b="1" dirty="0">
                <a:solidFill>
                  <a:srgbClr val="85103F"/>
                </a:solidFill>
              </a:rPr>
              <a:t>Step 1: List the ENTITY, DATA FLOW, PROCESS &amp; DATA STORE</a:t>
            </a:r>
            <a:endParaRPr lang="en-US" sz="2400" dirty="0"/>
          </a:p>
        </p:txBody>
      </p:sp>
    </p:spTree>
    <p:extLst>
      <p:ext uri="{BB962C8B-B14F-4D97-AF65-F5344CB8AC3E}">
        <p14:creationId xmlns:p14="http://schemas.microsoft.com/office/powerpoint/2010/main" val="2640310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3EAE533-75AA-5340-9ACB-DC7FFDBCE7D3}"/>
              </a:ext>
            </a:extLst>
          </p:cNvPr>
          <p:cNvSpPr txBox="1">
            <a:spLocks noChangeArrowheads="1"/>
          </p:cNvSpPr>
          <p:nvPr/>
        </p:nvSpPr>
        <p:spPr bwMode="auto">
          <a:xfrm>
            <a:off x="766084" y="2117475"/>
            <a:ext cx="10515600" cy="2125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lnSpc>
                <a:spcPct val="90000"/>
              </a:lnSpc>
            </a:pPr>
            <a:r>
              <a:rPr lang="en-US" altLang="en-US" sz="5400" b="1" dirty="0">
                <a:solidFill>
                  <a:srgbClr val="85103F"/>
                </a:solidFill>
              </a:rPr>
              <a:t>STEP 2:</a:t>
            </a:r>
          </a:p>
          <a:p>
            <a:pPr algn="ctr">
              <a:lnSpc>
                <a:spcPct val="90000"/>
              </a:lnSpc>
            </a:pPr>
            <a:r>
              <a:rPr lang="en-US" altLang="en-US" sz="5400" b="1" dirty="0">
                <a:solidFill>
                  <a:srgbClr val="85103F"/>
                </a:solidFill>
              </a:rPr>
              <a:t>CONTEXT DIAGRAM</a:t>
            </a:r>
          </a:p>
          <a:p>
            <a:pPr algn="ctr">
              <a:lnSpc>
                <a:spcPct val="90000"/>
              </a:lnSpc>
            </a:pPr>
            <a:endParaRPr lang="en-US" altLang="en-US" sz="54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33949363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CREATING CONTEXT DIAGRAM</a:t>
            </a:r>
            <a:endParaRPr lang="en-US" altLang="en-US" sz="5400" dirty="0">
              <a:solidFill>
                <a:srgbClr val="85103F"/>
              </a:solidFill>
              <a:latin typeface="Calibri Light" panose="020F0302020204030204" pitchFamily="34" charset="0"/>
            </a:endParaRPr>
          </a:p>
        </p:txBody>
      </p:sp>
      <p:sp>
        <p:nvSpPr>
          <p:cNvPr id="3" name="Rectangle 3">
            <a:extLst>
              <a:ext uri="{FF2B5EF4-FFF2-40B4-BE49-F238E27FC236}">
                <a16:creationId xmlns:a16="http://schemas.microsoft.com/office/drawing/2014/main" id="{B94F0E5E-3437-DE49-9590-3E1EADF64D2C}"/>
              </a:ext>
            </a:extLst>
          </p:cNvPr>
          <p:cNvSpPr txBox="1">
            <a:spLocks noChangeArrowheads="1"/>
          </p:cNvSpPr>
          <p:nvPr/>
        </p:nvSpPr>
        <p:spPr>
          <a:xfrm>
            <a:off x="427038" y="1568450"/>
            <a:ext cx="11439614" cy="5001419"/>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The highest level in a data flow diagram</a:t>
            </a:r>
          </a:p>
          <a:p>
            <a:r>
              <a:rPr lang="en-US" dirty="0"/>
              <a:t>Contains only one process, representing the </a:t>
            </a:r>
            <a:r>
              <a:rPr lang="en-US" b="1" dirty="0">
                <a:solidFill>
                  <a:srgbClr val="85103F"/>
                </a:solidFill>
              </a:rPr>
              <a:t>entire system</a:t>
            </a:r>
          </a:p>
          <a:p>
            <a:r>
              <a:rPr lang="en-US" dirty="0"/>
              <a:t>The process is given the number 0</a:t>
            </a:r>
          </a:p>
          <a:p>
            <a:r>
              <a:rPr lang="en-US" dirty="0"/>
              <a:t>All external entities, as well as major data flows are shown</a:t>
            </a:r>
          </a:p>
          <a:p>
            <a:endParaRPr lang="en-US" dirty="0"/>
          </a:p>
        </p:txBody>
      </p:sp>
      <p:pic>
        <p:nvPicPr>
          <p:cNvPr id="8" name="Picture 5">
            <a:extLst>
              <a:ext uri="{FF2B5EF4-FFF2-40B4-BE49-F238E27FC236}">
                <a16:creationId xmlns:a16="http://schemas.microsoft.com/office/drawing/2014/main" id="{C2914771-3883-1346-AC7D-159E83F3DF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5899" y="3669613"/>
            <a:ext cx="7106535" cy="2591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25281410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CREATING CONTEXT DIAGRAM</a:t>
            </a:r>
            <a:endParaRPr lang="en-US" altLang="en-US" sz="5400" dirty="0">
              <a:solidFill>
                <a:srgbClr val="85103F"/>
              </a:solidFill>
              <a:latin typeface="Calibri Light" panose="020F0302020204030204" pitchFamily="34" charset="0"/>
            </a:endParaRPr>
          </a:p>
        </p:txBody>
      </p:sp>
      <p:pic>
        <p:nvPicPr>
          <p:cNvPr id="4" name="Picture 5">
            <a:extLst>
              <a:ext uri="{FF2B5EF4-FFF2-40B4-BE49-F238E27FC236}">
                <a16:creationId xmlns:a16="http://schemas.microsoft.com/office/drawing/2014/main" id="{212C1E66-A4ED-EE42-A6EA-0274798B4A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7038" y="2021610"/>
            <a:ext cx="7106535" cy="2591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2" name="TextBox 1">
            <a:extLst>
              <a:ext uri="{FF2B5EF4-FFF2-40B4-BE49-F238E27FC236}">
                <a16:creationId xmlns:a16="http://schemas.microsoft.com/office/drawing/2014/main" id="{44B58EA8-ED98-3B44-8F37-150AFA98AC6A}"/>
              </a:ext>
            </a:extLst>
          </p:cNvPr>
          <p:cNvSpPr txBox="1"/>
          <p:nvPr/>
        </p:nvSpPr>
        <p:spPr>
          <a:xfrm>
            <a:off x="8600902" y="5100581"/>
            <a:ext cx="2994218" cy="369332"/>
          </a:xfrm>
          <a:prstGeom prst="rect">
            <a:avLst/>
          </a:prstGeom>
          <a:solidFill>
            <a:srgbClr val="FFF3E4"/>
          </a:solidFill>
          <a:ln>
            <a:solidFill>
              <a:srgbClr val="85103F"/>
            </a:solidFill>
          </a:ln>
        </p:spPr>
        <p:txBody>
          <a:bodyPr wrap="none" rtlCol="0">
            <a:spAutoFit/>
          </a:bodyPr>
          <a:lstStyle/>
          <a:p>
            <a:r>
              <a:rPr lang="en-US" dirty="0"/>
              <a:t>CONTEXT DIAGRAM EXAMPLE</a:t>
            </a:r>
          </a:p>
        </p:txBody>
      </p:sp>
      <p:pic>
        <p:nvPicPr>
          <p:cNvPr id="7" name="Picture 6" descr="A close up of a piece of paper&#10;&#10;Description automatically generated">
            <a:extLst>
              <a:ext uri="{FF2B5EF4-FFF2-40B4-BE49-F238E27FC236}">
                <a16:creationId xmlns:a16="http://schemas.microsoft.com/office/drawing/2014/main" id="{591ACED7-C4D2-A443-B233-E1E1F886F9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50148" y="1757420"/>
            <a:ext cx="3712813" cy="3343162"/>
          </a:xfrm>
          <a:prstGeom prst="rect">
            <a:avLst/>
          </a:prstGeom>
          <a:ln>
            <a:solidFill>
              <a:srgbClr val="85103F"/>
            </a:solidFill>
          </a:ln>
        </p:spPr>
      </p:pic>
      <p:sp>
        <p:nvSpPr>
          <p:cNvPr id="3" name="Rectangle 2">
            <a:extLst>
              <a:ext uri="{FF2B5EF4-FFF2-40B4-BE49-F238E27FC236}">
                <a16:creationId xmlns:a16="http://schemas.microsoft.com/office/drawing/2014/main" id="{74DD6BAC-F937-434C-8A2C-89B0B3DFF518}"/>
              </a:ext>
            </a:extLst>
          </p:cNvPr>
          <p:cNvSpPr/>
          <p:nvPr/>
        </p:nvSpPr>
        <p:spPr>
          <a:xfrm>
            <a:off x="596879" y="4783772"/>
            <a:ext cx="6936693" cy="1477328"/>
          </a:xfrm>
          <a:prstGeom prst="rect">
            <a:avLst/>
          </a:prstGeom>
        </p:spPr>
        <p:txBody>
          <a:bodyPr wrap="square">
            <a:spAutoFit/>
          </a:bodyPr>
          <a:lstStyle/>
          <a:p>
            <a:pPr eaLnBrk="1" hangingPunct="1">
              <a:defRPr/>
            </a:pPr>
            <a:r>
              <a:rPr lang="en-US" dirty="0"/>
              <a:t>Basically the context diagram consists of:</a:t>
            </a:r>
          </a:p>
          <a:p>
            <a:pPr marL="628650" lvl="1" indent="-171450" eaLnBrk="1" hangingPunct="1">
              <a:buFontTx/>
              <a:buChar char="•"/>
              <a:defRPr/>
            </a:pPr>
            <a:r>
              <a:rPr lang="en-US" dirty="0"/>
              <a:t>one process—depicting the entire system</a:t>
            </a:r>
          </a:p>
          <a:p>
            <a:pPr marL="628650" lvl="1" indent="-171450" eaLnBrk="1" hangingPunct="1">
              <a:buFontTx/>
              <a:buChar char="•"/>
              <a:defRPr/>
            </a:pPr>
            <a:r>
              <a:rPr lang="en-US" dirty="0"/>
              <a:t>external entities</a:t>
            </a:r>
          </a:p>
          <a:p>
            <a:pPr marL="628650" lvl="1" indent="-171450" eaLnBrk="1" hangingPunct="1">
              <a:buFontTx/>
              <a:buChar char="•"/>
              <a:defRPr/>
            </a:pPr>
            <a:r>
              <a:rPr lang="en-US" dirty="0"/>
              <a:t>data flows from the external entities to the process</a:t>
            </a:r>
          </a:p>
          <a:p>
            <a:pPr eaLnBrk="1" hangingPunct="1">
              <a:defRPr/>
            </a:pPr>
            <a:r>
              <a:rPr lang="en-US" dirty="0"/>
              <a:t>The diagram does NOT contain any data stores.</a:t>
            </a:r>
          </a:p>
        </p:txBody>
      </p:sp>
    </p:spTree>
    <p:extLst>
      <p:ext uri="{BB962C8B-B14F-4D97-AF65-F5344CB8AC3E}">
        <p14:creationId xmlns:p14="http://schemas.microsoft.com/office/powerpoint/2010/main" val="4153426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3EAE533-75AA-5340-9ACB-DC7FFDBCE7D3}"/>
              </a:ext>
            </a:extLst>
          </p:cNvPr>
          <p:cNvSpPr txBox="1">
            <a:spLocks noChangeArrowheads="1"/>
          </p:cNvSpPr>
          <p:nvPr/>
        </p:nvSpPr>
        <p:spPr bwMode="auto">
          <a:xfrm>
            <a:off x="766084" y="2117475"/>
            <a:ext cx="10515600" cy="2125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lnSpc>
                <a:spcPct val="90000"/>
              </a:lnSpc>
            </a:pPr>
            <a:r>
              <a:rPr lang="en-US" altLang="en-US" sz="5400" b="1" dirty="0">
                <a:solidFill>
                  <a:srgbClr val="85103F"/>
                </a:solidFill>
              </a:rPr>
              <a:t>STEP 3:</a:t>
            </a:r>
          </a:p>
          <a:p>
            <a:pPr algn="ctr">
              <a:lnSpc>
                <a:spcPct val="90000"/>
              </a:lnSpc>
            </a:pPr>
            <a:r>
              <a:rPr lang="en-US" altLang="en-US" sz="5400" b="1" dirty="0">
                <a:solidFill>
                  <a:srgbClr val="85103F"/>
                </a:solidFill>
              </a:rPr>
              <a:t>DIAGRAM 0 (ZERO)</a:t>
            </a:r>
          </a:p>
          <a:p>
            <a:pPr algn="ctr">
              <a:lnSpc>
                <a:spcPct val="90000"/>
              </a:lnSpc>
            </a:pPr>
            <a:endParaRPr lang="en-US" altLang="en-US" sz="54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19393426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a:solidFill>
                  <a:srgbClr val="85103F"/>
                </a:solidFill>
              </a:rPr>
              <a:t>DRAWING DIAGRAM 0</a:t>
            </a:r>
            <a:endParaRPr lang="en-US" altLang="en-US" sz="5400" dirty="0">
              <a:solidFill>
                <a:srgbClr val="85103F"/>
              </a:solidFill>
              <a:latin typeface="Calibri Light" panose="020F0302020204030204" pitchFamily="34" charset="0"/>
            </a:endParaRPr>
          </a:p>
        </p:txBody>
      </p:sp>
      <p:sp>
        <p:nvSpPr>
          <p:cNvPr id="5" name="Rectangle 3">
            <a:extLst>
              <a:ext uri="{FF2B5EF4-FFF2-40B4-BE49-F238E27FC236}">
                <a16:creationId xmlns:a16="http://schemas.microsoft.com/office/drawing/2014/main" id="{743C190B-4BB8-B348-9E15-D7BB7E83F344}"/>
              </a:ext>
            </a:extLst>
          </p:cNvPr>
          <p:cNvSpPr txBox="1">
            <a:spLocks noChangeArrowheads="1"/>
          </p:cNvSpPr>
          <p:nvPr/>
        </p:nvSpPr>
        <p:spPr>
          <a:xfrm>
            <a:off x="670194" y="1342418"/>
            <a:ext cx="6716926" cy="1624917"/>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The explosion of the context diagram</a:t>
            </a:r>
          </a:p>
          <a:p>
            <a:r>
              <a:rPr lang="en-US" sz="3200" dirty="0"/>
              <a:t>May include up to nine processes</a:t>
            </a:r>
          </a:p>
          <a:p>
            <a:r>
              <a:rPr lang="en-US" sz="3200" dirty="0"/>
              <a:t>To draw a Diagram 0:</a:t>
            </a:r>
          </a:p>
        </p:txBody>
      </p:sp>
      <p:graphicFrame>
        <p:nvGraphicFramePr>
          <p:cNvPr id="6" name="Table 6">
            <a:extLst>
              <a:ext uri="{FF2B5EF4-FFF2-40B4-BE49-F238E27FC236}">
                <a16:creationId xmlns:a16="http://schemas.microsoft.com/office/drawing/2014/main" id="{D9CEB5CB-9377-0C43-AA21-B556625EA2DB}"/>
              </a:ext>
            </a:extLst>
          </p:cNvPr>
          <p:cNvGraphicFramePr>
            <a:graphicFrameLocks noGrp="1"/>
          </p:cNvGraphicFramePr>
          <p:nvPr>
            <p:extLst>
              <p:ext uri="{D42A27DB-BD31-4B8C-83A1-F6EECF244321}">
                <p14:modId xmlns:p14="http://schemas.microsoft.com/office/powerpoint/2010/main" val="2138627241"/>
              </p:ext>
            </p:extLst>
          </p:nvPr>
        </p:nvGraphicFramePr>
        <p:xfrm>
          <a:off x="863028" y="2967335"/>
          <a:ext cx="10826278" cy="3609262"/>
        </p:xfrm>
        <a:graphic>
          <a:graphicData uri="http://schemas.openxmlformats.org/drawingml/2006/table">
            <a:tbl>
              <a:tblPr firstRow="1" bandRow="1">
                <a:tableStyleId>{5940675A-B579-460E-94D1-54222C63F5DA}</a:tableStyleId>
              </a:tblPr>
              <a:tblGrid>
                <a:gridCol w="5712433">
                  <a:extLst>
                    <a:ext uri="{9D8B030D-6E8A-4147-A177-3AD203B41FA5}">
                      <a16:colId xmlns:a16="http://schemas.microsoft.com/office/drawing/2014/main" val="678990835"/>
                    </a:ext>
                  </a:extLst>
                </a:gridCol>
                <a:gridCol w="5113845">
                  <a:extLst>
                    <a:ext uri="{9D8B030D-6E8A-4147-A177-3AD203B41FA5}">
                      <a16:colId xmlns:a16="http://schemas.microsoft.com/office/drawing/2014/main" val="2439747498"/>
                    </a:ext>
                  </a:extLst>
                </a:gridCol>
              </a:tblGrid>
              <a:tr h="870907">
                <a:tc>
                  <a:txBody>
                    <a:bodyPr/>
                    <a:lstStyle/>
                    <a:p>
                      <a:pPr marL="352425" lvl="1" indent="-342900">
                        <a:buFont typeface="+mj-lt"/>
                        <a:buAutoNum type="arabicPeriod"/>
                        <a:tabLst/>
                      </a:pPr>
                      <a:r>
                        <a:rPr lang="en-US" sz="2200" dirty="0">
                          <a:latin typeface="+mn-lt"/>
                        </a:rPr>
                        <a:t>Start with the data flow from an entity on the input side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MY" sz="1800" dirty="0">
                          <a:latin typeface="+mn-lt"/>
                        </a:rPr>
                        <a:t>“What happens to the data entering the system?” </a:t>
                      </a:r>
                    </a:p>
                    <a:p>
                      <a:pPr algn="ctr"/>
                      <a:r>
                        <a:rPr lang="en-MY" sz="1800" dirty="0">
                          <a:latin typeface="+mn-lt"/>
                        </a:rPr>
                        <a:t>“Is it stored?” </a:t>
                      </a:r>
                    </a:p>
                    <a:p>
                      <a:pPr algn="ctr"/>
                      <a:r>
                        <a:rPr lang="en-MY" sz="1800" dirty="0">
                          <a:latin typeface="+mn-lt"/>
                        </a:rPr>
                        <a:t>“Is it input for several processes?”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70649547"/>
                  </a:ext>
                </a:extLst>
              </a:tr>
              <a:tr h="609635">
                <a:tc>
                  <a:txBody>
                    <a:bodyPr/>
                    <a:lstStyle/>
                    <a:p>
                      <a:pPr marL="457200" marR="0" lvl="0" indent="-457200" algn="l" defTabSz="914400" rtl="0" eaLnBrk="1" fontAlgn="auto" latinLnBrk="0" hangingPunct="1">
                        <a:lnSpc>
                          <a:spcPct val="100000"/>
                        </a:lnSpc>
                        <a:spcBef>
                          <a:spcPts val="0"/>
                        </a:spcBef>
                        <a:spcAft>
                          <a:spcPts val="0"/>
                        </a:spcAft>
                        <a:buClrTx/>
                        <a:buSzTx/>
                        <a:buFontTx/>
                        <a:buAutoNum type="arabicPeriod" startAt="2"/>
                        <a:tabLst/>
                        <a:defRPr/>
                      </a:pPr>
                      <a:r>
                        <a:rPr lang="en-US" sz="2200" dirty="0">
                          <a:latin typeface="+mn-lt"/>
                        </a:rPr>
                        <a:t>Work backward from an output data flow.</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200" dirty="0">
                        <a:latin typeface="+mn-lt"/>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MY" sz="1800" dirty="0">
                          <a:latin typeface="+mn-lt"/>
                        </a:rPr>
                        <a:t>“Where does it come from?”</a:t>
                      </a:r>
                    </a:p>
                    <a:p>
                      <a:pPr algn="ctr"/>
                      <a:r>
                        <a:rPr lang="en-MY" sz="1800" dirty="0">
                          <a:latin typeface="+mn-lt"/>
                        </a:rPr>
                        <a:t>“Is it calculated or stored on a file?”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3120002569"/>
                  </a:ext>
                </a:extLst>
              </a:tr>
              <a:tr h="609635">
                <a:tc>
                  <a:txBody>
                    <a:bodyPr/>
                    <a:lstStyle/>
                    <a:p>
                      <a:pPr marL="457200" marR="0" lvl="0" indent="-457200" algn="l" defTabSz="914400" rtl="0" eaLnBrk="1" fontAlgn="auto" latinLnBrk="0" hangingPunct="1">
                        <a:lnSpc>
                          <a:spcPct val="100000"/>
                        </a:lnSpc>
                        <a:spcBef>
                          <a:spcPts val="0"/>
                        </a:spcBef>
                        <a:spcAft>
                          <a:spcPts val="0"/>
                        </a:spcAft>
                        <a:buClrTx/>
                        <a:buSzTx/>
                        <a:buFontTx/>
                        <a:buAutoNum type="arabicPeriod" startAt="3"/>
                        <a:tabLst/>
                        <a:defRPr/>
                      </a:pPr>
                      <a:r>
                        <a:rPr lang="en-US" sz="2200" dirty="0">
                          <a:latin typeface="+mn-lt"/>
                        </a:rPr>
                        <a:t>Examine the data flow to or from a data store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MY" sz="1800" dirty="0">
                          <a:latin typeface="+mn-lt"/>
                        </a:rPr>
                        <a:t>“What processes put data into the store?”</a:t>
                      </a:r>
                    </a:p>
                    <a:p>
                      <a:pPr algn="ctr"/>
                      <a:r>
                        <a:rPr lang="en-MY" sz="1800" dirty="0">
                          <a:latin typeface="+mn-lt"/>
                        </a:rPr>
                        <a:t>“What processes use the data?”</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6">
                        <a:lumMod val="60000"/>
                        <a:lumOff val="40000"/>
                      </a:schemeClr>
                    </a:solidFill>
                  </a:tcPr>
                </a:tc>
                <a:extLst>
                  <a:ext uri="{0D108BD9-81ED-4DB2-BD59-A6C34878D82A}">
                    <a16:rowId xmlns:a16="http://schemas.microsoft.com/office/drawing/2014/main" val="3837265115"/>
                  </a:ext>
                </a:extLst>
              </a:tr>
              <a:tr h="5854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latin typeface="+mn-lt"/>
                        </a:rPr>
                        <a:t>4.  Analyze a well-defined process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800">
                        <a:latin typeface="+mn-lt"/>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039304548"/>
                  </a:ext>
                </a:extLst>
              </a:tr>
              <a:tr h="58543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latin typeface="+mn-lt"/>
                        </a:rPr>
                        <a:t>5.  Take note of any fuzzy areas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sz="1800" dirty="0">
                        <a:latin typeface="+mn-lt"/>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696784022"/>
                  </a:ext>
                </a:extLst>
              </a:tr>
            </a:tbl>
          </a:graphicData>
        </a:graphic>
      </p:graphicFrame>
    </p:spTree>
    <p:extLst>
      <p:ext uri="{BB962C8B-B14F-4D97-AF65-F5344CB8AC3E}">
        <p14:creationId xmlns:p14="http://schemas.microsoft.com/office/powerpoint/2010/main" val="27054514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DRAWING DIAGRAM 0</a:t>
            </a:r>
            <a:endParaRPr lang="en-US" altLang="en-US" sz="5400" dirty="0">
              <a:solidFill>
                <a:srgbClr val="85103F"/>
              </a:solidFill>
              <a:latin typeface="Calibri Light" panose="020F0302020204030204" pitchFamily="34" charset="0"/>
            </a:endParaRPr>
          </a:p>
        </p:txBody>
      </p:sp>
      <p:pic>
        <p:nvPicPr>
          <p:cNvPr id="4" name="Picture 7">
            <a:extLst>
              <a:ext uri="{FF2B5EF4-FFF2-40B4-BE49-F238E27FC236}">
                <a16:creationId xmlns:a16="http://schemas.microsoft.com/office/drawing/2014/main" id="{8FBCD3B9-E7E7-A94D-BF0F-D67A36AC11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6495" y="1339047"/>
            <a:ext cx="6559619" cy="47365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7" name="TextBox 6">
            <a:extLst>
              <a:ext uri="{FF2B5EF4-FFF2-40B4-BE49-F238E27FC236}">
                <a16:creationId xmlns:a16="http://schemas.microsoft.com/office/drawing/2014/main" id="{6887640F-B5D2-E449-A9A2-633B7E4BF82F}"/>
              </a:ext>
            </a:extLst>
          </p:cNvPr>
          <p:cNvSpPr txBox="1"/>
          <p:nvPr/>
        </p:nvSpPr>
        <p:spPr>
          <a:xfrm>
            <a:off x="8455629" y="4972693"/>
            <a:ext cx="2231637" cy="369332"/>
          </a:xfrm>
          <a:prstGeom prst="rect">
            <a:avLst/>
          </a:prstGeom>
          <a:solidFill>
            <a:srgbClr val="FFF3E4"/>
          </a:solidFill>
          <a:ln>
            <a:solidFill>
              <a:srgbClr val="85103F"/>
            </a:solidFill>
          </a:ln>
        </p:spPr>
        <p:txBody>
          <a:bodyPr wrap="none" rtlCol="0">
            <a:spAutoFit/>
          </a:bodyPr>
          <a:lstStyle/>
          <a:p>
            <a:r>
              <a:rPr lang="en-US" dirty="0"/>
              <a:t>DIAGRAM 0 EXAMPLE</a:t>
            </a:r>
          </a:p>
        </p:txBody>
      </p:sp>
      <p:pic>
        <p:nvPicPr>
          <p:cNvPr id="3" name="Picture 2" descr="A screenshot of a cell phone&#10;&#10;Description automatically generated">
            <a:extLst>
              <a:ext uri="{FF2B5EF4-FFF2-40B4-BE49-F238E27FC236}">
                <a16:creationId xmlns:a16="http://schemas.microsoft.com/office/drawing/2014/main" id="{35252DF6-8169-364D-A519-D3602DE613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77585" y="1339047"/>
            <a:ext cx="3587723" cy="3633646"/>
          </a:xfrm>
          <a:prstGeom prst="rect">
            <a:avLst/>
          </a:prstGeom>
          <a:ln>
            <a:solidFill>
              <a:srgbClr val="85103F"/>
            </a:solidFill>
          </a:ln>
        </p:spPr>
      </p:pic>
      <p:sp>
        <p:nvSpPr>
          <p:cNvPr id="2" name="Rectangle 1">
            <a:extLst>
              <a:ext uri="{FF2B5EF4-FFF2-40B4-BE49-F238E27FC236}">
                <a16:creationId xmlns:a16="http://schemas.microsoft.com/office/drawing/2014/main" id="{C338964A-8BF3-1948-873C-0CAEE9401DE5}"/>
              </a:ext>
            </a:extLst>
          </p:cNvPr>
          <p:cNvSpPr/>
          <p:nvPr/>
        </p:nvSpPr>
        <p:spPr>
          <a:xfrm>
            <a:off x="696495" y="6075561"/>
            <a:ext cx="6096000" cy="646331"/>
          </a:xfrm>
          <a:prstGeom prst="rect">
            <a:avLst/>
          </a:prstGeom>
        </p:spPr>
        <p:txBody>
          <a:bodyPr>
            <a:spAutoFit/>
          </a:bodyPr>
          <a:lstStyle/>
          <a:p>
            <a:r>
              <a:rPr lang="en-US" dirty="0"/>
              <a:t>Each process is numbered</a:t>
            </a:r>
          </a:p>
          <a:p>
            <a:r>
              <a:rPr lang="en-US" dirty="0"/>
              <a:t>Major data stores and all external entities are included</a:t>
            </a:r>
          </a:p>
        </p:txBody>
      </p:sp>
    </p:spTree>
    <p:extLst>
      <p:ext uri="{BB962C8B-B14F-4D97-AF65-F5344CB8AC3E}">
        <p14:creationId xmlns:p14="http://schemas.microsoft.com/office/powerpoint/2010/main" val="887365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3EAE533-75AA-5340-9ACB-DC7FFDBCE7D3}"/>
              </a:ext>
            </a:extLst>
          </p:cNvPr>
          <p:cNvSpPr txBox="1">
            <a:spLocks noChangeArrowheads="1"/>
          </p:cNvSpPr>
          <p:nvPr/>
        </p:nvSpPr>
        <p:spPr bwMode="auto">
          <a:xfrm>
            <a:off x="766084" y="2117475"/>
            <a:ext cx="10515600" cy="2125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lnSpc>
                <a:spcPct val="90000"/>
              </a:lnSpc>
            </a:pPr>
            <a:r>
              <a:rPr lang="en-US" altLang="en-US" sz="5400" b="1" dirty="0">
                <a:solidFill>
                  <a:srgbClr val="85103F"/>
                </a:solidFill>
              </a:rPr>
              <a:t>STEP 4:</a:t>
            </a:r>
          </a:p>
          <a:p>
            <a:pPr algn="ctr">
              <a:lnSpc>
                <a:spcPct val="90000"/>
              </a:lnSpc>
            </a:pPr>
            <a:r>
              <a:rPr lang="en-US" altLang="en-US" sz="5400" b="1" dirty="0">
                <a:solidFill>
                  <a:srgbClr val="85103F"/>
                </a:solidFill>
              </a:rPr>
              <a:t>CHILD DIAGRAM</a:t>
            </a:r>
          </a:p>
          <a:p>
            <a:pPr algn="ctr">
              <a:lnSpc>
                <a:spcPct val="90000"/>
              </a:lnSpc>
            </a:pPr>
            <a:endParaRPr lang="en-US" altLang="en-US" sz="54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1408192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CREATING CHILD DIAGRAM</a:t>
            </a:r>
            <a:endParaRPr lang="en-US" altLang="en-US" sz="5400" dirty="0">
              <a:solidFill>
                <a:srgbClr val="85103F"/>
              </a:solidFill>
              <a:latin typeface="Calibri Light" panose="020F0302020204030204" pitchFamily="34" charset="0"/>
            </a:endParaRPr>
          </a:p>
        </p:txBody>
      </p:sp>
      <p:sp>
        <p:nvSpPr>
          <p:cNvPr id="5" name="Rectangle 3">
            <a:extLst>
              <a:ext uri="{FF2B5EF4-FFF2-40B4-BE49-F238E27FC236}">
                <a16:creationId xmlns:a16="http://schemas.microsoft.com/office/drawing/2014/main" id="{558104B2-E1B2-E64F-8FB2-5C353F338A62}"/>
              </a:ext>
            </a:extLst>
          </p:cNvPr>
          <p:cNvSpPr txBox="1">
            <a:spLocks noChangeArrowheads="1"/>
          </p:cNvSpPr>
          <p:nvPr/>
        </p:nvSpPr>
        <p:spPr>
          <a:xfrm>
            <a:off x="333909" y="1568450"/>
            <a:ext cx="11738225" cy="4392478"/>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Each process on diagram 0 may be exploded to create a child diagram</a:t>
            </a:r>
          </a:p>
          <a:p>
            <a:r>
              <a:rPr lang="en-US" dirty="0"/>
              <a:t>A child diagram cannot produce output or receive input that the parent process does not also produce or receive</a:t>
            </a:r>
          </a:p>
          <a:p>
            <a:r>
              <a:rPr lang="en-US" dirty="0"/>
              <a:t>The child process is given the same number as the parent process</a:t>
            </a:r>
          </a:p>
          <a:p>
            <a:pPr lvl="1"/>
            <a:r>
              <a:rPr lang="en-US" dirty="0"/>
              <a:t>Process 3 would explode to Diagram 3</a:t>
            </a:r>
          </a:p>
          <a:p>
            <a:r>
              <a:rPr lang="en-US" dirty="0"/>
              <a:t>Entities are usually not shown on the child diagrams below Diagram 0</a:t>
            </a:r>
          </a:p>
          <a:p>
            <a:r>
              <a:rPr lang="en-US" dirty="0"/>
              <a:t>If the parent process has data flow connecting to a data store, the child diagram may include the data store as well</a:t>
            </a:r>
          </a:p>
          <a:p>
            <a:r>
              <a:rPr lang="en-US" dirty="0"/>
              <a:t>When a process is not exploded, it is called a primitive process</a:t>
            </a:r>
          </a:p>
        </p:txBody>
      </p:sp>
    </p:spTree>
    <p:extLst>
      <p:ext uri="{BB962C8B-B14F-4D97-AF65-F5344CB8AC3E}">
        <p14:creationId xmlns:p14="http://schemas.microsoft.com/office/powerpoint/2010/main" val="433800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CREATING CHILD DIAGRAM</a:t>
            </a:r>
            <a:endParaRPr lang="en-US" altLang="en-US" sz="5400" dirty="0">
              <a:solidFill>
                <a:srgbClr val="85103F"/>
              </a:solidFill>
              <a:latin typeface="Calibri Light" panose="020F0302020204030204" pitchFamily="34" charset="0"/>
            </a:endParaRPr>
          </a:p>
        </p:txBody>
      </p:sp>
      <p:pic>
        <p:nvPicPr>
          <p:cNvPr id="4" name="Picture 10">
            <a:extLst>
              <a:ext uri="{FF2B5EF4-FFF2-40B4-BE49-F238E27FC236}">
                <a16:creationId xmlns:a16="http://schemas.microsoft.com/office/drawing/2014/main" id="{7AE52B7C-3FAB-8745-B1B8-969A6BAD27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3911" y="1378266"/>
            <a:ext cx="5007159" cy="50446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6" name="Rectangle 2">
            <a:extLst>
              <a:ext uri="{FF2B5EF4-FFF2-40B4-BE49-F238E27FC236}">
                <a16:creationId xmlns:a16="http://schemas.microsoft.com/office/drawing/2014/main" id="{6E38EF41-8C47-0047-9811-58B3C2596C62}"/>
              </a:ext>
            </a:extLst>
          </p:cNvPr>
          <p:cNvSpPr txBox="1">
            <a:spLocks noChangeArrowheads="1"/>
          </p:cNvSpPr>
          <p:nvPr/>
        </p:nvSpPr>
        <p:spPr>
          <a:xfrm>
            <a:off x="6294633" y="1385044"/>
            <a:ext cx="5140503" cy="435011"/>
          </a:xfrm>
          <a:prstGeom prst="rect">
            <a:avLst/>
          </a:prstGeom>
          <a:noFill/>
        </p:spPr>
        <p:txBody>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ctr"/>
            <a:r>
              <a:rPr lang="en-US" sz="2400" b="1" dirty="0"/>
              <a:t>Parent Diagram vs. Child Diagram</a:t>
            </a:r>
          </a:p>
        </p:txBody>
      </p:sp>
      <p:sp>
        <p:nvSpPr>
          <p:cNvPr id="7" name="Rectangle 2">
            <a:extLst>
              <a:ext uri="{FF2B5EF4-FFF2-40B4-BE49-F238E27FC236}">
                <a16:creationId xmlns:a16="http://schemas.microsoft.com/office/drawing/2014/main" id="{4E479F01-8AFE-A649-A734-B85F1342E1C7}"/>
              </a:ext>
            </a:extLst>
          </p:cNvPr>
          <p:cNvSpPr txBox="1">
            <a:spLocks noChangeArrowheads="1"/>
          </p:cNvSpPr>
          <p:nvPr/>
        </p:nvSpPr>
        <p:spPr>
          <a:xfrm>
            <a:off x="6887943" y="2527252"/>
            <a:ext cx="2246616" cy="435011"/>
          </a:xfrm>
          <a:prstGeom prst="rect">
            <a:avLst/>
          </a:prstGeom>
          <a:solidFill>
            <a:srgbClr val="D5E5F5"/>
          </a:solidFill>
        </p:spPr>
        <p:txBody>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ctr"/>
            <a:r>
              <a:rPr lang="en-US" sz="2400" dirty="0"/>
              <a:t>Parent Diagram</a:t>
            </a:r>
          </a:p>
        </p:txBody>
      </p:sp>
      <p:sp>
        <p:nvSpPr>
          <p:cNvPr id="8" name="Rectangle 2">
            <a:extLst>
              <a:ext uri="{FF2B5EF4-FFF2-40B4-BE49-F238E27FC236}">
                <a16:creationId xmlns:a16="http://schemas.microsoft.com/office/drawing/2014/main" id="{8045325E-6F6A-224F-A409-F902297EE468}"/>
              </a:ext>
            </a:extLst>
          </p:cNvPr>
          <p:cNvSpPr txBox="1">
            <a:spLocks noChangeArrowheads="1"/>
          </p:cNvSpPr>
          <p:nvPr/>
        </p:nvSpPr>
        <p:spPr>
          <a:xfrm>
            <a:off x="7142999" y="5126350"/>
            <a:ext cx="2246616" cy="435011"/>
          </a:xfrm>
          <a:prstGeom prst="rect">
            <a:avLst/>
          </a:prstGeom>
          <a:solidFill>
            <a:srgbClr val="D5E5F5"/>
          </a:solidFill>
        </p:spPr>
        <p:txBody>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ctr"/>
            <a:r>
              <a:rPr lang="en-US" sz="2400" dirty="0"/>
              <a:t>Child Diagram</a:t>
            </a:r>
          </a:p>
        </p:txBody>
      </p:sp>
      <p:cxnSp>
        <p:nvCxnSpPr>
          <p:cNvPr id="3" name="Straight Arrow Connector 2">
            <a:extLst>
              <a:ext uri="{FF2B5EF4-FFF2-40B4-BE49-F238E27FC236}">
                <a16:creationId xmlns:a16="http://schemas.microsoft.com/office/drawing/2014/main" id="{91F6A512-99B0-A746-8217-89E4698244A6}"/>
              </a:ext>
            </a:extLst>
          </p:cNvPr>
          <p:cNvCxnSpPr>
            <a:cxnSpLocks/>
            <a:stCxn id="7" idx="1"/>
            <a:endCxn id="2" idx="6"/>
          </p:cNvCxnSpPr>
          <p:nvPr/>
        </p:nvCxnSpPr>
        <p:spPr>
          <a:xfrm flipH="1" flipV="1">
            <a:off x="3380198" y="2595003"/>
            <a:ext cx="3507745" cy="149755"/>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49BA45B5-0395-EC41-9C71-5B8C6C143DF9}"/>
              </a:ext>
            </a:extLst>
          </p:cNvPr>
          <p:cNvCxnSpPr>
            <a:cxnSpLocks/>
          </p:cNvCxnSpPr>
          <p:nvPr/>
        </p:nvCxnSpPr>
        <p:spPr>
          <a:xfrm flipH="1" flipV="1">
            <a:off x="6294633" y="5182384"/>
            <a:ext cx="848366" cy="161472"/>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Oval 1">
            <a:extLst>
              <a:ext uri="{FF2B5EF4-FFF2-40B4-BE49-F238E27FC236}">
                <a16:creationId xmlns:a16="http://schemas.microsoft.com/office/drawing/2014/main" id="{47FB2DBF-813C-3046-AE06-89EA0A1DF251}"/>
              </a:ext>
            </a:extLst>
          </p:cNvPr>
          <p:cNvSpPr/>
          <p:nvPr/>
        </p:nvSpPr>
        <p:spPr>
          <a:xfrm>
            <a:off x="2167847" y="1973416"/>
            <a:ext cx="1212351" cy="1243173"/>
          </a:xfrm>
          <a:prstGeom prst="ellipse">
            <a:avLst/>
          </a:prstGeom>
          <a:noFill/>
          <a:ln w="38100">
            <a:solidFill>
              <a:srgbClr val="8510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84260569-8D9A-4143-AC50-61720BE7D0F8}"/>
              </a:ext>
            </a:extLst>
          </p:cNvPr>
          <p:cNvSpPr/>
          <p:nvPr/>
        </p:nvSpPr>
        <p:spPr>
          <a:xfrm>
            <a:off x="1904366" y="3519706"/>
            <a:ext cx="4390267" cy="2971001"/>
          </a:xfrm>
          <a:prstGeom prst="ellipse">
            <a:avLst/>
          </a:prstGeom>
          <a:noFill/>
          <a:ln w="38100">
            <a:solidFill>
              <a:srgbClr val="8510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own Arrow 4">
            <a:extLst>
              <a:ext uri="{FF2B5EF4-FFF2-40B4-BE49-F238E27FC236}">
                <a16:creationId xmlns:a16="http://schemas.microsoft.com/office/drawing/2014/main" id="{B8C39FB2-86B0-BA4F-9483-8B4C201527AE}"/>
              </a:ext>
            </a:extLst>
          </p:cNvPr>
          <p:cNvSpPr/>
          <p:nvPr/>
        </p:nvSpPr>
        <p:spPr>
          <a:xfrm rot="20078783">
            <a:off x="2805122" y="2964178"/>
            <a:ext cx="765313" cy="872359"/>
          </a:xfrm>
          <a:prstGeom prst="downArrow">
            <a:avLst/>
          </a:prstGeom>
          <a:solidFill>
            <a:srgbClr val="8110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06456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2" grpId="0" animBg="1"/>
      <p:bldP spid="11" grpId="0" animBg="1"/>
      <p:bldP spid="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1470436"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CREATING CHILD DIAGRAM - example</a:t>
            </a:r>
            <a:endParaRPr lang="en-US" altLang="en-US" sz="5400" dirty="0">
              <a:solidFill>
                <a:srgbClr val="85103F"/>
              </a:solidFill>
              <a:latin typeface="Calibri Light" panose="020F0302020204030204" pitchFamily="34" charset="0"/>
            </a:endParaRPr>
          </a:p>
        </p:txBody>
      </p:sp>
      <p:pic>
        <p:nvPicPr>
          <p:cNvPr id="12" name="Picture 11" descr="A screenshot of a cell phone&#10;&#10;Description automatically generated">
            <a:extLst>
              <a:ext uri="{FF2B5EF4-FFF2-40B4-BE49-F238E27FC236}">
                <a16:creationId xmlns:a16="http://schemas.microsoft.com/office/drawing/2014/main" id="{80AA43DA-66C8-0B4B-9E74-279FAE13C4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4526" y="1568450"/>
            <a:ext cx="5426653" cy="3929865"/>
          </a:xfrm>
          <a:prstGeom prst="rect">
            <a:avLst/>
          </a:prstGeom>
          <a:ln>
            <a:solidFill>
              <a:srgbClr val="85103F"/>
            </a:solidFill>
          </a:ln>
        </p:spPr>
      </p:pic>
      <p:pic>
        <p:nvPicPr>
          <p:cNvPr id="14" name="Picture 13" descr="A screenshot of a cell phone&#10;&#10;Description automatically generated">
            <a:extLst>
              <a:ext uri="{FF2B5EF4-FFF2-40B4-BE49-F238E27FC236}">
                <a16:creationId xmlns:a16="http://schemas.microsoft.com/office/drawing/2014/main" id="{6FC34DD1-2DE5-2E4A-A037-7AE2E2386581}"/>
              </a:ext>
            </a:extLst>
          </p:cNvPr>
          <p:cNvPicPr>
            <a:picLocks noChangeAspect="1"/>
          </p:cNvPicPr>
          <p:nvPr/>
        </p:nvPicPr>
        <p:blipFill rotWithShape="1">
          <a:blip r:embed="rId3">
            <a:extLst>
              <a:ext uri="{28A0092B-C50C-407E-A947-70E740481C1C}">
                <a14:useLocalDpi xmlns:a14="http://schemas.microsoft.com/office/drawing/2010/main" val="0"/>
              </a:ext>
            </a:extLst>
          </a:blip>
          <a:srcRect b="19623"/>
          <a:stretch/>
        </p:blipFill>
        <p:spPr>
          <a:xfrm>
            <a:off x="6058718" y="1953487"/>
            <a:ext cx="5838756" cy="3159791"/>
          </a:xfrm>
          <a:prstGeom prst="rect">
            <a:avLst/>
          </a:prstGeom>
          <a:ln>
            <a:solidFill>
              <a:srgbClr val="85103F"/>
            </a:solidFill>
          </a:ln>
        </p:spPr>
      </p:pic>
      <p:cxnSp>
        <p:nvCxnSpPr>
          <p:cNvPr id="16" name="Straight Arrow Connector 15">
            <a:extLst>
              <a:ext uri="{FF2B5EF4-FFF2-40B4-BE49-F238E27FC236}">
                <a16:creationId xmlns:a16="http://schemas.microsoft.com/office/drawing/2014/main" id="{DF087720-DAA4-9046-894E-4F01A68A81D8}"/>
              </a:ext>
            </a:extLst>
          </p:cNvPr>
          <p:cNvCxnSpPr/>
          <p:nvPr/>
        </p:nvCxnSpPr>
        <p:spPr>
          <a:xfrm flipV="1">
            <a:off x="3298004" y="3657600"/>
            <a:ext cx="3339102" cy="42124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8" name="Rectangle 2">
            <a:extLst>
              <a:ext uri="{FF2B5EF4-FFF2-40B4-BE49-F238E27FC236}">
                <a16:creationId xmlns:a16="http://schemas.microsoft.com/office/drawing/2014/main" id="{3F101253-F37F-CE4E-B5AA-7B21599A69E1}"/>
              </a:ext>
            </a:extLst>
          </p:cNvPr>
          <p:cNvSpPr txBox="1">
            <a:spLocks noChangeArrowheads="1"/>
          </p:cNvSpPr>
          <p:nvPr/>
        </p:nvSpPr>
        <p:spPr>
          <a:xfrm>
            <a:off x="437312" y="5554472"/>
            <a:ext cx="4845144" cy="613518"/>
          </a:xfrm>
          <a:prstGeom prst="rect">
            <a:avLst/>
          </a:prstGeom>
          <a:solidFill>
            <a:srgbClr val="D5E5F5"/>
          </a:solidFill>
        </p:spPr>
        <p:txBody>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ctr"/>
            <a:r>
              <a:rPr lang="en-US" sz="1800" dirty="0"/>
              <a:t>DIAGRAM 0 for ORDER SYSTEM</a:t>
            </a:r>
          </a:p>
          <a:p>
            <a:pPr algn="ctr"/>
            <a:r>
              <a:rPr lang="en-US" sz="1800" dirty="0"/>
              <a:t>(Parent Diagram)</a:t>
            </a:r>
          </a:p>
        </p:txBody>
      </p:sp>
      <p:sp>
        <p:nvSpPr>
          <p:cNvPr id="19" name="Rectangle 2">
            <a:extLst>
              <a:ext uri="{FF2B5EF4-FFF2-40B4-BE49-F238E27FC236}">
                <a16:creationId xmlns:a16="http://schemas.microsoft.com/office/drawing/2014/main" id="{4CA8C395-7D45-AB4C-803F-FF85BF4E89DC}"/>
              </a:ext>
            </a:extLst>
          </p:cNvPr>
          <p:cNvSpPr txBox="1">
            <a:spLocks noChangeArrowheads="1"/>
          </p:cNvSpPr>
          <p:nvPr/>
        </p:nvSpPr>
        <p:spPr>
          <a:xfrm>
            <a:off x="6424002" y="5550625"/>
            <a:ext cx="4845144" cy="613518"/>
          </a:xfrm>
          <a:prstGeom prst="rect">
            <a:avLst/>
          </a:prstGeom>
          <a:solidFill>
            <a:srgbClr val="D5E5F5"/>
          </a:solidFill>
        </p:spPr>
        <p:txBody>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ctr"/>
            <a:r>
              <a:rPr lang="en-US" sz="1800" dirty="0"/>
              <a:t>LEVEL 1 DIAGRAM for Process 3 APPLY PAYMENT</a:t>
            </a:r>
          </a:p>
          <a:p>
            <a:pPr algn="ctr"/>
            <a:r>
              <a:rPr lang="en-US" sz="1800" dirty="0"/>
              <a:t>(Child Diagram)</a:t>
            </a:r>
          </a:p>
        </p:txBody>
      </p:sp>
      <p:sp>
        <p:nvSpPr>
          <p:cNvPr id="2" name="Rectangle 1">
            <a:extLst>
              <a:ext uri="{FF2B5EF4-FFF2-40B4-BE49-F238E27FC236}">
                <a16:creationId xmlns:a16="http://schemas.microsoft.com/office/drawing/2014/main" id="{F23380CB-2A91-F243-BD9B-40436045E520}"/>
              </a:ext>
            </a:extLst>
          </p:cNvPr>
          <p:cNvSpPr/>
          <p:nvPr/>
        </p:nvSpPr>
        <p:spPr>
          <a:xfrm>
            <a:off x="6767637" y="2236987"/>
            <a:ext cx="1098508" cy="9669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8081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a:extLst>
              <a:ext uri="{FF2B5EF4-FFF2-40B4-BE49-F238E27FC236}">
                <a16:creationId xmlns:a16="http://schemas.microsoft.com/office/drawing/2014/main" id="{B8EDA97B-1AF1-A84D-8B11-C7EFBC30AE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695" y="1542091"/>
            <a:ext cx="4741310" cy="1728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3" name="Picture 7">
            <a:extLst>
              <a:ext uri="{FF2B5EF4-FFF2-40B4-BE49-F238E27FC236}">
                <a16:creationId xmlns:a16="http://schemas.microsoft.com/office/drawing/2014/main" id="{925209C3-6F01-9C40-91AA-61321F2DD5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33470" y="1767489"/>
            <a:ext cx="4826037" cy="3484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6" name="Picture 5" descr="Chart, waterfall chart&#10;&#10;Description automatically generated">
            <a:extLst>
              <a:ext uri="{FF2B5EF4-FFF2-40B4-BE49-F238E27FC236}">
                <a16:creationId xmlns:a16="http://schemas.microsoft.com/office/drawing/2014/main" id="{91A9AB6F-4317-AC46-9C76-5FB9C4ABDA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5259" y="3644349"/>
            <a:ext cx="4411746" cy="2922502"/>
          </a:xfrm>
          <a:prstGeom prst="rect">
            <a:avLst/>
          </a:prstGeom>
        </p:spPr>
      </p:pic>
      <p:pic>
        <p:nvPicPr>
          <p:cNvPr id="2050" name="Picture 2" descr="Arrow PNG images, Free Arrow icons Download - Free Transparent PNG Logos">
            <a:extLst>
              <a:ext uri="{FF2B5EF4-FFF2-40B4-BE49-F238E27FC236}">
                <a16:creationId xmlns:a16="http://schemas.microsoft.com/office/drawing/2014/main" id="{1E4FE631-AE32-484F-9ADB-B5DB3341A0EE}"/>
              </a:ext>
            </a:extLst>
          </p:cNvPr>
          <p:cNvPicPr>
            <a:picLocks noChangeAspect="1" noChangeArrowheads="1"/>
          </p:cNvPicPr>
          <p:nvPr/>
        </p:nvPicPr>
        <p:blipFill>
          <a:blip r:embed="rId5">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618765" y="1916902"/>
            <a:ext cx="4214771" cy="207776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Arrow PNG images, Free Arrow icons Download - Free Transparent PNG Logos">
            <a:extLst>
              <a:ext uri="{FF2B5EF4-FFF2-40B4-BE49-F238E27FC236}">
                <a16:creationId xmlns:a16="http://schemas.microsoft.com/office/drawing/2014/main" id="{AC623768-86BA-E64F-BF2A-63915D6C09A6}"/>
              </a:ext>
            </a:extLst>
          </p:cNvPr>
          <p:cNvPicPr>
            <a:picLocks noChangeAspect="1" noChangeArrowheads="1"/>
          </p:cNvPicPr>
          <p:nvPr/>
        </p:nvPicPr>
        <p:blipFill>
          <a:blip r:embed="rId5">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flipH="1">
            <a:off x="5000543" y="4718269"/>
            <a:ext cx="3665986" cy="2318252"/>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2">
            <a:extLst>
              <a:ext uri="{FF2B5EF4-FFF2-40B4-BE49-F238E27FC236}">
                <a16:creationId xmlns:a16="http://schemas.microsoft.com/office/drawing/2014/main" id="{2B7CD4C4-D6AF-764D-9FA7-F5A15D37B1D9}"/>
              </a:ext>
            </a:extLst>
          </p:cNvPr>
          <p:cNvSpPr txBox="1">
            <a:spLocks noChangeArrowheads="1"/>
          </p:cNvSpPr>
          <p:nvPr/>
        </p:nvSpPr>
        <p:spPr>
          <a:xfrm>
            <a:off x="495695" y="1152164"/>
            <a:ext cx="3343220" cy="435011"/>
          </a:xfrm>
          <a:prstGeom prst="rect">
            <a:avLst/>
          </a:prstGeom>
          <a:noFill/>
        </p:spPr>
        <p:txBody>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ctr"/>
            <a:r>
              <a:rPr lang="en-US" sz="2400" dirty="0"/>
              <a:t>1. CONTEXT DIAGRAM</a:t>
            </a:r>
          </a:p>
        </p:txBody>
      </p:sp>
      <p:sp>
        <p:nvSpPr>
          <p:cNvPr id="10" name="Rectangle 2">
            <a:extLst>
              <a:ext uri="{FF2B5EF4-FFF2-40B4-BE49-F238E27FC236}">
                <a16:creationId xmlns:a16="http://schemas.microsoft.com/office/drawing/2014/main" id="{30A5C4C0-DF5C-2540-A98E-29E61BD140DC}"/>
              </a:ext>
            </a:extLst>
          </p:cNvPr>
          <p:cNvSpPr txBox="1">
            <a:spLocks noChangeArrowheads="1"/>
          </p:cNvSpPr>
          <p:nvPr/>
        </p:nvSpPr>
        <p:spPr>
          <a:xfrm>
            <a:off x="6630865" y="1410120"/>
            <a:ext cx="3343220" cy="435011"/>
          </a:xfrm>
          <a:prstGeom prst="rect">
            <a:avLst/>
          </a:prstGeom>
          <a:noFill/>
        </p:spPr>
        <p:txBody>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r>
              <a:rPr lang="en-US" sz="2400" dirty="0"/>
              <a:t>2. DIAGRAM 0</a:t>
            </a:r>
          </a:p>
        </p:txBody>
      </p:sp>
      <p:sp>
        <p:nvSpPr>
          <p:cNvPr id="11" name="Rectangle 2">
            <a:extLst>
              <a:ext uri="{FF2B5EF4-FFF2-40B4-BE49-F238E27FC236}">
                <a16:creationId xmlns:a16="http://schemas.microsoft.com/office/drawing/2014/main" id="{EA5906FB-1E08-584A-809B-10ECED78C0D3}"/>
              </a:ext>
            </a:extLst>
          </p:cNvPr>
          <p:cNvSpPr txBox="1">
            <a:spLocks noChangeArrowheads="1"/>
          </p:cNvSpPr>
          <p:nvPr/>
        </p:nvSpPr>
        <p:spPr>
          <a:xfrm>
            <a:off x="825259" y="5520761"/>
            <a:ext cx="4012269" cy="405843"/>
          </a:xfrm>
          <a:prstGeom prst="rect">
            <a:avLst/>
          </a:prstGeom>
          <a:noFill/>
        </p:spPr>
        <p:txBody>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r>
              <a:rPr lang="en-US" sz="2400" dirty="0"/>
              <a:t>3. CHILD DIAGRAM </a:t>
            </a:r>
          </a:p>
        </p:txBody>
      </p:sp>
      <p:sp>
        <p:nvSpPr>
          <p:cNvPr id="7" name="Rectangle 6">
            <a:extLst>
              <a:ext uri="{FF2B5EF4-FFF2-40B4-BE49-F238E27FC236}">
                <a16:creationId xmlns:a16="http://schemas.microsoft.com/office/drawing/2014/main" id="{A1C33D4A-DEF4-9E42-A72F-F0B0A332BA3D}"/>
              </a:ext>
            </a:extLst>
          </p:cNvPr>
          <p:cNvSpPr/>
          <p:nvPr/>
        </p:nvSpPr>
        <p:spPr>
          <a:xfrm>
            <a:off x="942360" y="5877395"/>
            <a:ext cx="2149819" cy="369332"/>
          </a:xfrm>
          <a:prstGeom prst="rect">
            <a:avLst/>
          </a:prstGeom>
        </p:spPr>
        <p:txBody>
          <a:bodyPr wrap="none">
            <a:spAutoFit/>
          </a:bodyPr>
          <a:lstStyle/>
          <a:p>
            <a:r>
              <a:rPr lang="en-US" dirty="0">
                <a:solidFill>
                  <a:srgbClr val="85103F"/>
                </a:solidFill>
              </a:rPr>
              <a:t>(can be more than 1)</a:t>
            </a:r>
          </a:p>
        </p:txBody>
      </p:sp>
      <p:sp>
        <p:nvSpPr>
          <p:cNvPr id="13" name="Title 1">
            <a:extLst>
              <a:ext uri="{FF2B5EF4-FFF2-40B4-BE49-F238E27FC236}">
                <a16:creationId xmlns:a16="http://schemas.microsoft.com/office/drawing/2014/main" id="{A4B59106-F67C-AC4E-9DC3-C4E06348B355}"/>
              </a:ext>
            </a:extLst>
          </p:cNvPr>
          <p:cNvSpPr txBox="1">
            <a:spLocks noChangeArrowheads="1"/>
          </p:cNvSpPr>
          <p:nvPr/>
        </p:nvSpPr>
        <p:spPr bwMode="auto">
          <a:xfrm>
            <a:off x="334585" y="375578"/>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WHAT’S IMPORTANT?</a:t>
            </a:r>
            <a:endParaRPr lang="en-US" altLang="en-US" sz="5400" dirty="0">
              <a:solidFill>
                <a:srgbClr val="85103F"/>
              </a:solidFill>
              <a:latin typeface="Calibri Light" panose="020F0302020204030204" pitchFamily="34" charset="0"/>
            </a:endParaRPr>
          </a:p>
        </p:txBody>
      </p:sp>
      <p:sp>
        <p:nvSpPr>
          <p:cNvPr id="14" name="Rectangle 13">
            <a:extLst>
              <a:ext uri="{FF2B5EF4-FFF2-40B4-BE49-F238E27FC236}">
                <a16:creationId xmlns:a16="http://schemas.microsoft.com/office/drawing/2014/main" id="{E58E3D03-29E3-1A47-A778-95D07D6E11FE}"/>
              </a:ext>
            </a:extLst>
          </p:cNvPr>
          <p:cNvSpPr/>
          <p:nvPr/>
        </p:nvSpPr>
        <p:spPr>
          <a:xfrm>
            <a:off x="8147407" y="5202426"/>
            <a:ext cx="4044593" cy="677108"/>
          </a:xfrm>
          <a:prstGeom prst="rect">
            <a:avLst/>
          </a:prstGeom>
        </p:spPr>
        <p:txBody>
          <a:bodyPr wrap="square">
            <a:spAutoFit/>
          </a:bodyPr>
          <a:lstStyle/>
          <a:p>
            <a:r>
              <a:rPr lang="en-US" dirty="0">
                <a:solidFill>
                  <a:srgbClr val="85103F"/>
                </a:solidFill>
              </a:rPr>
              <a:t>NOT TOO MANY PROCESSES! </a:t>
            </a:r>
          </a:p>
          <a:p>
            <a:r>
              <a:rPr lang="en-US" dirty="0">
                <a:solidFill>
                  <a:srgbClr val="85103F"/>
                </a:solidFill>
              </a:rPr>
              <a:t>Some students do until 15-20 processes</a:t>
            </a:r>
            <a:endParaRPr lang="en-US" sz="2000" dirty="0">
              <a:solidFill>
                <a:srgbClr val="85103F"/>
              </a:solidFill>
            </a:endParaRPr>
          </a:p>
        </p:txBody>
      </p:sp>
    </p:spTree>
    <p:extLst>
      <p:ext uri="{BB962C8B-B14F-4D97-AF65-F5344CB8AC3E}">
        <p14:creationId xmlns:p14="http://schemas.microsoft.com/office/powerpoint/2010/main" val="3139502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1"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1"/>
      <p:bldP spid="10" grpId="1"/>
      <p:bldP spid="11" grpId="0" animBg="1"/>
      <p:bldP spid="7" grpId="0"/>
      <p:bldP spid="1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4DED6-3AA9-4DBB-84AF-6902AA84723E}"/>
              </a:ext>
            </a:extLst>
          </p:cNvPr>
          <p:cNvSpPr>
            <a:spLocks noGrp="1"/>
          </p:cNvSpPr>
          <p:nvPr>
            <p:ph type="ctrTitle"/>
          </p:nvPr>
        </p:nvSpPr>
        <p:spPr/>
        <p:txBody>
          <a:bodyPr/>
          <a:lstStyle/>
          <a:p>
            <a:r>
              <a:rPr lang="en-US" b="1" dirty="0">
                <a:solidFill>
                  <a:schemeClr val="bg1"/>
                </a:solidFill>
              </a:rPr>
              <a:t>PART III</a:t>
            </a:r>
            <a:endParaRPr lang="en-MY" b="1" dirty="0">
              <a:solidFill>
                <a:schemeClr val="bg1"/>
              </a:solidFill>
            </a:endParaRPr>
          </a:p>
        </p:txBody>
      </p:sp>
      <p:sp>
        <p:nvSpPr>
          <p:cNvPr id="3" name="Subtitle 2">
            <a:extLst>
              <a:ext uri="{FF2B5EF4-FFF2-40B4-BE49-F238E27FC236}">
                <a16:creationId xmlns:a16="http://schemas.microsoft.com/office/drawing/2014/main" id="{26157C70-9B7A-4F4F-9478-D893D978A2B0}"/>
              </a:ext>
            </a:extLst>
          </p:cNvPr>
          <p:cNvSpPr>
            <a:spLocks noGrp="1"/>
          </p:cNvSpPr>
          <p:nvPr>
            <p:ph type="subTitle" idx="1"/>
          </p:nvPr>
        </p:nvSpPr>
        <p:spPr/>
        <p:txBody>
          <a:bodyPr/>
          <a:lstStyle/>
          <a:p>
            <a:pPr marL="457200" lvl="0" indent="-457200">
              <a:buFont typeface="Arial" panose="020B0604020202020204" pitchFamily="34" charset="0"/>
              <a:buChar char="•"/>
            </a:pPr>
            <a:r>
              <a:rPr lang="en-US" sz="3200" dirty="0">
                <a:solidFill>
                  <a:schemeClr val="bg1"/>
                </a:solidFill>
              </a:rPr>
              <a:t>DFD Errors</a:t>
            </a:r>
            <a:endParaRPr lang="en-MY" sz="3200" dirty="0">
              <a:solidFill>
                <a:schemeClr val="bg1"/>
              </a:solidFill>
            </a:endParaRPr>
          </a:p>
        </p:txBody>
      </p:sp>
    </p:spTree>
    <p:extLst>
      <p:ext uri="{BB962C8B-B14F-4D97-AF65-F5344CB8AC3E}">
        <p14:creationId xmlns:p14="http://schemas.microsoft.com/office/powerpoint/2010/main" val="7022637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Table 19">
            <a:extLst>
              <a:ext uri="{FF2B5EF4-FFF2-40B4-BE49-F238E27FC236}">
                <a16:creationId xmlns:a16="http://schemas.microsoft.com/office/drawing/2014/main" id="{0A081D08-76DF-4745-AEC0-4594B05C21F5}"/>
              </a:ext>
            </a:extLst>
          </p:cNvPr>
          <p:cNvGraphicFramePr>
            <a:graphicFrameLocks noGrp="1"/>
          </p:cNvGraphicFramePr>
          <p:nvPr>
            <p:extLst>
              <p:ext uri="{D42A27DB-BD31-4B8C-83A1-F6EECF244321}">
                <p14:modId xmlns:p14="http://schemas.microsoft.com/office/powerpoint/2010/main" val="1390399026"/>
              </p:ext>
            </p:extLst>
          </p:nvPr>
        </p:nvGraphicFramePr>
        <p:xfrm>
          <a:off x="398276" y="1980589"/>
          <a:ext cx="10929425" cy="3504170"/>
        </p:xfrm>
        <a:graphic>
          <a:graphicData uri="http://schemas.openxmlformats.org/drawingml/2006/table">
            <a:tbl>
              <a:tblPr firstRow="1" bandRow="1">
                <a:tableStyleId>{5940675A-B579-460E-94D1-54222C63F5DA}</a:tableStyleId>
              </a:tblPr>
              <a:tblGrid>
                <a:gridCol w="2185885">
                  <a:extLst>
                    <a:ext uri="{9D8B030D-6E8A-4147-A177-3AD203B41FA5}">
                      <a16:colId xmlns:a16="http://schemas.microsoft.com/office/drawing/2014/main" val="2492574842"/>
                    </a:ext>
                  </a:extLst>
                </a:gridCol>
                <a:gridCol w="2185885">
                  <a:extLst>
                    <a:ext uri="{9D8B030D-6E8A-4147-A177-3AD203B41FA5}">
                      <a16:colId xmlns:a16="http://schemas.microsoft.com/office/drawing/2014/main" val="1504649229"/>
                    </a:ext>
                  </a:extLst>
                </a:gridCol>
                <a:gridCol w="2185885">
                  <a:extLst>
                    <a:ext uri="{9D8B030D-6E8A-4147-A177-3AD203B41FA5}">
                      <a16:colId xmlns:a16="http://schemas.microsoft.com/office/drawing/2014/main" val="1440328067"/>
                    </a:ext>
                  </a:extLst>
                </a:gridCol>
                <a:gridCol w="2185885">
                  <a:extLst>
                    <a:ext uri="{9D8B030D-6E8A-4147-A177-3AD203B41FA5}">
                      <a16:colId xmlns:a16="http://schemas.microsoft.com/office/drawing/2014/main" val="96390869"/>
                    </a:ext>
                  </a:extLst>
                </a:gridCol>
                <a:gridCol w="2185885">
                  <a:extLst>
                    <a:ext uri="{9D8B030D-6E8A-4147-A177-3AD203B41FA5}">
                      <a16:colId xmlns:a16="http://schemas.microsoft.com/office/drawing/2014/main" val="2156631126"/>
                    </a:ext>
                  </a:extLst>
                </a:gridCol>
              </a:tblGrid>
              <a:tr h="898645">
                <a:tc>
                  <a:txBody>
                    <a:bodyPr/>
                    <a:lstStyle/>
                    <a:p>
                      <a:pPr algn="l"/>
                      <a:r>
                        <a:rPr lang="en-US" sz="2000" b="1" dirty="0"/>
                        <a:t>THE TERMS</a:t>
                      </a:r>
                    </a:p>
                  </a:txBody>
                  <a:tcPr anchor="ctr">
                    <a:gradFill flip="none" rotWithShape="1">
                      <a:gsLst>
                        <a:gs pos="0">
                          <a:srgbClr val="85103F">
                            <a:tint val="66000"/>
                            <a:satMod val="160000"/>
                          </a:srgbClr>
                        </a:gs>
                        <a:gs pos="50000">
                          <a:srgbClr val="85103F">
                            <a:tint val="44500"/>
                            <a:satMod val="160000"/>
                          </a:srgbClr>
                        </a:gs>
                        <a:gs pos="100000">
                          <a:srgbClr val="85103F">
                            <a:tint val="23500"/>
                            <a:satMod val="160000"/>
                          </a:srgbClr>
                        </a:gs>
                      </a:gsLst>
                      <a:lin ang="0" scaled="1"/>
                      <a:tileRect/>
                    </a:gradFill>
                  </a:tcPr>
                </a:tc>
                <a:tc>
                  <a:txBody>
                    <a:bodyPr/>
                    <a:lstStyle/>
                    <a:p>
                      <a:pPr algn="ctr"/>
                      <a:r>
                        <a:rPr lang="en-US" sz="2400" b="1" dirty="0"/>
                        <a:t>ENTITY</a:t>
                      </a:r>
                    </a:p>
                  </a:txBody>
                  <a:tcPr anchor="ctr"/>
                </a:tc>
                <a:tc>
                  <a:txBody>
                    <a:bodyPr/>
                    <a:lstStyle/>
                    <a:p>
                      <a:pPr algn="ctr"/>
                      <a:r>
                        <a:rPr lang="en-US" sz="2400" b="1" dirty="0"/>
                        <a:t>DATA FLOW</a:t>
                      </a:r>
                    </a:p>
                  </a:txBody>
                  <a:tcPr anchor="ctr"/>
                </a:tc>
                <a:tc>
                  <a:txBody>
                    <a:bodyPr/>
                    <a:lstStyle/>
                    <a:p>
                      <a:pPr algn="ctr"/>
                      <a:r>
                        <a:rPr lang="en-US" sz="2400" b="1" dirty="0"/>
                        <a:t>PROCESS</a:t>
                      </a:r>
                    </a:p>
                  </a:txBody>
                  <a:tcPr anchor="ctr"/>
                </a:tc>
                <a:tc>
                  <a:txBody>
                    <a:bodyPr/>
                    <a:lstStyle/>
                    <a:p>
                      <a:pPr algn="ctr"/>
                      <a:r>
                        <a:rPr lang="en-US" sz="2400" b="1" dirty="0"/>
                        <a:t>DATA STORE</a:t>
                      </a:r>
                    </a:p>
                  </a:txBody>
                  <a:tcPr anchor="ctr"/>
                </a:tc>
                <a:extLst>
                  <a:ext uri="{0D108BD9-81ED-4DB2-BD59-A6C34878D82A}">
                    <a16:rowId xmlns:a16="http://schemas.microsoft.com/office/drawing/2014/main" val="109305694"/>
                  </a:ext>
                </a:extLst>
              </a:tr>
              <a:tr h="898645">
                <a:tc>
                  <a:txBody>
                    <a:bodyPr/>
                    <a:lstStyle/>
                    <a:p>
                      <a:pPr algn="l"/>
                      <a:r>
                        <a:rPr lang="en-US" sz="2000" b="1" dirty="0"/>
                        <a:t>THE SYMBOLS</a:t>
                      </a:r>
                    </a:p>
                  </a:txBody>
                  <a:tcPr anchor="ctr">
                    <a:gradFill flip="none" rotWithShape="1">
                      <a:gsLst>
                        <a:gs pos="0">
                          <a:srgbClr val="85103F">
                            <a:tint val="66000"/>
                            <a:satMod val="160000"/>
                          </a:srgbClr>
                        </a:gs>
                        <a:gs pos="50000">
                          <a:srgbClr val="85103F">
                            <a:tint val="44500"/>
                            <a:satMod val="160000"/>
                          </a:srgbClr>
                        </a:gs>
                        <a:gs pos="100000">
                          <a:srgbClr val="85103F">
                            <a:tint val="23500"/>
                            <a:satMod val="160000"/>
                          </a:srgbClr>
                        </a:gs>
                      </a:gsLst>
                      <a:lin ang="0" scaled="1"/>
                      <a:tileRect/>
                    </a:gradFill>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598024755"/>
                  </a:ext>
                </a:extLst>
              </a:tr>
              <a:tr h="898645">
                <a:tc>
                  <a:txBody>
                    <a:bodyPr/>
                    <a:lstStyle/>
                    <a:p>
                      <a:pPr algn="l"/>
                      <a:r>
                        <a:rPr lang="en-US" sz="2000" b="1" dirty="0"/>
                        <a:t>THE MEANING </a:t>
                      </a:r>
                    </a:p>
                    <a:p>
                      <a:pPr algn="l"/>
                      <a:r>
                        <a:rPr lang="en-US" sz="2000" b="1" dirty="0"/>
                        <a:t>(what it represent)</a:t>
                      </a:r>
                    </a:p>
                  </a:txBody>
                  <a:tcPr anchor="ctr">
                    <a:gradFill flip="none" rotWithShape="1">
                      <a:gsLst>
                        <a:gs pos="0">
                          <a:srgbClr val="85103F">
                            <a:tint val="66000"/>
                            <a:satMod val="160000"/>
                          </a:srgbClr>
                        </a:gs>
                        <a:gs pos="50000">
                          <a:srgbClr val="85103F">
                            <a:tint val="44500"/>
                            <a:satMod val="160000"/>
                          </a:srgbClr>
                        </a:gs>
                        <a:gs pos="100000">
                          <a:srgbClr val="85103F">
                            <a:tint val="23500"/>
                            <a:satMod val="160000"/>
                          </a:srgbClr>
                        </a:gs>
                      </a:gsLst>
                      <a:lin ang="0" scaled="1"/>
                      <a:tileRect/>
                    </a:gradFill>
                  </a:tcPr>
                </a:tc>
                <a:tc>
                  <a:txBody>
                    <a:bodyPr/>
                    <a:lstStyle/>
                    <a:p>
                      <a:pPr algn="ctr"/>
                      <a:r>
                        <a:rPr lang="en-US" dirty="0"/>
                        <a:t>Source or destination</a:t>
                      </a:r>
                    </a:p>
                  </a:txBody>
                  <a:tcPr anchor="ctr"/>
                </a:tc>
                <a:tc>
                  <a:txBody>
                    <a:bodyPr/>
                    <a:lstStyle/>
                    <a:p>
                      <a:pPr algn="ctr"/>
                      <a:r>
                        <a:rPr lang="en-US" dirty="0"/>
                        <a:t>Movement of data</a:t>
                      </a:r>
                    </a:p>
                  </a:txBody>
                  <a:tcPr anchor="ctr"/>
                </a:tc>
                <a:tc>
                  <a:txBody>
                    <a:bodyPr/>
                    <a:lstStyle/>
                    <a:p>
                      <a:pPr algn="ctr"/>
                      <a:r>
                        <a:rPr lang="en-US" dirty="0"/>
                        <a:t>Work to be done (performed) in the system</a:t>
                      </a:r>
                    </a:p>
                  </a:txBody>
                  <a:tcPr anchor="ctr"/>
                </a:tc>
                <a:tc>
                  <a:txBody>
                    <a:bodyPr/>
                    <a:lstStyle/>
                    <a:p>
                      <a:pPr algn="ctr"/>
                      <a:r>
                        <a:rPr lang="en-US" dirty="0"/>
                        <a:t>Depository of the data</a:t>
                      </a:r>
                    </a:p>
                  </a:txBody>
                  <a:tcPr anchor="ctr"/>
                </a:tc>
                <a:extLst>
                  <a:ext uri="{0D108BD9-81ED-4DB2-BD59-A6C34878D82A}">
                    <a16:rowId xmlns:a16="http://schemas.microsoft.com/office/drawing/2014/main" val="3026446572"/>
                  </a:ext>
                </a:extLst>
              </a:tr>
              <a:tr h="778621">
                <a:tc>
                  <a:txBody>
                    <a:bodyPr/>
                    <a:lstStyle/>
                    <a:p>
                      <a:pPr algn="l"/>
                      <a:r>
                        <a:rPr lang="en-US" sz="2000" b="1" dirty="0"/>
                        <a:t>THE NAMING</a:t>
                      </a:r>
                    </a:p>
                    <a:p>
                      <a:pPr algn="l"/>
                      <a:r>
                        <a:rPr lang="en-US" sz="2000" b="1" dirty="0"/>
                        <a:t>(how to describe)</a:t>
                      </a:r>
                    </a:p>
                  </a:txBody>
                  <a:tcPr anchor="ctr">
                    <a:gradFill flip="none" rotWithShape="1">
                      <a:gsLst>
                        <a:gs pos="0">
                          <a:srgbClr val="85103F">
                            <a:tint val="66000"/>
                            <a:satMod val="160000"/>
                          </a:srgbClr>
                        </a:gs>
                        <a:gs pos="50000">
                          <a:srgbClr val="85103F">
                            <a:tint val="44500"/>
                            <a:satMod val="160000"/>
                          </a:srgbClr>
                        </a:gs>
                        <a:gs pos="100000">
                          <a:srgbClr val="85103F">
                            <a:tint val="23500"/>
                            <a:satMod val="160000"/>
                          </a:srgbClr>
                        </a:gs>
                      </a:gsLst>
                      <a:lin ang="0" scaled="1"/>
                      <a:tileRect/>
                    </a:gradFill>
                  </a:tcPr>
                </a:tc>
                <a:tc>
                  <a:txBody>
                    <a:bodyPr/>
                    <a:lstStyle/>
                    <a:p>
                      <a:pPr algn="ctr"/>
                      <a:r>
                        <a:rPr lang="en-US" dirty="0"/>
                        <a:t>NOUN</a:t>
                      </a:r>
                    </a:p>
                  </a:txBody>
                  <a:tcPr anchor="ctr"/>
                </a:tc>
                <a:tc>
                  <a:txBody>
                    <a:bodyPr/>
                    <a:lstStyle/>
                    <a:p>
                      <a:pPr algn="ctr"/>
                      <a:r>
                        <a:rPr lang="en-US" dirty="0"/>
                        <a:t>NOUN</a:t>
                      </a:r>
                    </a:p>
                  </a:txBody>
                  <a:tcPr anchor="ctr"/>
                </a:tc>
                <a:tc>
                  <a:txBody>
                    <a:bodyPr/>
                    <a:lstStyle/>
                    <a:p>
                      <a:pPr algn="ctr"/>
                      <a:r>
                        <a:rPr lang="en-US" dirty="0"/>
                        <a:t>VERB - NOUN</a:t>
                      </a:r>
                    </a:p>
                    <a:p>
                      <a:pPr algn="ctr"/>
                      <a:r>
                        <a:rPr lang="en-US" sz="1400" dirty="0"/>
                        <a:t>(except in Context Diagram)</a:t>
                      </a:r>
                    </a:p>
                  </a:txBody>
                  <a:tcPr anchor="ctr"/>
                </a:tc>
                <a:tc>
                  <a:txBody>
                    <a:bodyPr/>
                    <a:lstStyle/>
                    <a:p>
                      <a:pPr algn="ctr"/>
                      <a:r>
                        <a:rPr lang="en-US" dirty="0"/>
                        <a:t>NOUN</a:t>
                      </a:r>
                    </a:p>
                  </a:txBody>
                  <a:tcPr anchor="ctr"/>
                </a:tc>
                <a:extLst>
                  <a:ext uri="{0D108BD9-81ED-4DB2-BD59-A6C34878D82A}">
                    <a16:rowId xmlns:a16="http://schemas.microsoft.com/office/drawing/2014/main" val="3638252094"/>
                  </a:ext>
                </a:extLst>
              </a:tr>
            </a:tbl>
          </a:graphicData>
        </a:graphic>
      </p:graphicFrame>
      <p:pic>
        <p:nvPicPr>
          <p:cNvPr id="8" name="Picture 7" descr="A close up of a sign&#10;&#10;Description automatically generated">
            <a:extLst>
              <a:ext uri="{FF2B5EF4-FFF2-40B4-BE49-F238E27FC236}">
                <a16:creationId xmlns:a16="http://schemas.microsoft.com/office/drawing/2014/main" id="{A0E0A8C2-92DC-C546-8424-C7BAB6DE92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9948" y="2920770"/>
            <a:ext cx="1004155" cy="789675"/>
          </a:xfrm>
          <a:prstGeom prst="rect">
            <a:avLst/>
          </a:prstGeom>
        </p:spPr>
      </p:pic>
      <p:pic>
        <p:nvPicPr>
          <p:cNvPr id="10" name="Picture 9" descr="A picture containing text&#10;&#10;Description automatically generated">
            <a:extLst>
              <a:ext uri="{FF2B5EF4-FFF2-40B4-BE49-F238E27FC236}">
                <a16:creationId xmlns:a16="http://schemas.microsoft.com/office/drawing/2014/main" id="{72865394-9181-1E4F-87F4-FBEBE994483F}"/>
              </a:ext>
            </a:extLst>
          </p:cNvPr>
          <p:cNvPicPr>
            <a:picLocks noChangeAspect="1"/>
          </p:cNvPicPr>
          <p:nvPr/>
        </p:nvPicPr>
        <p:blipFill rotWithShape="1">
          <a:blip r:embed="rId3">
            <a:extLst>
              <a:ext uri="{28A0092B-C50C-407E-A947-70E740481C1C}">
                <a14:useLocalDpi xmlns:a14="http://schemas.microsoft.com/office/drawing/2010/main" val="0"/>
              </a:ext>
            </a:extLst>
          </a:blip>
          <a:srcRect l="12761" r="2039" b="-3197"/>
          <a:stretch/>
        </p:blipFill>
        <p:spPr>
          <a:xfrm>
            <a:off x="5061418" y="3006512"/>
            <a:ext cx="1603140" cy="645090"/>
          </a:xfrm>
          <a:prstGeom prst="rect">
            <a:avLst/>
          </a:prstGeom>
        </p:spPr>
      </p:pic>
      <p:pic>
        <p:nvPicPr>
          <p:cNvPr id="12" name="Picture 11" descr="A close up of a sign&#10;&#10;Description automatically generated">
            <a:extLst>
              <a:ext uri="{FF2B5EF4-FFF2-40B4-BE49-F238E27FC236}">
                <a16:creationId xmlns:a16="http://schemas.microsoft.com/office/drawing/2014/main" id="{C574862F-F719-C549-9843-390FF14F4A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19862" y="2942999"/>
            <a:ext cx="709658" cy="726162"/>
          </a:xfrm>
          <a:prstGeom prst="rect">
            <a:avLst/>
          </a:prstGeom>
        </p:spPr>
      </p:pic>
      <p:pic>
        <p:nvPicPr>
          <p:cNvPr id="14" name="Picture 13" descr="A close up of a sign&#10;&#10;Description automatically generated">
            <a:extLst>
              <a:ext uri="{FF2B5EF4-FFF2-40B4-BE49-F238E27FC236}">
                <a16:creationId xmlns:a16="http://schemas.microsoft.com/office/drawing/2014/main" id="{AC0E765E-CC50-7841-B064-9151E8FA3A6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410315" y="3082703"/>
            <a:ext cx="1520004" cy="465808"/>
          </a:xfrm>
          <a:prstGeom prst="rect">
            <a:avLst/>
          </a:prstGeom>
        </p:spPr>
      </p:pic>
      <p:sp>
        <p:nvSpPr>
          <p:cNvPr id="9" name="Title 1">
            <a:extLst>
              <a:ext uri="{FF2B5EF4-FFF2-40B4-BE49-F238E27FC236}">
                <a16:creationId xmlns:a16="http://schemas.microsoft.com/office/drawing/2014/main" id="{404DA07D-B6B2-E347-B9B6-02877DF5C32D}"/>
              </a:ext>
            </a:extLst>
          </p:cNvPr>
          <p:cNvSpPr txBox="1">
            <a:spLocks noChangeArrowheads="1"/>
          </p:cNvSpPr>
          <p:nvPr/>
        </p:nvSpPr>
        <p:spPr bwMode="auto">
          <a:xfrm>
            <a:off x="398276" y="543814"/>
            <a:ext cx="11395447" cy="913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4800" b="1" dirty="0">
                <a:solidFill>
                  <a:srgbClr val="85103F"/>
                </a:solidFill>
              </a:rPr>
              <a:t>7 STEPS OF CREATING DFD</a:t>
            </a:r>
            <a:endParaRPr lang="en-US" altLang="en-US" sz="4800" dirty="0">
              <a:solidFill>
                <a:srgbClr val="85103F"/>
              </a:solidFill>
              <a:latin typeface="Calibri Light" panose="020F0302020204030204" pitchFamily="34" charset="0"/>
            </a:endParaRPr>
          </a:p>
        </p:txBody>
      </p:sp>
      <p:sp>
        <p:nvSpPr>
          <p:cNvPr id="11" name="Rectangle 2">
            <a:extLst>
              <a:ext uri="{FF2B5EF4-FFF2-40B4-BE49-F238E27FC236}">
                <a16:creationId xmlns:a16="http://schemas.microsoft.com/office/drawing/2014/main" id="{46B17738-DBB1-A541-8B91-0335B3F27D05}"/>
              </a:ext>
            </a:extLst>
          </p:cNvPr>
          <p:cNvSpPr txBox="1">
            <a:spLocks noChangeArrowheads="1"/>
          </p:cNvSpPr>
          <p:nvPr/>
        </p:nvSpPr>
        <p:spPr>
          <a:xfrm>
            <a:off x="376207" y="1419469"/>
            <a:ext cx="9338718" cy="435011"/>
          </a:xfrm>
          <a:prstGeom prst="rect">
            <a:avLst/>
          </a:prstGeom>
          <a:noFill/>
        </p:spPr>
        <p:txBody>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r>
              <a:rPr lang="en-US" altLang="en-US" sz="2400" b="1" dirty="0">
                <a:solidFill>
                  <a:srgbClr val="85103F"/>
                </a:solidFill>
              </a:rPr>
              <a:t>Step 1: List the ENTITY, DATA FLOW, PROCESS &amp; DATA STORE</a:t>
            </a:r>
            <a:endParaRPr lang="en-US" sz="2400" dirty="0"/>
          </a:p>
        </p:txBody>
      </p:sp>
    </p:spTree>
    <p:extLst>
      <p:ext uri="{BB962C8B-B14F-4D97-AF65-F5344CB8AC3E}">
        <p14:creationId xmlns:p14="http://schemas.microsoft.com/office/powerpoint/2010/main" val="210954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rrow PNG images, Free Arrow icons Download - Free Transparent PNG Logos">
            <a:extLst>
              <a:ext uri="{FF2B5EF4-FFF2-40B4-BE49-F238E27FC236}">
                <a16:creationId xmlns:a16="http://schemas.microsoft.com/office/drawing/2014/main" id="{1E4FE631-AE32-484F-9ADB-B5DB3341A0EE}"/>
              </a:ext>
            </a:extLst>
          </p:cNvPr>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944174" y="2578321"/>
            <a:ext cx="1889362" cy="161790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Arrow PNG images, Free Arrow icons Download - Free Transparent PNG Logos">
            <a:extLst>
              <a:ext uri="{FF2B5EF4-FFF2-40B4-BE49-F238E27FC236}">
                <a16:creationId xmlns:a16="http://schemas.microsoft.com/office/drawing/2014/main" id="{AC623768-86BA-E64F-BF2A-63915D6C09A6}"/>
              </a:ext>
            </a:extLst>
          </p:cNvPr>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flipH="1">
            <a:off x="4568887" y="4929413"/>
            <a:ext cx="2780647" cy="1758392"/>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4">
            <a:extLst>
              <a:ext uri="{FF2B5EF4-FFF2-40B4-BE49-F238E27FC236}">
                <a16:creationId xmlns:a16="http://schemas.microsoft.com/office/drawing/2014/main" id="{CCDEC17C-6A54-7545-84AA-BDE66A5DFD7C}"/>
              </a:ext>
            </a:extLst>
          </p:cNvPr>
          <p:cNvGrpSpPr/>
          <p:nvPr/>
        </p:nvGrpSpPr>
        <p:grpSpPr>
          <a:xfrm>
            <a:off x="495693" y="1590891"/>
            <a:ext cx="4741312" cy="2076487"/>
            <a:chOff x="495693" y="1590891"/>
            <a:chExt cx="4741312" cy="2076487"/>
          </a:xfrm>
        </p:grpSpPr>
        <p:pic>
          <p:nvPicPr>
            <p:cNvPr id="2" name="Picture 5">
              <a:extLst>
                <a:ext uri="{FF2B5EF4-FFF2-40B4-BE49-F238E27FC236}">
                  <a16:creationId xmlns:a16="http://schemas.microsoft.com/office/drawing/2014/main" id="{B8EDA97B-1AF1-A84D-8B11-C7EFBC30AE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695" y="1938400"/>
              <a:ext cx="4741310" cy="1728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9" name="Rectangle 2">
              <a:extLst>
                <a:ext uri="{FF2B5EF4-FFF2-40B4-BE49-F238E27FC236}">
                  <a16:creationId xmlns:a16="http://schemas.microsoft.com/office/drawing/2014/main" id="{2B7CD4C4-D6AF-764D-9FA7-F5A15D37B1D9}"/>
                </a:ext>
              </a:extLst>
            </p:cNvPr>
            <p:cNvSpPr txBox="1">
              <a:spLocks noChangeArrowheads="1"/>
            </p:cNvSpPr>
            <p:nvPr/>
          </p:nvSpPr>
          <p:spPr>
            <a:xfrm>
              <a:off x="495693" y="1590891"/>
              <a:ext cx="4741311" cy="435011"/>
            </a:xfrm>
            <a:prstGeom prst="rect">
              <a:avLst/>
            </a:prstGeom>
            <a:solidFill>
              <a:srgbClr val="FFF3E4"/>
            </a:solidFill>
          </p:spPr>
          <p:txBody>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r>
                <a:rPr lang="en-US" altLang="en-US" sz="2400" b="1" dirty="0">
                  <a:solidFill>
                    <a:srgbClr val="85103F"/>
                  </a:solidFill>
                </a:rPr>
                <a:t>Step 2: CONTEXT DIAGRAM</a:t>
              </a:r>
              <a:endParaRPr lang="en-US" sz="2400" dirty="0"/>
            </a:p>
          </p:txBody>
        </p:sp>
      </p:grpSp>
      <p:grpSp>
        <p:nvGrpSpPr>
          <p:cNvPr id="7" name="Group 6">
            <a:extLst>
              <a:ext uri="{FF2B5EF4-FFF2-40B4-BE49-F238E27FC236}">
                <a16:creationId xmlns:a16="http://schemas.microsoft.com/office/drawing/2014/main" id="{8B85E46A-2A78-A94C-9E10-CCBE610F2915}"/>
              </a:ext>
            </a:extLst>
          </p:cNvPr>
          <p:cNvGrpSpPr/>
          <p:nvPr/>
        </p:nvGrpSpPr>
        <p:grpSpPr>
          <a:xfrm>
            <a:off x="6833535" y="1729798"/>
            <a:ext cx="4826038" cy="3943675"/>
            <a:chOff x="6833535" y="1729798"/>
            <a:chExt cx="4826038" cy="3943675"/>
          </a:xfrm>
        </p:grpSpPr>
        <p:pic>
          <p:nvPicPr>
            <p:cNvPr id="3" name="Picture 7">
              <a:extLst>
                <a:ext uri="{FF2B5EF4-FFF2-40B4-BE49-F238E27FC236}">
                  <a16:creationId xmlns:a16="http://schemas.microsoft.com/office/drawing/2014/main" id="{925209C3-6F01-9C40-91AA-61321F2DD5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3536" y="2188729"/>
              <a:ext cx="4826037" cy="34847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10" name="Rectangle 2">
              <a:extLst>
                <a:ext uri="{FF2B5EF4-FFF2-40B4-BE49-F238E27FC236}">
                  <a16:creationId xmlns:a16="http://schemas.microsoft.com/office/drawing/2014/main" id="{30A5C4C0-DF5C-2540-A98E-29E61BD140DC}"/>
                </a:ext>
              </a:extLst>
            </p:cNvPr>
            <p:cNvSpPr txBox="1">
              <a:spLocks noChangeArrowheads="1"/>
            </p:cNvSpPr>
            <p:nvPr/>
          </p:nvSpPr>
          <p:spPr>
            <a:xfrm>
              <a:off x="6833535" y="1729798"/>
              <a:ext cx="4826037" cy="493178"/>
            </a:xfrm>
            <a:prstGeom prst="rect">
              <a:avLst/>
            </a:prstGeom>
            <a:solidFill>
              <a:srgbClr val="FFF2D2"/>
            </a:solidFill>
          </p:spPr>
          <p:txBody>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r>
                <a:rPr lang="en-US" altLang="en-US" sz="2400" b="1" dirty="0">
                  <a:solidFill>
                    <a:srgbClr val="85103F"/>
                  </a:solidFill>
                </a:rPr>
                <a:t>Step 3: DIAGRAM 0</a:t>
              </a:r>
              <a:endParaRPr lang="en-US" sz="2400" dirty="0"/>
            </a:p>
          </p:txBody>
        </p:sp>
      </p:grpSp>
      <p:grpSp>
        <p:nvGrpSpPr>
          <p:cNvPr id="12" name="Group 11">
            <a:extLst>
              <a:ext uri="{FF2B5EF4-FFF2-40B4-BE49-F238E27FC236}">
                <a16:creationId xmlns:a16="http://schemas.microsoft.com/office/drawing/2014/main" id="{0C627B4D-DAD9-CC45-A1EB-7CFF08C06432}"/>
              </a:ext>
            </a:extLst>
          </p:cNvPr>
          <p:cNvGrpSpPr/>
          <p:nvPr/>
        </p:nvGrpSpPr>
        <p:grpSpPr>
          <a:xfrm>
            <a:off x="495695" y="3844178"/>
            <a:ext cx="4741309" cy="2687040"/>
            <a:chOff x="495695" y="3844178"/>
            <a:chExt cx="4741309" cy="2687040"/>
          </a:xfrm>
        </p:grpSpPr>
        <p:sp>
          <p:nvSpPr>
            <p:cNvPr id="4" name="Rectangle 3">
              <a:extLst>
                <a:ext uri="{FF2B5EF4-FFF2-40B4-BE49-F238E27FC236}">
                  <a16:creationId xmlns:a16="http://schemas.microsoft.com/office/drawing/2014/main" id="{00C7A32F-797A-CE48-9376-F09B868550D5}"/>
                </a:ext>
              </a:extLst>
            </p:cNvPr>
            <p:cNvSpPr/>
            <p:nvPr/>
          </p:nvSpPr>
          <p:spPr>
            <a:xfrm>
              <a:off x="4119937" y="4250021"/>
              <a:ext cx="1117067" cy="2281197"/>
            </a:xfrm>
            <a:prstGeom prst="rect">
              <a:avLst/>
            </a:prstGeom>
            <a:solidFill>
              <a:srgbClr val="D5E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Chart, waterfall chart&#10;&#10;Description automatically generated">
              <a:extLst>
                <a:ext uri="{FF2B5EF4-FFF2-40B4-BE49-F238E27FC236}">
                  <a16:creationId xmlns:a16="http://schemas.microsoft.com/office/drawing/2014/main" id="{91A9AB6F-4317-AC46-9C76-5FB9C4ABDA9C}"/>
                </a:ext>
              </a:extLst>
            </p:cNvPr>
            <p:cNvPicPr>
              <a:picLocks noChangeAspect="1"/>
            </p:cNvPicPr>
            <p:nvPr/>
          </p:nvPicPr>
          <p:blipFill rotWithShape="1">
            <a:blip r:embed="rId5">
              <a:extLst>
                <a:ext uri="{28A0092B-C50C-407E-A947-70E740481C1C}">
                  <a14:useLocalDpi xmlns:a14="http://schemas.microsoft.com/office/drawing/2010/main" val="0"/>
                </a:ext>
              </a:extLst>
            </a:blip>
            <a:srcRect r="2071"/>
            <a:stretch/>
          </p:blipFill>
          <p:spPr>
            <a:xfrm>
              <a:off x="495696" y="4250021"/>
              <a:ext cx="3624242" cy="2281197"/>
            </a:xfrm>
            <a:prstGeom prst="rect">
              <a:avLst/>
            </a:prstGeom>
          </p:spPr>
        </p:pic>
        <p:sp>
          <p:nvSpPr>
            <p:cNvPr id="11" name="Rectangle 2">
              <a:extLst>
                <a:ext uri="{FF2B5EF4-FFF2-40B4-BE49-F238E27FC236}">
                  <a16:creationId xmlns:a16="http://schemas.microsoft.com/office/drawing/2014/main" id="{EA5906FB-1E08-584A-809B-10ECED78C0D3}"/>
                </a:ext>
              </a:extLst>
            </p:cNvPr>
            <p:cNvSpPr txBox="1">
              <a:spLocks noChangeArrowheads="1"/>
            </p:cNvSpPr>
            <p:nvPr/>
          </p:nvSpPr>
          <p:spPr>
            <a:xfrm>
              <a:off x="495695" y="3844178"/>
              <a:ext cx="4741309" cy="405843"/>
            </a:xfrm>
            <a:prstGeom prst="rect">
              <a:avLst/>
            </a:prstGeom>
            <a:solidFill>
              <a:srgbClr val="D5E5F5"/>
            </a:solidFill>
          </p:spPr>
          <p:txBody>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r>
                <a:rPr lang="en-US" altLang="en-US" sz="2400" b="1" dirty="0">
                  <a:solidFill>
                    <a:srgbClr val="85103F"/>
                  </a:solidFill>
                </a:rPr>
                <a:t>Step 4: CHILD DIAGRAM</a:t>
              </a:r>
              <a:endParaRPr lang="en-US" sz="2400" dirty="0"/>
            </a:p>
          </p:txBody>
        </p:sp>
      </p:grpSp>
      <p:sp>
        <p:nvSpPr>
          <p:cNvPr id="15" name="Title 1">
            <a:extLst>
              <a:ext uri="{FF2B5EF4-FFF2-40B4-BE49-F238E27FC236}">
                <a16:creationId xmlns:a16="http://schemas.microsoft.com/office/drawing/2014/main" id="{8AC8148E-90F3-B342-9A03-D25FCC0B1ED0}"/>
              </a:ext>
            </a:extLst>
          </p:cNvPr>
          <p:cNvSpPr txBox="1">
            <a:spLocks noChangeArrowheads="1"/>
          </p:cNvSpPr>
          <p:nvPr/>
        </p:nvSpPr>
        <p:spPr bwMode="auto">
          <a:xfrm>
            <a:off x="398276" y="669125"/>
            <a:ext cx="11395447" cy="913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4800" b="1" dirty="0">
                <a:solidFill>
                  <a:srgbClr val="85103F"/>
                </a:solidFill>
              </a:rPr>
              <a:t>7 STEPS OF CREATING DFD</a:t>
            </a:r>
            <a:endParaRPr lang="en-US" altLang="en-US" sz="48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2344862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3EAE533-75AA-5340-9ACB-DC7FFDBCE7D3}"/>
              </a:ext>
            </a:extLst>
          </p:cNvPr>
          <p:cNvSpPr txBox="1">
            <a:spLocks noChangeArrowheads="1"/>
          </p:cNvSpPr>
          <p:nvPr/>
        </p:nvSpPr>
        <p:spPr bwMode="auto">
          <a:xfrm>
            <a:off x="766084" y="2117475"/>
            <a:ext cx="10515600" cy="2125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lnSpc>
                <a:spcPct val="90000"/>
              </a:lnSpc>
            </a:pPr>
            <a:r>
              <a:rPr lang="en-US" altLang="en-US" sz="5400" b="1" dirty="0">
                <a:solidFill>
                  <a:srgbClr val="85103F"/>
                </a:solidFill>
              </a:rPr>
              <a:t>STEP 5:</a:t>
            </a:r>
          </a:p>
          <a:p>
            <a:pPr algn="ctr">
              <a:lnSpc>
                <a:spcPct val="90000"/>
              </a:lnSpc>
            </a:pPr>
            <a:r>
              <a:rPr lang="en-US" altLang="en-US" sz="5400" b="1" dirty="0">
                <a:solidFill>
                  <a:srgbClr val="85103F"/>
                </a:solidFill>
              </a:rPr>
              <a:t>CHECK FOR ERRORS</a:t>
            </a:r>
          </a:p>
          <a:p>
            <a:pPr algn="ctr">
              <a:lnSpc>
                <a:spcPct val="90000"/>
              </a:lnSpc>
            </a:pPr>
            <a:endParaRPr lang="en-US" altLang="en-US" sz="54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15310837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DATA FLOW DIAGRAM ERRORS</a:t>
            </a:r>
            <a:endParaRPr lang="en-US" altLang="en-US" sz="5400" dirty="0">
              <a:solidFill>
                <a:srgbClr val="85103F"/>
              </a:solidFill>
              <a:latin typeface="Calibri Light" panose="020F0302020204030204" pitchFamily="34" charset="0"/>
            </a:endParaRPr>
          </a:p>
        </p:txBody>
      </p:sp>
      <p:sp>
        <p:nvSpPr>
          <p:cNvPr id="4" name="Rectangle 3">
            <a:extLst>
              <a:ext uri="{FF2B5EF4-FFF2-40B4-BE49-F238E27FC236}">
                <a16:creationId xmlns:a16="http://schemas.microsoft.com/office/drawing/2014/main" id="{2D342983-A47C-7D4E-B03C-12A014297464}"/>
              </a:ext>
            </a:extLst>
          </p:cNvPr>
          <p:cNvSpPr txBox="1">
            <a:spLocks noChangeArrowheads="1"/>
          </p:cNvSpPr>
          <p:nvPr/>
        </p:nvSpPr>
        <p:spPr>
          <a:xfrm>
            <a:off x="519504" y="1568450"/>
            <a:ext cx="11131389" cy="5001419"/>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charset="2"/>
              <a:buChar char="²"/>
            </a:pPr>
            <a:r>
              <a:rPr lang="en-US" sz="3200" dirty="0"/>
              <a:t>Forgetting to include a data flow or pointing an arrow in the wrong direction</a:t>
            </a:r>
          </a:p>
          <a:p>
            <a:pPr>
              <a:buFont typeface="Wingdings" charset="2"/>
              <a:buChar char="²"/>
            </a:pPr>
            <a:r>
              <a:rPr lang="en-US" sz="3200" dirty="0"/>
              <a:t>Connecting data stores and external entities directly to each other</a:t>
            </a:r>
          </a:p>
          <a:p>
            <a:pPr>
              <a:buFont typeface="Wingdings" charset="2"/>
              <a:buChar char="²"/>
            </a:pPr>
            <a:r>
              <a:rPr lang="en-US" sz="3200" dirty="0"/>
              <a:t>Incorrectly labeling processes or data flow</a:t>
            </a:r>
          </a:p>
          <a:p>
            <a:pPr>
              <a:buFont typeface="Wingdings" charset="2"/>
              <a:buChar char="²"/>
            </a:pPr>
            <a:r>
              <a:rPr lang="en-US" sz="3200" dirty="0"/>
              <a:t>Including more than nine processes on a data flow diagram </a:t>
            </a:r>
          </a:p>
          <a:p>
            <a:pPr>
              <a:buFont typeface="Wingdings" charset="2"/>
              <a:buChar char="²"/>
            </a:pPr>
            <a:r>
              <a:rPr lang="en-US" sz="3200" dirty="0"/>
              <a:t>Omitting data flow</a:t>
            </a:r>
          </a:p>
          <a:p>
            <a:pPr>
              <a:buFont typeface="Wingdings" charset="2"/>
              <a:buChar char="²"/>
            </a:pPr>
            <a:r>
              <a:rPr lang="en-US" sz="3200" dirty="0"/>
              <a:t>Creating unbalanced decomposition (or explosion) in child diagrams</a:t>
            </a:r>
          </a:p>
          <a:p>
            <a:pPr>
              <a:buFont typeface="Wingdings" charset="2"/>
              <a:buChar char="²"/>
            </a:pPr>
            <a:endParaRPr lang="en-US" sz="3200" dirty="0"/>
          </a:p>
          <a:p>
            <a:pPr>
              <a:buFont typeface="Wingdings" charset="2"/>
              <a:buChar char="²"/>
            </a:pPr>
            <a:endParaRPr lang="en-US" sz="3200" dirty="0"/>
          </a:p>
        </p:txBody>
      </p:sp>
    </p:spTree>
    <p:extLst>
      <p:ext uri="{BB962C8B-B14F-4D97-AF65-F5344CB8AC3E}">
        <p14:creationId xmlns:p14="http://schemas.microsoft.com/office/powerpoint/2010/main" val="36280001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DATA FLOW DIAGRAM ERRORS</a:t>
            </a:r>
            <a:endParaRPr lang="en-US" altLang="en-US" sz="5400" dirty="0">
              <a:solidFill>
                <a:srgbClr val="85103F"/>
              </a:solidFill>
              <a:latin typeface="Calibri Light" panose="020F0302020204030204" pitchFamily="34" charset="0"/>
            </a:endParaRPr>
          </a:p>
        </p:txBody>
      </p:sp>
      <p:pic>
        <p:nvPicPr>
          <p:cNvPr id="3" name="Picture 2" descr="A screenshot of a cell phone&#10;&#10;Description automatically generated">
            <a:extLst>
              <a:ext uri="{FF2B5EF4-FFF2-40B4-BE49-F238E27FC236}">
                <a16:creationId xmlns:a16="http://schemas.microsoft.com/office/drawing/2014/main" id="{5835A9B6-BCCA-B743-A8D6-D76F9647CA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734" y="1257866"/>
            <a:ext cx="7534062" cy="5093826"/>
          </a:xfrm>
          <a:prstGeom prst="rect">
            <a:avLst/>
          </a:prstGeom>
        </p:spPr>
      </p:pic>
      <p:sp>
        <p:nvSpPr>
          <p:cNvPr id="6" name="TextBox 5">
            <a:extLst>
              <a:ext uri="{FF2B5EF4-FFF2-40B4-BE49-F238E27FC236}">
                <a16:creationId xmlns:a16="http://schemas.microsoft.com/office/drawing/2014/main" id="{D7EA184C-E54A-0049-84A8-8808789512E1}"/>
              </a:ext>
            </a:extLst>
          </p:cNvPr>
          <p:cNvSpPr txBox="1"/>
          <p:nvPr/>
        </p:nvSpPr>
        <p:spPr>
          <a:xfrm>
            <a:off x="7570343" y="2279512"/>
            <a:ext cx="4212404" cy="646331"/>
          </a:xfrm>
          <a:prstGeom prst="rect">
            <a:avLst/>
          </a:prstGeom>
          <a:noFill/>
        </p:spPr>
        <p:txBody>
          <a:bodyPr wrap="square" rtlCol="0">
            <a:spAutoFit/>
          </a:bodyPr>
          <a:lstStyle/>
          <a:p>
            <a:r>
              <a:rPr lang="en-US" dirty="0"/>
              <a:t>No process can have only output (</a:t>
            </a:r>
            <a:r>
              <a:rPr lang="en-US" b="1" dirty="0"/>
              <a:t>MIRACLE</a:t>
            </a:r>
            <a:r>
              <a:rPr lang="en-US" dirty="0"/>
              <a:t>)</a:t>
            </a:r>
          </a:p>
        </p:txBody>
      </p:sp>
      <p:sp>
        <p:nvSpPr>
          <p:cNvPr id="8" name="TextBox 7">
            <a:extLst>
              <a:ext uri="{FF2B5EF4-FFF2-40B4-BE49-F238E27FC236}">
                <a16:creationId xmlns:a16="http://schemas.microsoft.com/office/drawing/2014/main" id="{EC1427E6-EB41-E54A-A8E5-DA1212E2979D}"/>
              </a:ext>
            </a:extLst>
          </p:cNvPr>
          <p:cNvSpPr txBox="1"/>
          <p:nvPr/>
        </p:nvSpPr>
        <p:spPr>
          <a:xfrm>
            <a:off x="7570343" y="3687001"/>
            <a:ext cx="4212404" cy="646331"/>
          </a:xfrm>
          <a:prstGeom prst="rect">
            <a:avLst/>
          </a:prstGeom>
          <a:noFill/>
        </p:spPr>
        <p:txBody>
          <a:bodyPr wrap="square" rtlCol="0">
            <a:spAutoFit/>
          </a:bodyPr>
          <a:lstStyle/>
          <a:p>
            <a:r>
              <a:rPr lang="en-US" dirty="0"/>
              <a:t>No process can have only input (</a:t>
            </a:r>
            <a:r>
              <a:rPr lang="en-US" b="1" dirty="0"/>
              <a:t>BLACK HOLE</a:t>
            </a:r>
            <a:r>
              <a:rPr lang="en-US" dirty="0"/>
              <a:t>)</a:t>
            </a:r>
          </a:p>
        </p:txBody>
      </p:sp>
      <p:sp>
        <p:nvSpPr>
          <p:cNvPr id="9" name="TextBox 8">
            <a:extLst>
              <a:ext uri="{FF2B5EF4-FFF2-40B4-BE49-F238E27FC236}">
                <a16:creationId xmlns:a16="http://schemas.microsoft.com/office/drawing/2014/main" id="{4F22B2EE-53C4-D74D-8D24-5F3C43174D69}"/>
              </a:ext>
            </a:extLst>
          </p:cNvPr>
          <p:cNvSpPr txBox="1"/>
          <p:nvPr/>
        </p:nvSpPr>
        <p:spPr>
          <a:xfrm>
            <a:off x="7570343" y="4783772"/>
            <a:ext cx="4212404" cy="1477328"/>
          </a:xfrm>
          <a:prstGeom prst="rect">
            <a:avLst/>
          </a:prstGeom>
          <a:noFill/>
        </p:spPr>
        <p:txBody>
          <a:bodyPr wrap="square" rtlCol="0">
            <a:spAutoFit/>
          </a:bodyPr>
          <a:lstStyle/>
          <a:p>
            <a:r>
              <a:rPr lang="en-US" dirty="0"/>
              <a:t>Data cannot move directly from one data store to another data store – must be moved by a process that receives (input) and place it into another data store (output)</a:t>
            </a:r>
          </a:p>
        </p:txBody>
      </p:sp>
      <p:sp>
        <p:nvSpPr>
          <p:cNvPr id="2" name="Rectangle 1">
            <a:extLst>
              <a:ext uri="{FF2B5EF4-FFF2-40B4-BE49-F238E27FC236}">
                <a16:creationId xmlns:a16="http://schemas.microsoft.com/office/drawing/2014/main" id="{C3D13FEB-27E8-7442-AD0F-6B2FD7D8FFE2}"/>
              </a:ext>
            </a:extLst>
          </p:cNvPr>
          <p:cNvSpPr/>
          <p:nvPr/>
        </p:nvSpPr>
        <p:spPr>
          <a:xfrm>
            <a:off x="4353339" y="2027583"/>
            <a:ext cx="2574235" cy="1162878"/>
          </a:xfrm>
          <a:prstGeom prst="rect">
            <a:avLst/>
          </a:prstGeom>
          <a:solidFill>
            <a:srgbClr val="FEEB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06159DD-E1D0-EF46-85D6-120E3FB5742C}"/>
              </a:ext>
            </a:extLst>
          </p:cNvPr>
          <p:cNvSpPr/>
          <p:nvPr/>
        </p:nvSpPr>
        <p:spPr>
          <a:xfrm>
            <a:off x="4396409" y="3378632"/>
            <a:ext cx="2574235" cy="1162878"/>
          </a:xfrm>
          <a:prstGeom prst="rect">
            <a:avLst/>
          </a:prstGeom>
          <a:solidFill>
            <a:srgbClr val="FEEB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5CC8E2B-FB40-4044-91A8-F8306B8D277F}"/>
              </a:ext>
            </a:extLst>
          </p:cNvPr>
          <p:cNvSpPr/>
          <p:nvPr/>
        </p:nvSpPr>
        <p:spPr>
          <a:xfrm>
            <a:off x="4167809" y="4729681"/>
            <a:ext cx="3137452" cy="1477328"/>
          </a:xfrm>
          <a:prstGeom prst="rect">
            <a:avLst/>
          </a:prstGeom>
          <a:solidFill>
            <a:srgbClr val="FEEB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06907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10"/>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2" grpId="0" animBg="1"/>
      <p:bldP spid="10" grpId="1" animBg="1"/>
      <p:bldP spid="1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DATA FLOW DIAGRAM ERRORS</a:t>
            </a:r>
            <a:endParaRPr lang="en-US" altLang="en-US" sz="5400" dirty="0">
              <a:solidFill>
                <a:srgbClr val="85103F"/>
              </a:solidFill>
              <a:latin typeface="Calibri Light" panose="020F0302020204030204" pitchFamily="34" charset="0"/>
            </a:endParaRPr>
          </a:p>
        </p:txBody>
      </p:sp>
      <p:pic>
        <p:nvPicPr>
          <p:cNvPr id="3" name="Picture 2" descr="A picture containing screenshot&#10;&#10;Description automatically generated">
            <a:extLst>
              <a:ext uri="{FF2B5EF4-FFF2-40B4-BE49-F238E27FC236}">
                <a16:creationId xmlns:a16="http://schemas.microsoft.com/office/drawing/2014/main" id="{2A9D0247-1F42-D443-A3CA-00EE69C1FF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265" y="1444540"/>
            <a:ext cx="7573479" cy="4816560"/>
          </a:xfrm>
          <a:prstGeom prst="rect">
            <a:avLst/>
          </a:prstGeom>
        </p:spPr>
      </p:pic>
      <p:sp>
        <p:nvSpPr>
          <p:cNvPr id="5" name="TextBox 4">
            <a:extLst>
              <a:ext uri="{FF2B5EF4-FFF2-40B4-BE49-F238E27FC236}">
                <a16:creationId xmlns:a16="http://schemas.microsoft.com/office/drawing/2014/main" id="{344179DA-D38E-CD4F-8D83-B22313DE59CC}"/>
              </a:ext>
            </a:extLst>
          </p:cNvPr>
          <p:cNvSpPr txBox="1"/>
          <p:nvPr/>
        </p:nvSpPr>
        <p:spPr>
          <a:xfrm>
            <a:off x="7589551" y="1931123"/>
            <a:ext cx="4212404" cy="1077218"/>
          </a:xfrm>
          <a:prstGeom prst="rect">
            <a:avLst/>
          </a:prstGeom>
          <a:noFill/>
        </p:spPr>
        <p:txBody>
          <a:bodyPr wrap="square" rtlCol="0">
            <a:spAutoFit/>
          </a:bodyPr>
          <a:lstStyle/>
          <a:p>
            <a:r>
              <a:rPr lang="en-US" sz="1600" dirty="0"/>
              <a:t>Data cannot move directly from an external entity to a data store – must be moved by a process that receives (input)from entity and place it into the data store (output)</a:t>
            </a:r>
          </a:p>
        </p:txBody>
      </p:sp>
      <p:sp>
        <p:nvSpPr>
          <p:cNvPr id="6" name="TextBox 5">
            <a:extLst>
              <a:ext uri="{FF2B5EF4-FFF2-40B4-BE49-F238E27FC236}">
                <a16:creationId xmlns:a16="http://schemas.microsoft.com/office/drawing/2014/main" id="{CF6224CA-0462-6C42-865B-BF658579402C}"/>
              </a:ext>
            </a:extLst>
          </p:cNvPr>
          <p:cNvSpPr txBox="1"/>
          <p:nvPr/>
        </p:nvSpPr>
        <p:spPr>
          <a:xfrm>
            <a:off x="7589551" y="3326670"/>
            <a:ext cx="4212404" cy="1077218"/>
          </a:xfrm>
          <a:prstGeom prst="rect">
            <a:avLst/>
          </a:prstGeom>
          <a:noFill/>
        </p:spPr>
        <p:txBody>
          <a:bodyPr wrap="square" rtlCol="0">
            <a:spAutoFit/>
          </a:bodyPr>
          <a:lstStyle/>
          <a:p>
            <a:r>
              <a:rPr lang="en-US" sz="1600" dirty="0"/>
              <a:t>Data cannot move directly from one entity to another entity – must be moved by a process that receives (input entity) and place it into another entity (output)</a:t>
            </a:r>
          </a:p>
        </p:txBody>
      </p:sp>
      <p:sp>
        <p:nvSpPr>
          <p:cNvPr id="7" name="TextBox 6">
            <a:extLst>
              <a:ext uri="{FF2B5EF4-FFF2-40B4-BE49-F238E27FC236}">
                <a16:creationId xmlns:a16="http://schemas.microsoft.com/office/drawing/2014/main" id="{7925CEAE-DDF6-E14F-B45E-4407B604B3EB}"/>
              </a:ext>
            </a:extLst>
          </p:cNvPr>
          <p:cNvSpPr txBox="1"/>
          <p:nvPr/>
        </p:nvSpPr>
        <p:spPr>
          <a:xfrm>
            <a:off x="7590211" y="4609219"/>
            <a:ext cx="4212404" cy="1077218"/>
          </a:xfrm>
          <a:prstGeom prst="rect">
            <a:avLst/>
          </a:prstGeom>
          <a:noFill/>
        </p:spPr>
        <p:txBody>
          <a:bodyPr wrap="square" rtlCol="0">
            <a:spAutoFit/>
          </a:bodyPr>
          <a:lstStyle/>
          <a:p>
            <a:r>
              <a:rPr lang="en-US" sz="1600" dirty="0"/>
              <a:t>Data cannot move directly from a data store to an external entity – must be moved by a process that receives (input)from data store and place it into the entity (output)</a:t>
            </a:r>
          </a:p>
        </p:txBody>
      </p:sp>
      <p:sp>
        <p:nvSpPr>
          <p:cNvPr id="8" name="Rectangle 7">
            <a:extLst>
              <a:ext uri="{FF2B5EF4-FFF2-40B4-BE49-F238E27FC236}">
                <a16:creationId xmlns:a16="http://schemas.microsoft.com/office/drawing/2014/main" id="{E06E315B-CB0A-C048-A359-298868F5B1D2}"/>
              </a:ext>
            </a:extLst>
          </p:cNvPr>
          <p:cNvSpPr/>
          <p:nvPr/>
        </p:nvSpPr>
        <p:spPr>
          <a:xfrm>
            <a:off x="3885003" y="2027582"/>
            <a:ext cx="3628979" cy="1222514"/>
          </a:xfrm>
          <a:prstGeom prst="rect">
            <a:avLst/>
          </a:prstGeom>
          <a:solidFill>
            <a:srgbClr val="FEEB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025DEFA-A627-5B40-8372-4F7558927377}"/>
              </a:ext>
            </a:extLst>
          </p:cNvPr>
          <p:cNvSpPr/>
          <p:nvPr/>
        </p:nvSpPr>
        <p:spPr>
          <a:xfrm>
            <a:off x="4008782" y="3414111"/>
            <a:ext cx="3356113" cy="939227"/>
          </a:xfrm>
          <a:prstGeom prst="rect">
            <a:avLst/>
          </a:prstGeom>
          <a:solidFill>
            <a:srgbClr val="FEEB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C0FF643-C007-DF44-9752-B8EE62703A68}"/>
              </a:ext>
            </a:extLst>
          </p:cNvPr>
          <p:cNvSpPr/>
          <p:nvPr/>
        </p:nvSpPr>
        <p:spPr>
          <a:xfrm>
            <a:off x="4008782" y="4462313"/>
            <a:ext cx="3505200" cy="1630373"/>
          </a:xfrm>
          <a:prstGeom prst="rect">
            <a:avLst/>
          </a:prstGeom>
          <a:solidFill>
            <a:srgbClr val="FEEB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70866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animBg="1"/>
      <p:bldP spid="9" grpId="0" animBg="1"/>
      <p:bldP spid="10"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DATA FLOW DIAGRAM ERRORS</a:t>
            </a:r>
            <a:endParaRPr lang="en-US" altLang="en-US" sz="5400" dirty="0">
              <a:solidFill>
                <a:srgbClr val="85103F"/>
              </a:solidFill>
              <a:latin typeface="Calibri Light" panose="020F0302020204030204" pitchFamily="34" charset="0"/>
            </a:endParaRPr>
          </a:p>
        </p:txBody>
      </p:sp>
      <p:pic>
        <p:nvPicPr>
          <p:cNvPr id="3" name="Picture 2" descr="A screenshot of a cell phone&#10;&#10;Description automatically generated">
            <a:extLst>
              <a:ext uri="{FF2B5EF4-FFF2-40B4-BE49-F238E27FC236}">
                <a16:creationId xmlns:a16="http://schemas.microsoft.com/office/drawing/2014/main" id="{27BF3C24-67F0-EB40-87B0-D12B332EB3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565" y="1354190"/>
            <a:ext cx="7828392" cy="4738385"/>
          </a:xfrm>
          <a:prstGeom prst="rect">
            <a:avLst/>
          </a:prstGeom>
        </p:spPr>
      </p:pic>
      <p:sp>
        <p:nvSpPr>
          <p:cNvPr id="9" name="TextBox 8">
            <a:extLst>
              <a:ext uri="{FF2B5EF4-FFF2-40B4-BE49-F238E27FC236}">
                <a16:creationId xmlns:a16="http://schemas.microsoft.com/office/drawing/2014/main" id="{75C4ABF5-CDAE-2C49-8760-C7C094F7EFBD}"/>
              </a:ext>
            </a:extLst>
          </p:cNvPr>
          <p:cNvSpPr txBox="1"/>
          <p:nvPr/>
        </p:nvSpPr>
        <p:spPr>
          <a:xfrm>
            <a:off x="7907677" y="2034001"/>
            <a:ext cx="4212404" cy="1246495"/>
          </a:xfrm>
          <a:prstGeom prst="rect">
            <a:avLst/>
          </a:prstGeom>
          <a:noFill/>
        </p:spPr>
        <p:txBody>
          <a:bodyPr wrap="square" rtlCol="0">
            <a:spAutoFit/>
          </a:bodyPr>
          <a:lstStyle/>
          <a:p>
            <a:r>
              <a:rPr lang="en-US" sz="1500" dirty="0"/>
              <a:t>A data flow has only one direction between symbols. It may flow in both direction between  process and a data store to show a READ before an UPDATE, thus two separate arrow is needed to show that the data flow occur at different time.</a:t>
            </a:r>
          </a:p>
        </p:txBody>
      </p:sp>
      <p:sp>
        <p:nvSpPr>
          <p:cNvPr id="10" name="TextBox 9">
            <a:extLst>
              <a:ext uri="{FF2B5EF4-FFF2-40B4-BE49-F238E27FC236}">
                <a16:creationId xmlns:a16="http://schemas.microsoft.com/office/drawing/2014/main" id="{5E0A2800-F1CF-5D44-B69D-5A104CA0A3E9}"/>
              </a:ext>
            </a:extLst>
          </p:cNvPr>
          <p:cNvSpPr txBox="1"/>
          <p:nvPr/>
        </p:nvSpPr>
        <p:spPr>
          <a:xfrm>
            <a:off x="7907677" y="4037786"/>
            <a:ext cx="4212404" cy="1246495"/>
          </a:xfrm>
          <a:prstGeom prst="rect">
            <a:avLst/>
          </a:prstGeom>
          <a:noFill/>
        </p:spPr>
        <p:txBody>
          <a:bodyPr wrap="square" rtlCol="0">
            <a:spAutoFit/>
          </a:bodyPr>
          <a:lstStyle/>
          <a:p>
            <a:r>
              <a:rPr lang="en-US" sz="1500" dirty="0"/>
              <a:t>A </a:t>
            </a:r>
            <a:r>
              <a:rPr lang="en-US" sz="1500" b="1" dirty="0"/>
              <a:t>FORK</a:t>
            </a:r>
            <a:r>
              <a:rPr lang="en-US" sz="1500" dirty="0"/>
              <a:t> in a data flow means that exactly the same data goes from a common location to two or more different processes, data stores or sources. This indicate different copies of the same data goes to different places.</a:t>
            </a:r>
          </a:p>
        </p:txBody>
      </p:sp>
      <p:sp>
        <p:nvSpPr>
          <p:cNvPr id="6" name="Rectangle 5">
            <a:extLst>
              <a:ext uri="{FF2B5EF4-FFF2-40B4-BE49-F238E27FC236}">
                <a16:creationId xmlns:a16="http://schemas.microsoft.com/office/drawing/2014/main" id="{D5664CC8-F4C2-D947-A36D-360058C6BCE6}"/>
              </a:ext>
            </a:extLst>
          </p:cNvPr>
          <p:cNvSpPr/>
          <p:nvPr/>
        </p:nvSpPr>
        <p:spPr>
          <a:xfrm>
            <a:off x="4254161" y="2064454"/>
            <a:ext cx="3438725" cy="1106129"/>
          </a:xfrm>
          <a:prstGeom prst="rect">
            <a:avLst/>
          </a:prstGeom>
          <a:solidFill>
            <a:srgbClr val="FEEB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CF4317F-6BF5-1445-A325-A54A5650DD59}"/>
              </a:ext>
            </a:extLst>
          </p:cNvPr>
          <p:cNvSpPr/>
          <p:nvPr/>
        </p:nvSpPr>
        <p:spPr>
          <a:xfrm>
            <a:off x="4284324" y="3470862"/>
            <a:ext cx="3137452" cy="2194441"/>
          </a:xfrm>
          <a:prstGeom prst="rect">
            <a:avLst/>
          </a:prstGeom>
          <a:solidFill>
            <a:srgbClr val="FEEB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8927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6" grpId="0" animBg="1"/>
      <p:bldP spid="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DATA FLOW DIAGRAM ERRORS</a:t>
            </a:r>
            <a:endParaRPr lang="en-US" altLang="en-US" sz="5400" dirty="0">
              <a:solidFill>
                <a:srgbClr val="85103F"/>
              </a:solidFill>
              <a:latin typeface="Calibri Light" panose="020F0302020204030204" pitchFamily="34" charset="0"/>
            </a:endParaRPr>
          </a:p>
        </p:txBody>
      </p:sp>
      <p:pic>
        <p:nvPicPr>
          <p:cNvPr id="3" name="Picture 2" descr="A close up of a piece of paper&#10;&#10;Description automatically generated">
            <a:extLst>
              <a:ext uri="{FF2B5EF4-FFF2-40B4-BE49-F238E27FC236}">
                <a16:creationId xmlns:a16="http://schemas.microsoft.com/office/drawing/2014/main" id="{6B48FFD8-571E-C243-B409-4F27933215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7038" y="1568450"/>
            <a:ext cx="7187288" cy="4751798"/>
          </a:xfrm>
          <a:prstGeom prst="rect">
            <a:avLst/>
          </a:prstGeom>
        </p:spPr>
      </p:pic>
      <p:sp>
        <p:nvSpPr>
          <p:cNvPr id="5" name="TextBox 4">
            <a:extLst>
              <a:ext uri="{FF2B5EF4-FFF2-40B4-BE49-F238E27FC236}">
                <a16:creationId xmlns:a16="http://schemas.microsoft.com/office/drawing/2014/main" id="{BE75F953-E3FA-A647-B049-3D43094CB6B9}"/>
              </a:ext>
            </a:extLst>
          </p:cNvPr>
          <p:cNvSpPr txBox="1"/>
          <p:nvPr/>
        </p:nvSpPr>
        <p:spPr>
          <a:xfrm>
            <a:off x="7552558" y="4544541"/>
            <a:ext cx="4212404" cy="1246495"/>
          </a:xfrm>
          <a:prstGeom prst="rect">
            <a:avLst/>
          </a:prstGeom>
          <a:noFill/>
        </p:spPr>
        <p:txBody>
          <a:bodyPr wrap="square" rtlCol="0">
            <a:spAutoFit/>
          </a:bodyPr>
          <a:lstStyle/>
          <a:p>
            <a:r>
              <a:rPr lang="en-US" sz="1500" dirty="0"/>
              <a:t>A data flow CANNOT go directly back to the same process it leaves. There MUST be at least one other process that handle the data flow, produces some other data flow and returns original data flow to the beginning process.</a:t>
            </a:r>
          </a:p>
        </p:txBody>
      </p:sp>
      <p:sp>
        <p:nvSpPr>
          <p:cNvPr id="6" name="TextBox 5">
            <a:extLst>
              <a:ext uri="{FF2B5EF4-FFF2-40B4-BE49-F238E27FC236}">
                <a16:creationId xmlns:a16="http://schemas.microsoft.com/office/drawing/2014/main" id="{5DD6487B-DCB5-C047-B259-9F9F25DBB80E}"/>
              </a:ext>
            </a:extLst>
          </p:cNvPr>
          <p:cNvSpPr txBox="1"/>
          <p:nvPr/>
        </p:nvSpPr>
        <p:spPr>
          <a:xfrm>
            <a:off x="7552558" y="2540000"/>
            <a:ext cx="4212404" cy="830997"/>
          </a:xfrm>
          <a:prstGeom prst="rect">
            <a:avLst/>
          </a:prstGeom>
          <a:noFill/>
        </p:spPr>
        <p:txBody>
          <a:bodyPr wrap="square" rtlCol="0">
            <a:spAutoFit/>
          </a:bodyPr>
          <a:lstStyle/>
          <a:p>
            <a:r>
              <a:rPr lang="en-US" sz="1600" dirty="0"/>
              <a:t>A </a:t>
            </a:r>
            <a:r>
              <a:rPr lang="en-US" sz="1600" b="1" dirty="0"/>
              <a:t>JOIN</a:t>
            </a:r>
            <a:r>
              <a:rPr lang="en-US" sz="1600" dirty="0"/>
              <a:t> in a data flow means that exactly the same data come from any of two or more different processes, data stores or sources. </a:t>
            </a:r>
          </a:p>
        </p:txBody>
      </p:sp>
      <p:sp>
        <p:nvSpPr>
          <p:cNvPr id="7" name="Rectangle 6">
            <a:extLst>
              <a:ext uri="{FF2B5EF4-FFF2-40B4-BE49-F238E27FC236}">
                <a16:creationId xmlns:a16="http://schemas.microsoft.com/office/drawing/2014/main" id="{036B2994-5251-E041-8742-E05AEFA5B335}"/>
              </a:ext>
            </a:extLst>
          </p:cNvPr>
          <p:cNvSpPr/>
          <p:nvPr/>
        </p:nvSpPr>
        <p:spPr>
          <a:xfrm>
            <a:off x="4224246" y="2079292"/>
            <a:ext cx="3137452" cy="1954406"/>
          </a:xfrm>
          <a:prstGeom prst="rect">
            <a:avLst/>
          </a:prstGeom>
          <a:solidFill>
            <a:srgbClr val="FEEB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423924BE-1E61-4A4A-9FD3-52E24833339F}"/>
              </a:ext>
            </a:extLst>
          </p:cNvPr>
          <p:cNvSpPr/>
          <p:nvPr/>
        </p:nvSpPr>
        <p:spPr>
          <a:xfrm>
            <a:off x="4224246" y="4183029"/>
            <a:ext cx="3137452" cy="1954406"/>
          </a:xfrm>
          <a:prstGeom prst="rect">
            <a:avLst/>
          </a:prstGeom>
          <a:solidFill>
            <a:srgbClr val="FEEBD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35596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385941" y="462655"/>
            <a:ext cx="11573178"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4800" b="1" dirty="0">
                <a:solidFill>
                  <a:srgbClr val="85103F"/>
                </a:solidFill>
              </a:rPr>
              <a:t>CHECKING THE DIAGRAMS FOR ERRORS – Common Mistakes</a:t>
            </a:r>
            <a:endParaRPr lang="en-US" altLang="en-US" sz="4800" dirty="0">
              <a:solidFill>
                <a:srgbClr val="85103F"/>
              </a:solidFill>
              <a:latin typeface="Calibri Light" panose="020F0302020204030204" pitchFamily="34" charset="0"/>
            </a:endParaRPr>
          </a:p>
        </p:txBody>
      </p:sp>
      <p:pic>
        <p:nvPicPr>
          <p:cNvPr id="3" name="Picture 6">
            <a:extLst>
              <a:ext uri="{FF2B5EF4-FFF2-40B4-BE49-F238E27FC236}">
                <a16:creationId xmlns:a16="http://schemas.microsoft.com/office/drawing/2014/main" id="{56B89470-1284-0840-8294-BB5BBE115C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764" y="2250929"/>
            <a:ext cx="6363146" cy="3902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38002B9B-E174-7F49-B6EF-3E186E82AB58}"/>
              </a:ext>
            </a:extLst>
          </p:cNvPr>
          <p:cNvSpPr txBox="1">
            <a:spLocks noChangeArrowheads="1"/>
          </p:cNvSpPr>
          <p:nvPr/>
        </p:nvSpPr>
        <p:spPr>
          <a:xfrm>
            <a:off x="7191910" y="2638014"/>
            <a:ext cx="4924746" cy="790986"/>
          </a:xfrm>
          <a:prstGeom prst="rect">
            <a:avLst/>
          </a:prstGeom>
          <a:solidFill>
            <a:srgbClr val="FFF3E4"/>
          </a:solidFill>
        </p:spPr>
        <p:txBody>
          <a:bodyPr anchor="ct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BLACK HOLE (process with input data flow ONLY – NO output flow)</a:t>
            </a:r>
          </a:p>
        </p:txBody>
      </p:sp>
      <p:sp>
        <p:nvSpPr>
          <p:cNvPr id="2" name="Rectangle 1">
            <a:extLst>
              <a:ext uri="{FF2B5EF4-FFF2-40B4-BE49-F238E27FC236}">
                <a16:creationId xmlns:a16="http://schemas.microsoft.com/office/drawing/2014/main" id="{98C9EDF7-7039-E445-AA06-A0A4038A53AF}"/>
              </a:ext>
            </a:extLst>
          </p:cNvPr>
          <p:cNvSpPr/>
          <p:nvPr/>
        </p:nvSpPr>
        <p:spPr>
          <a:xfrm>
            <a:off x="7225083" y="2116746"/>
            <a:ext cx="1675780" cy="646331"/>
          </a:xfrm>
          <a:prstGeom prst="rect">
            <a:avLst/>
          </a:prstGeom>
        </p:spPr>
        <p:txBody>
          <a:bodyPr wrap="none">
            <a:spAutoFit/>
          </a:bodyPr>
          <a:lstStyle/>
          <a:p>
            <a:r>
              <a:rPr lang="en-US" sz="3600" dirty="0"/>
              <a:t>ERROR?</a:t>
            </a:r>
          </a:p>
        </p:txBody>
      </p:sp>
      <p:sp>
        <p:nvSpPr>
          <p:cNvPr id="7" name="Rectangle 6">
            <a:extLst>
              <a:ext uri="{FF2B5EF4-FFF2-40B4-BE49-F238E27FC236}">
                <a16:creationId xmlns:a16="http://schemas.microsoft.com/office/drawing/2014/main" id="{49DBB075-97AB-1F49-BD90-DB4FFBA902CA}"/>
              </a:ext>
            </a:extLst>
          </p:cNvPr>
          <p:cNvSpPr/>
          <p:nvPr/>
        </p:nvSpPr>
        <p:spPr>
          <a:xfrm>
            <a:off x="7191910" y="3627102"/>
            <a:ext cx="3135410" cy="646331"/>
          </a:xfrm>
          <a:prstGeom prst="rect">
            <a:avLst/>
          </a:prstGeom>
        </p:spPr>
        <p:txBody>
          <a:bodyPr wrap="none">
            <a:spAutoFit/>
          </a:bodyPr>
          <a:lstStyle/>
          <a:p>
            <a:r>
              <a:rPr lang="en-US" sz="3600" dirty="0"/>
              <a:t>HOW TO FIX IT?</a:t>
            </a:r>
          </a:p>
        </p:txBody>
      </p:sp>
      <p:sp>
        <p:nvSpPr>
          <p:cNvPr id="8" name="Rectangle 3">
            <a:extLst>
              <a:ext uri="{FF2B5EF4-FFF2-40B4-BE49-F238E27FC236}">
                <a16:creationId xmlns:a16="http://schemas.microsoft.com/office/drawing/2014/main" id="{6A41989E-7E1B-9045-BAC4-8AA6DF84E39F}"/>
              </a:ext>
            </a:extLst>
          </p:cNvPr>
          <p:cNvSpPr txBox="1">
            <a:spLocks noChangeArrowheads="1"/>
          </p:cNvSpPr>
          <p:nvPr/>
        </p:nvSpPr>
        <p:spPr>
          <a:xfrm>
            <a:off x="7267254" y="4195358"/>
            <a:ext cx="4924746" cy="1012745"/>
          </a:xfrm>
          <a:prstGeom prst="rect">
            <a:avLst/>
          </a:prstGeom>
          <a:solidFill>
            <a:srgbClr val="FFF3E4"/>
          </a:solidFill>
        </p:spPr>
        <p:txBody>
          <a:bodyPr anchor="ct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Identify an output data flow.</a:t>
            </a:r>
          </a:p>
          <a:p>
            <a:pPr marL="0" indent="0">
              <a:buNone/>
            </a:pPr>
            <a:r>
              <a:rPr lang="en-US" sz="2000" dirty="0"/>
              <a:t>Note: EVERY PROCESS MUST have input and output flow</a:t>
            </a:r>
          </a:p>
        </p:txBody>
      </p:sp>
    </p:spTree>
    <p:extLst>
      <p:ext uri="{BB962C8B-B14F-4D97-AF65-F5344CB8AC3E}">
        <p14:creationId xmlns:p14="http://schemas.microsoft.com/office/powerpoint/2010/main" val="1010414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a:extLst>
              <a:ext uri="{FF2B5EF4-FFF2-40B4-BE49-F238E27FC236}">
                <a16:creationId xmlns:a16="http://schemas.microsoft.com/office/drawing/2014/main" id="{9786AA06-913A-E14E-8B05-4E1A8C7882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343" y="1720547"/>
            <a:ext cx="5870325" cy="4484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
            <a:extLst>
              <a:ext uri="{FF2B5EF4-FFF2-40B4-BE49-F238E27FC236}">
                <a16:creationId xmlns:a16="http://schemas.microsoft.com/office/drawing/2014/main" id="{81208426-E10D-384A-94CF-669F05E05747}"/>
              </a:ext>
            </a:extLst>
          </p:cNvPr>
          <p:cNvSpPr txBox="1">
            <a:spLocks noChangeArrowheads="1"/>
          </p:cNvSpPr>
          <p:nvPr/>
        </p:nvSpPr>
        <p:spPr>
          <a:xfrm>
            <a:off x="7191910" y="2628645"/>
            <a:ext cx="4947007" cy="714329"/>
          </a:xfrm>
          <a:prstGeom prst="rect">
            <a:avLst/>
          </a:prstGeom>
          <a:solidFill>
            <a:srgbClr val="FFF3E4"/>
          </a:solidFill>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Connecting data stores to another data store directly to each other</a:t>
            </a:r>
          </a:p>
        </p:txBody>
      </p:sp>
      <p:sp>
        <p:nvSpPr>
          <p:cNvPr id="6" name="Title 1">
            <a:extLst>
              <a:ext uri="{FF2B5EF4-FFF2-40B4-BE49-F238E27FC236}">
                <a16:creationId xmlns:a16="http://schemas.microsoft.com/office/drawing/2014/main" id="{9F4DB60E-D55A-7D43-8C5B-EB25C27CBF81}"/>
              </a:ext>
            </a:extLst>
          </p:cNvPr>
          <p:cNvSpPr txBox="1">
            <a:spLocks noChangeArrowheads="1"/>
          </p:cNvSpPr>
          <p:nvPr/>
        </p:nvSpPr>
        <p:spPr bwMode="auto">
          <a:xfrm>
            <a:off x="385941" y="462655"/>
            <a:ext cx="11573178"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4800" b="1" dirty="0">
                <a:solidFill>
                  <a:srgbClr val="85103F"/>
                </a:solidFill>
              </a:rPr>
              <a:t>CHECKING THE DIAGRAMS FOR ERRORS – Common Mistakes</a:t>
            </a:r>
            <a:endParaRPr lang="en-US" altLang="en-US" sz="4800" dirty="0">
              <a:solidFill>
                <a:srgbClr val="85103F"/>
              </a:solidFill>
              <a:latin typeface="Calibri Light" panose="020F0302020204030204" pitchFamily="34" charset="0"/>
            </a:endParaRPr>
          </a:p>
        </p:txBody>
      </p:sp>
      <p:sp>
        <p:nvSpPr>
          <p:cNvPr id="9" name="Rectangle 8">
            <a:extLst>
              <a:ext uri="{FF2B5EF4-FFF2-40B4-BE49-F238E27FC236}">
                <a16:creationId xmlns:a16="http://schemas.microsoft.com/office/drawing/2014/main" id="{3099CB51-850E-854F-A5E8-8D0F8D76E2A4}"/>
              </a:ext>
            </a:extLst>
          </p:cNvPr>
          <p:cNvSpPr/>
          <p:nvPr/>
        </p:nvSpPr>
        <p:spPr>
          <a:xfrm>
            <a:off x="7225083" y="2116746"/>
            <a:ext cx="1675780" cy="646331"/>
          </a:xfrm>
          <a:prstGeom prst="rect">
            <a:avLst/>
          </a:prstGeom>
        </p:spPr>
        <p:txBody>
          <a:bodyPr wrap="none">
            <a:spAutoFit/>
          </a:bodyPr>
          <a:lstStyle/>
          <a:p>
            <a:r>
              <a:rPr lang="en-US" sz="3600" dirty="0"/>
              <a:t>ERROR?</a:t>
            </a:r>
          </a:p>
        </p:txBody>
      </p:sp>
      <p:sp>
        <p:nvSpPr>
          <p:cNvPr id="10" name="Rectangle 9">
            <a:extLst>
              <a:ext uri="{FF2B5EF4-FFF2-40B4-BE49-F238E27FC236}">
                <a16:creationId xmlns:a16="http://schemas.microsoft.com/office/drawing/2014/main" id="{E6FA6ED6-30CE-0D4B-85FC-24B8A885BACC}"/>
              </a:ext>
            </a:extLst>
          </p:cNvPr>
          <p:cNvSpPr/>
          <p:nvPr/>
        </p:nvSpPr>
        <p:spPr>
          <a:xfrm>
            <a:off x="7191910" y="3627102"/>
            <a:ext cx="3135410" cy="646331"/>
          </a:xfrm>
          <a:prstGeom prst="rect">
            <a:avLst/>
          </a:prstGeom>
        </p:spPr>
        <p:txBody>
          <a:bodyPr wrap="none">
            <a:spAutoFit/>
          </a:bodyPr>
          <a:lstStyle/>
          <a:p>
            <a:r>
              <a:rPr lang="en-US" sz="3600" dirty="0"/>
              <a:t>HOW TO FIX IT?</a:t>
            </a:r>
          </a:p>
        </p:txBody>
      </p:sp>
      <p:sp>
        <p:nvSpPr>
          <p:cNvPr id="11" name="Rectangle 3">
            <a:extLst>
              <a:ext uri="{FF2B5EF4-FFF2-40B4-BE49-F238E27FC236}">
                <a16:creationId xmlns:a16="http://schemas.microsoft.com/office/drawing/2014/main" id="{B25997B3-588B-EB49-8D23-E6DCA81AC0E2}"/>
              </a:ext>
            </a:extLst>
          </p:cNvPr>
          <p:cNvSpPr txBox="1">
            <a:spLocks noChangeArrowheads="1"/>
          </p:cNvSpPr>
          <p:nvPr/>
        </p:nvSpPr>
        <p:spPr>
          <a:xfrm>
            <a:off x="7225083" y="4195358"/>
            <a:ext cx="4924746" cy="2010157"/>
          </a:xfrm>
          <a:prstGeom prst="rect">
            <a:avLst/>
          </a:prstGeom>
          <a:solidFill>
            <a:srgbClr val="FFF3E4"/>
          </a:solidFill>
        </p:spPr>
        <p:txBody>
          <a:bodyPr anchor="ct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Identify a PROCESS that receive the INPUT DATA FLOW from DATA STORE D1 and change it into an OUTPUT DATA FLOW to DATA STORE D2. </a:t>
            </a:r>
          </a:p>
          <a:p>
            <a:pPr marL="0" indent="0">
              <a:buNone/>
            </a:pPr>
            <a:r>
              <a:rPr lang="en-US" sz="2000" dirty="0"/>
              <a:t>Note: Every DATA from DATA STORE must go though a PROCESS.</a:t>
            </a:r>
          </a:p>
        </p:txBody>
      </p:sp>
    </p:spTree>
    <p:extLst>
      <p:ext uri="{BB962C8B-B14F-4D97-AF65-F5344CB8AC3E}">
        <p14:creationId xmlns:p14="http://schemas.microsoft.com/office/powerpoint/2010/main" val="1376698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a:extLst>
              <a:ext uri="{FF2B5EF4-FFF2-40B4-BE49-F238E27FC236}">
                <a16:creationId xmlns:a16="http://schemas.microsoft.com/office/drawing/2014/main" id="{1A8C89AC-2A1A-C243-826E-B5DBEA1D2B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4094" y="1597767"/>
            <a:ext cx="5643811" cy="5085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itle 1">
            <a:extLst>
              <a:ext uri="{FF2B5EF4-FFF2-40B4-BE49-F238E27FC236}">
                <a16:creationId xmlns:a16="http://schemas.microsoft.com/office/drawing/2014/main" id="{CBCFAD46-B1D1-6549-899D-C43283ECB6D0}"/>
              </a:ext>
            </a:extLst>
          </p:cNvPr>
          <p:cNvSpPr txBox="1">
            <a:spLocks noChangeArrowheads="1"/>
          </p:cNvSpPr>
          <p:nvPr/>
        </p:nvSpPr>
        <p:spPr bwMode="auto">
          <a:xfrm>
            <a:off x="385941" y="462655"/>
            <a:ext cx="11573178"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4800" b="1" dirty="0">
                <a:solidFill>
                  <a:srgbClr val="85103F"/>
                </a:solidFill>
              </a:rPr>
              <a:t>CHECKING THE DIAGRAMS FOR ERRORS – Common Mistakes</a:t>
            </a:r>
            <a:endParaRPr lang="en-US" altLang="en-US" sz="48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27272944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4DED6-3AA9-4DBB-84AF-6902AA84723E}"/>
              </a:ext>
            </a:extLst>
          </p:cNvPr>
          <p:cNvSpPr>
            <a:spLocks noGrp="1"/>
          </p:cNvSpPr>
          <p:nvPr>
            <p:ph type="ctrTitle"/>
          </p:nvPr>
        </p:nvSpPr>
        <p:spPr/>
        <p:txBody>
          <a:bodyPr/>
          <a:lstStyle/>
          <a:p>
            <a:r>
              <a:rPr lang="en-US" b="1" dirty="0">
                <a:solidFill>
                  <a:schemeClr val="bg1"/>
                </a:solidFill>
              </a:rPr>
              <a:t>PART IV</a:t>
            </a:r>
            <a:endParaRPr lang="en-MY" b="1" dirty="0">
              <a:solidFill>
                <a:schemeClr val="bg1"/>
              </a:solidFill>
            </a:endParaRPr>
          </a:p>
        </p:txBody>
      </p:sp>
      <p:sp>
        <p:nvSpPr>
          <p:cNvPr id="3" name="Subtitle 2">
            <a:extLst>
              <a:ext uri="{FF2B5EF4-FFF2-40B4-BE49-F238E27FC236}">
                <a16:creationId xmlns:a16="http://schemas.microsoft.com/office/drawing/2014/main" id="{26157C70-9B7A-4F4F-9478-D893D978A2B0}"/>
              </a:ext>
            </a:extLst>
          </p:cNvPr>
          <p:cNvSpPr>
            <a:spLocks noGrp="1"/>
          </p:cNvSpPr>
          <p:nvPr>
            <p:ph type="subTitle" idx="1"/>
          </p:nvPr>
        </p:nvSpPr>
        <p:spPr/>
        <p:txBody>
          <a:bodyPr/>
          <a:lstStyle/>
          <a:p>
            <a:pPr lvl="0"/>
            <a:r>
              <a:rPr lang="en-US" sz="3200" dirty="0">
                <a:solidFill>
                  <a:schemeClr val="bg1"/>
                </a:solidFill>
              </a:rPr>
              <a:t>From logical to physical DFD</a:t>
            </a:r>
            <a:endParaRPr lang="en-MY" sz="3200" dirty="0">
              <a:solidFill>
                <a:schemeClr val="bg1"/>
              </a:solidFill>
            </a:endParaRPr>
          </a:p>
        </p:txBody>
      </p:sp>
    </p:spTree>
    <p:extLst>
      <p:ext uri="{BB962C8B-B14F-4D97-AF65-F5344CB8AC3E}">
        <p14:creationId xmlns:p14="http://schemas.microsoft.com/office/powerpoint/2010/main" val="39448050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8AC8148E-90F3-B342-9A03-D25FCC0B1ED0}"/>
              </a:ext>
            </a:extLst>
          </p:cNvPr>
          <p:cNvSpPr txBox="1">
            <a:spLocks noChangeArrowheads="1"/>
          </p:cNvSpPr>
          <p:nvPr/>
        </p:nvSpPr>
        <p:spPr bwMode="auto">
          <a:xfrm>
            <a:off x="395675" y="636105"/>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FROM PART I to PART III</a:t>
            </a:r>
            <a:endParaRPr lang="en-US" altLang="en-US" sz="5400" dirty="0">
              <a:solidFill>
                <a:srgbClr val="85103F"/>
              </a:solidFill>
              <a:latin typeface="Calibri Light" panose="020F0302020204030204" pitchFamily="34" charset="0"/>
            </a:endParaRPr>
          </a:p>
        </p:txBody>
      </p:sp>
      <p:sp>
        <p:nvSpPr>
          <p:cNvPr id="12" name="Rectangle 3">
            <a:extLst>
              <a:ext uri="{FF2B5EF4-FFF2-40B4-BE49-F238E27FC236}">
                <a16:creationId xmlns:a16="http://schemas.microsoft.com/office/drawing/2014/main" id="{F0E3DC04-3514-A94C-81C2-8ADBC1A2A33D}"/>
              </a:ext>
            </a:extLst>
          </p:cNvPr>
          <p:cNvSpPr txBox="1">
            <a:spLocks noChangeArrowheads="1"/>
          </p:cNvSpPr>
          <p:nvPr/>
        </p:nvSpPr>
        <p:spPr>
          <a:xfrm>
            <a:off x="222755" y="1422677"/>
            <a:ext cx="5430720" cy="578402"/>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5400" b="1" dirty="0"/>
              <a:t>Expectation?</a:t>
            </a:r>
          </a:p>
          <a:p>
            <a:pPr>
              <a:buFont typeface="Wingdings" charset="2"/>
              <a:buChar char="²"/>
            </a:pPr>
            <a:endParaRPr lang="en-US" sz="5400" b="1" dirty="0"/>
          </a:p>
          <a:p>
            <a:pPr>
              <a:buFont typeface="Wingdings" charset="2"/>
              <a:buChar char="²"/>
            </a:pPr>
            <a:endParaRPr lang="en-US" sz="5400" b="1" dirty="0"/>
          </a:p>
        </p:txBody>
      </p:sp>
      <p:sp>
        <p:nvSpPr>
          <p:cNvPr id="13" name="Rectangle 3">
            <a:extLst>
              <a:ext uri="{FF2B5EF4-FFF2-40B4-BE49-F238E27FC236}">
                <a16:creationId xmlns:a16="http://schemas.microsoft.com/office/drawing/2014/main" id="{CEA745AD-267A-CC49-BC08-556FAF73DF0E}"/>
              </a:ext>
            </a:extLst>
          </p:cNvPr>
          <p:cNvSpPr txBox="1">
            <a:spLocks noChangeArrowheads="1"/>
          </p:cNvSpPr>
          <p:nvPr/>
        </p:nvSpPr>
        <p:spPr>
          <a:xfrm>
            <a:off x="395675" y="2266124"/>
            <a:ext cx="11327938" cy="4214191"/>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pPr>
            <a:r>
              <a:rPr lang="en-US" sz="3200" dirty="0"/>
              <a:t>Should be able to understand a case study. </a:t>
            </a:r>
          </a:p>
          <a:p>
            <a:pPr marL="514350" indent="-514350">
              <a:buFont typeface="+mj-lt"/>
              <a:buAutoNum type="arabicPeriod"/>
            </a:pPr>
            <a:r>
              <a:rPr lang="en-US" sz="3200" dirty="0"/>
              <a:t>Able to identify ENTITY, DATA FLOW, PROCESS and DATA STORE</a:t>
            </a:r>
          </a:p>
          <a:p>
            <a:pPr marL="514350" indent="-514350">
              <a:buFont typeface="+mj-lt"/>
              <a:buAutoNum type="arabicPeriod"/>
            </a:pPr>
            <a:r>
              <a:rPr lang="en-US" sz="3200" dirty="0"/>
              <a:t>Understand the process/steps to draw a DATA FLOW DIAGRAM:</a:t>
            </a:r>
          </a:p>
          <a:p>
            <a:pPr lvl="1"/>
            <a:r>
              <a:rPr lang="en-US" sz="2800" dirty="0"/>
              <a:t>CONTEXT DIAGRAM</a:t>
            </a:r>
          </a:p>
          <a:p>
            <a:pPr lvl="1"/>
            <a:r>
              <a:rPr lang="en-US" sz="2800" dirty="0"/>
              <a:t>DIAGRAM 0</a:t>
            </a:r>
          </a:p>
          <a:p>
            <a:pPr lvl="1"/>
            <a:r>
              <a:rPr lang="en-US" sz="2800" dirty="0"/>
              <a:t>CHILD DIAGRAM</a:t>
            </a:r>
          </a:p>
          <a:p>
            <a:pPr marL="514350" indent="-514350">
              <a:buFont typeface="+mj-lt"/>
              <a:buAutoNum type="arabicPeriod"/>
            </a:pPr>
            <a:r>
              <a:rPr lang="en-US" sz="3200" dirty="0"/>
              <a:t>Able to identify DFD error (</a:t>
            </a:r>
            <a:r>
              <a:rPr lang="en-US" sz="3200"/>
              <a:t>create an error-free </a:t>
            </a:r>
            <a:r>
              <a:rPr lang="en-US" sz="3200" dirty="0"/>
              <a:t>DFD).</a:t>
            </a:r>
          </a:p>
        </p:txBody>
      </p:sp>
    </p:spTree>
    <p:extLst>
      <p:ext uri="{BB962C8B-B14F-4D97-AF65-F5344CB8AC3E}">
        <p14:creationId xmlns:p14="http://schemas.microsoft.com/office/powerpoint/2010/main" val="9691942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3EAE533-75AA-5340-9ACB-DC7FFDBCE7D3}"/>
              </a:ext>
            </a:extLst>
          </p:cNvPr>
          <p:cNvSpPr txBox="1">
            <a:spLocks noChangeArrowheads="1"/>
          </p:cNvSpPr>
          <p:nvPr/>
        </p:nvSpPr>
        <p:spPr bwMode="auto">
          <a:xfrm>
            <a:off x="766084" y="2117475"/>
            <a:ext cx="10515600" cy="2125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lnSpc>
                <a:spcPct val="90000"/>
              </a:lnSpc>
            </a:pPr>
            <a:r>
              <a:rPr lang="en-US" altLang="en-US" sz="5400" b="1" dirty="0">
                <a:solidFill>
                  <a:srgbClr val="85103F"/>
                </a:solidFill>
              </a:rPr>
              <a:t>STEP 6:</a:t>
            </a:r>
          </a:p>
          <a:p>
            <a:pPr algn="ctr">
              <a:lnSpc>
                <a:spcPct val="90000"/>
              </a:lnSpc>
            </a:pPr>
            <a:r>
              <a:rPr lang="en-US" altLang="en-US" sz="5400" b="1" dirty="0">
                <a:solidFill>
                  <a:srgbClr val="85103F"/>
                </a:solidFill>
              </a:rPr>
              <a:t>FROM LOGICAL DFD TO PHYSICAL DFD</a:t>
            </a:r>
          </a:p>
          <a:p>
            <a:pPr algn="ctr">
              <a:lnSpc>
                <a:spcPct val="90000"/>
              </a:lnSpc>
            </a:pPr>
            <a:endParaRPr lang="en-US" altLang="en-US" sz="54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38072970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ChangeArrowheads="1"/>
          </p:cNvSpPr>
          <p:nvPr>
            <p:ph type="body" idx="4294967295"/>
          </p:nvPr>
        </p:nvSpPr>
        <p:spPr>
          <a:xfrm>
            <a:off x="577064" y="1568450"/>
            <a:ext cx="10816975" cy="4692650"/>
          </a:xfrm>
        </p:spPr>
        <p:txBody>
          <a:bodyPr/>
          <a:lstStyle/>
          <a:p>
            <a:r>
              <a:rPr lang="en-US" sz="3600" b="1" dirty="0">
                <a:solidFill>
                  <a:schemeClr val="accent2"/>
                </a:solidFill>
              </a:rPr>
              <a:t>Current</a:t>
            </a:r>
            <a:r>
              <a:rPr lang="en-US" sz="3600" dirty="0"/>
              <a:t> - how data flows now</a:t>
            </a:r>
          </a:p>
          <a:p>
            <a:r>
              <a:rPr lang="en-US" sz="3600" b="1" dirty="0">
                <a:solidFill>
                  <a:schemeClr val="accent2"/>
                </a:solidFill>
              </a:rPr>
              <a:t>Proposed</a:t>
            </a:r>
            <a:r>
              <a:rPr lang="en-US" sz="3600" dirty="0"/>
              <a:t> - how we’d like it to flow</a:t>
            </a:r>
          </a:p>
          <a:p>
            <a:r>
              <a:rPr lang="en-US" sz="3600" b="1" dirty="0">
                <a:solidFill>
                  <a:schemeClr val="accent2"/>
                </a:solidFill>
              </a:rPr>
              <a:t>Logical</a:t>
            </a:r>
            <a:r>
              <a:rPr lang="en-US" sz="3600" dirty="0"/>
              <a:t> - the “essence” of a process</a:t>
            </a:r>
          </a:p>
          <a:p>
            <a:r>
              <a:rPr lang="en-US" sz="3600" b="1" dirty="0">
                <a:solidFill>
                  <a:schemeClr val="accent2"/>
                </a:solidFill>
              </a:rPr>
              <a:t>Physical</a:t>
            </a:r>
            <a:r>
              <a:rPr lang="en-US" sz="3600" dirty="0"/>
              <a:t> - the implementation of a process</a:t>
            </a:r>
          </a:p>
          <a:p>
            <a:r>
              <a:rPr lang="en-US" sz="3600" b="1" dirty="0">
                <a:solidFill>
                  <a:schemeClr val="accent2"/>
                </a:solidFill>
              </a:rPr>
              <a:t>Partitioned physical</a:t>
            </a:r>
            <a:r>
              <a:rPr lang="en-US" sz="3600" dirty="0"/>
              <a:t> - system architecture or high-level design</a:t>
            </a:r>
          </a:p>
        </p:txBody>
      </p:sp>
      <p:sp>
        <p:nvSpPr>
          <p:cNvPr id="4" name="Title 1">
            <a:extLst>
              <a:ext uri="{FF2B5EF4-FFF2-40B4-BE49-F238E27FC236}">
                <a16:creationId xmlns:a16="http://schemas.microsoft.com/office/drawing/2014/main" id="{343E07E4-52A3-DD49-82D1-87817E52F406}"/>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TYPES OF DFDs</a:t>
            </a:r>
            <a:endParaRPr lang="en-US" altLang="en-US" sz="54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9632324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8967CBA-7CD5-364D-BE92-AB008FD409EE}"/>
              </a:ext>
            </a:extLst>
          </p:cNvPr>
          <p:cNvSpPr/>
          <p:nvPr/>
        </p:nvSpPr>
        <p:spPr>
          <a:xfrm>
            <a:off x="440076" y="1765101"/>
            <a:ext cx="11311847" cy="2157573"/>
          </a:xfrm>
          <a:prstGeom prst="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3787E423-A877-6C42-B005-11DC0FF13DCF}"/>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LOGICAL AND PHYSICAL DFDs</a:t>
            </a:r>
            <a:endParaRPr lang="en-US" altLang="en-US" sz="5400" dirty="0">
              <a:solidFill>
                <a:srgbClr val="85103F"/>
              </a:solidFill>
              <a:latin typeface="Calibri Light" panose="020F0302020204030204" pitchFamily="34" charset="0"/>
            </a:endParaRPr>
          </a:p>
        </p:txBody>
      </p:sp>
      <p:sp>
        <p:nvSpPr>
          <p:cNvPr id="70658" name="Rectangle 3"/>
          <p:cNvSpPr>
            <a:spLocks noGrp="1" noChangeArrowheads="1"/>
          </p:cNvSpPr>
          <p:nvPr>
            <p:ph type="body" idx="4294967295"/>
          </p:nvPr>
        </p:nvSpPr>
        <p:spPr>
          <a:xfrm>
            <a:off x="440076" y="2023555"/>
            <a:ext cx="10972800" cy="4283869"/>
          </a:xfrm>
        </p:spPr>
        <p:txBody>
          <a:bodyPr/>
          <a:lstStyle/>
          <a:p>
            <a:r>
              <a:rPr lang="en-US" dirty="0"/>
              <a:t>Focuses on the business and how the business operates</a:t>
            </a:r>
          </a:p>
          <a:p>
            <a:r>
              <a:rPr lang="en-US" dirty="0"/>
              <a:t>Not concerned with how the system will be constructed</a:t>
            </a:r>
          </a:p>
          <a:p>
            <a:r>
              <a:rPr lang="en-US" dirty="0"/>
              <a:t>Describes the business events that take place and the data required and produced by each event</a:t>
            </a:r>
          </a:p>
          <a:p>
            <a:pPr marL="0" indent="0">
              <a:buNone/>
            </a:pPr>
            <a:endParaRPr lang="en-US" dirty="0"/>
          </a:p>
          <a:p>
            <a:pPr marL="0" indent="0">
              <a:buNone/>
            </a:pPr>
            <a:endParaRPr lang="en-US" dirty="0"/>
          </a:p>
          <a:p>
            <a:r>
              <a:rPr lang="en-US" dirty="0"/>
              <a:t>Shows how the system will be implemented</a:t>
            </a:r>
          </a:p>
          <a:p>
            <a:r>
              <a:rPr lang="en-US" dirty="0"/>
              <a:t>Depicts the proposed system</a:t>
            </a:r>
          </a:p>
        </p:txBody>
      </p:sp>
      <p:sp>
        <p:nvSpPr>
          <p:cNvPr id="5" name="Text Box 5"/>
          <p:cNvSpPr txBox="1">
            <a:spLocks noChangeArrowheads="1"/>
          </p:cNvSpPr>
          <p:nvPr/>
        </p:nvSpPr>
        <p:spPr bwMode="auto">
          <a:xfrm>
            <a:off x="715962" y="1458784"/>
            <a:ext cx="4968875" cy="523220"/>
          </a:xfrm>
          <a:prstGeom prst="rect">
            <a:avLst/>
          </a:prstGeom>
          <a:ln>
            <a:headEnd/>
            <a:tailEnd/>
          </a:ln>
        </p:spPr>
        <p:style>
          <a:lnRef idx="1">
            <a:schemeClr val="accent2"/>
          </a:lnRef>
          <a:fillRef idx="2">
            <a:schemeClr val="accent2"/>
          </a:fillRef>
          <a:effectRef idx="1">
            <a:schemeClr val="accent2"/>
          </a:effectRef>
          <a:fontRef idx="minor">
            <a:schemeClr val="dk1"/>
          </a:fontRef>
        </p:style>
        <p:txBody>
          <a:bodyPr>
            <a:spAutoFit/>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spcBef>
                <a:spcPct val="50000"/>
              </a:spcBef>
              <a:defRPr/>
            </a:pPr>
            <a:r>
              <a:rPr lang="en-US" sz="2800" dirty="0">
                <a:latin typeface="Verdana" charset="0"/>
              </a:rPr>
              <a:t>WHAT = LOGICAL DFD</a:t>
            </a:r>
          </a:p>
        </p:txBody>
      </p:sp>
      <p:sp>
        <p:nvSpPr>
          <p:cNvPr id="8" name="Rectangle 7">
            <a:extLst>
              <a:ext uri="{FF2B5EF4-FFF2-40B4-BE49-F238E27FC236}">
                <a16:creationId xmlns:a16="http://schemas.microsoft.com/office/drawing/2014/main" id="{C7E31F6D-3785-1145-86F9-B1C0B46469A6}"/>
              </a:ext>
            </a:extLst>
          </p:cNvPr>
          <p:cNvSpPr/>
          <p:nvPr/>
        </p:nvSpPr>
        <p:spPr>
          <a:xfrm>
            <a:off x="440076" y="4408305"/>
            <a:ext cx="11311847" cy="1725367"/>
          </a:xfrm>
          <a:prstGeom prst="rect">
            <a:avLst/>
          </a:prstGeom>
          <a:noFill/>
          <a:ln w="381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Box 4"/>
          <p:cNvSpPr txBox="1">
            <a:spLocks noChangeArrowheads="1"/>
          </p:cNvSpPr>
          <p:nvPr/>
        </p:nvSpPr>
        <p:spPr bwMode="auto">
          <a:xfrm>
            <a:off x="715962" y="4181128"/>
            <a:ext cx="5941691" cy="523220"/>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spAutoFit/>
          </a:bodyPr>
          <a:lstStyle>
            <a:lvl1pPr eaLnBrk="0" hangingPunct="0">
              <a:defRPr sz="2400">
                <a:solidFill>
                  <a:schemeClr val="tx1"/>
                </a:solidFill>
                <a:latin typeface="Tahoma" charset="0"/>
                <a:ea typeface="ＭＳ Ｐゴシック" charset="0"/>
              </a:defRPr>
            </a:lvl1pPr>
            <a:lvl2pPr marL="742950" indent="-285750" eaLnBrk="0" hangingPunct="0">
              <a:defRPr sz="2400">
                <a:solidFill>
                  <a:schemeClr val="tx1"/>
                </a:solidFill>
                <a:latin typeface="Tahoma" charset="0"/>
                <a:ea typeface="ＭＳ Ｐゴシック" charset="0"/>
              </a:defRPr>
            </a:lvl2pPr>
            <a:lvl3pPr marL="1143000" indent="-228600" eaLnBrk="0" hangingPunct="0">
              <a:defRPr sz="2400">
                <a:solidFill>
                  <a:schemeClr val="tx1"/>
                </a:solidFill>
                <a:latin typeface="Tahoma" charset="0"/>
                <a:ea typeface="ＭＳ Ｐゴシック" charset="0"/>
              </a:defRPr>
            </a:lvl3pPr>
            <a:lvl4pPr marL="1600200" indent="-228600" eaLnBrk="0" hangingPunct="0">
              <a:defRPr sz="2400">
                <a:solidFill>
                  <a:schemeClr val="tx1"/>
                </a:solidFill>
                <a:latin typeface="Tahoma" charset="0"/>
                <a:ea typeface="ＭＳ Ｐゴシック" charset="0"/>
              </a:defRPr>
            </a:lvl4pPr>
            <a:lvl5pPr marL="2057400" indent="-228600" eaLnBrk="0" hangingPunct="0">
              <a:defRPr sz="2400">
                <a:solidFill>
                  <a:schemeClr val="tx1"/>
                </a:solidFill>
                <a:latin typeface="Tahoma" charset="0"/>
                <a:ea typeface="ＭＳ Ｐゴシック" charset="0"/>
              </a:defRPr>
            </a:lvl5pPr>
            <a:lvl6pPr marL="2514600" indent="-228600" eaLnBrk="0" fontAlgn="base" hangingPunct="0">
              <a:spcBef>
                <a:spcPct val="0"/>
              </a:spcBef>
              <a:spcAft>
                <a:spcPct val="0"/>
              </a:spcAft>
              <a:defRPr sz="2400">
                <a:solidFill>
                  <a:schemeClr val="tx1"/>
                </a:solidFill>
                <a:latin typeface="Tahoma" charset="0"/>
                <a:ea typeface="ＭＳ Ｐゴシック" charset="0"/>
              </a:defRPr>
            </a:lvl6pPr>
            <a:lvl7pPr marL="2971800" indent="-228600" eaLnBrk="0" fontAlgn="base" hangingPunct="0">
              <a:spcBef>
                <a:spcPct val="0"/>
              </a:spcBef>
              <a:spcAft>
                <a:spcPct val="0"/>
              </a:spcAft>
              <a:defRPr sz="2400">
                <a:solidFill>
                  <a:schemeClr val="tx1"/>
                </a:solidFill>
                <a:latin typeface="Tahoma" charset="0"/>
                <a:ea typeface="ＭＳ Ｐゴシック" charset="0"/>
              </a:defRPr>
            </a:lvl7pPr>
            <a:lvl8pPr marL="3429000" indent="-228600" eaLnBrk="0" fontAlgn="base" hangingPunct="0">
              <a:spcBef>
                <a:spcPct val="0"/>
              </a:spcBef>
              <a:spcAft>
                <a:spcPct val="0"/>
              </a:spcAft>
              <a:defRPr sz="2400">
                <a:solidFill>
                  <a:schemeClr val="tx1"/>
                </a:solidFill>
                <a:latin typeface="Tahoma" charset="0"/>
                <a:ea typeface="ＭＳ Ｐゴシック" charset="0"/>
              </a:defRPr>
            </a:lvl8pPr>
            <a:lvl9pPr marL="3886200" indent="-228600" eaLnBrk="0" fontAlgn="base" hangingPunct="0">
              <a:spcBef>
                <a:spcPct val="0"/>
              </a:spcBef>
              <a:spcAft>
                <a:spcPct val="0"/>
              </a:spcAft>
              <a:defRPr sz="2400">
                <a:solidFill>
                  <a:schemeClr val="tx1"/>
                </a:solidFill>
                <a:latin typeface="Tahoma" charset="0"/>
                <a:ea typeface="ＭＳ Ｐゴシック" charset="0"/>
              </a:defRPr>
            </a:lvl9pPr>
          </a:lstStyle>
          <a:p>
            <a:pPr algn="ctr" eaLnBrk="1" hangingPunct="1">
              <a:spcBef>
                <a:spcPct val="50000"/>
              </a:spcBef>
              <a:defRPr/>
            </a:pPr>
            <a:r>
              <a:rPr lang="en-US" sz="2800" dirty="0">
                <a:latin typeface="Verdana" charset="0"/>
              </a:rPr>
              <a:t>WHAT + HOW = PHYSICAL DFD</a:t>
            </a:r>
          </a:p>
        </p:txBody>
      </p:sp>
    </p:spTree>
    <p:extLst>
      <p:ext uri="{BB962C8B-B14F-4D97-AF65-F5344CB8AC3E}">
        <p14:creationId xmlns:p14="http://schemas.microsoft.com/office/powerpoint/2010/main" val="18152465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type="body" idx="4294967295"/>
          </p:nvPr>
        </p:nvSpPr>
        <p:spPr>
          <a:xfrm>
            <a:off x="534255" y="1568451"/>
            <a:ext cx="11517332" cy="3917950"/>
          </a:xfrm>
        </p:spPr>
        <p:txBody>
          <a:bodyPr/>
          <a:lstStyle/>
          <a:p>
            <a:r>
              <a:rPr lang="en-US" sz="3600" dirty="0"/>
              <a:t>Model the </a:t>
            </a:r>
            <a:r>
              <a:rPr lang="en-US" sz="3600" dirty="0">
                <a:solidFill>
                  <a:srgbClr val="FF3300"/>
                </a:solidFill>
              </a:rPr>
              <a:t>implementation </a:t>
            </a:r>
            <a:r>
              <a:rPr lang="en-US" sz="3600" dirty="0"/>
              <a:t>of the system</a:t>
            </a:r>
            <a:endParaRPr lang="en-US" sz="3600" dirty="0">
              <a:solidFill>
                <a:srgbClr val="FF3300"/>
              </a:solidFill>
            </a:endParaRPr>
          </a:p>
          <a:p>
            <a:r>
              <a:rPr lang="en-US" sz="3600" dirty="0"/>
              <a:t>Start with a set of child diagrams or with Level 0 diagram</a:t>
            </a:r>
          </a:p>
          <a:p>
            <a:r>
              <a:rPr lang="en-US" sz="3600" dirty="0"/>
              <a:t>Add implementation details</a:t>
            </a:r>
          </a:p>
          <a:p>
            <a:pPr lvl="1"/>
            <a:r>
              <a:rPr lang="en-US" sz="3200" dirty="0"/>
              <a:t>indicate manual vs. automated processes</a:t>
            </a:r>
          </a:p>
          <a:p>
            <a:pPr lvl="1"/>
            <a:r>
              <a:rPr lang="en-US" sz="3200" dirty="0"/>
              <a:t>describe form of data stores and data flows</a:t>
            </a:r>
          </a:p>
          <a:p>
            <a:pPr lvl="1"/>
            <a:r>
              <a:rPr lang="en-US" sz="3200" dirty="0"/>
              <a:t>extra processes for maintaining data</a:t>
            </a:r>
          </a:p>
          <a:p>
            <a:pPr lvl="1"/>
            <a:endParaRPr lang="en-US" sz="3200" dirty="0"/>
          </a:p>
        </p:txBody>
      </p:sp>
      <p:sp>
        <p:nvSpPr>
          <p:cNvPr id="4" name="Title 1">
            <a:extLst>
              <a:ext uri="{FF2B5EF4-FFF2-40B4-BE49-F238E27FC236}">
                <a16:creationId xmlns:a16="http://schemas.microsoft.com/office/drawing/2014/main" id="{3FF14BF7-8717-AB43-BB89-97571FBAF239}"/>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PHYSICAL DFDs</a:t>
            </a:r>
            <a:endParaRPr lang="en-US" altLang="en-US" sz="54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15540190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7"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9782" y="1663098"/>
            <a:ext cx="7881634" cy="4945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4" name="Title 1">
            <a:extLst>
              <a:ext uri="{FF2B5EF4-FFF2-40B4-BE49-F238E27FC236}">
                <a16:creationId xmlns:a16="http://schemas.microsoft.com/office/drawing/2014/main" id="{F3EEE3C6-7522-9B4D-820B-6D0EDBFB57D3}"/>
              </a:ext>
            </a:extLst>
          </p:cNvPr>
          <p:cNvSpPr txBox="1">
            <a:spLocks noChangeArrowheads="1"/>
          </p:cNvSpPr>
          <p:nvPr/>
        </p:nvSpPr>
        <p:spPr bwMode="auto">
          <a:xfrm>
            <a:off x="355119" y="249237"/>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LOGICAL AND PHYSICAL DFDs – Common Features</a:t>
            </a:r>
            <a:endParaRPr lang="en-US" altLang="en-US" sz="54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18706059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4352" y="1486257"/>
            <a:ext cx="4210602" cy="5052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4" name="Title 1">
            <a:extLst>
              <a:ext uri="{FF2B5EF4-FFF2-40B4-BE49-F238E27FC236}">
                <a16:creationId xmlns:a16="http://schemas.microsoft.com/office/drawing/2014/main" id="{3DF64746-8F5F-314B-902E-EAC1C74452BF}"/>
              </a:ext>
            </a:extLst>
          </p:cNvPr>
          <p:cNvSpPr txBox="1">
            <a:spLocks noChangeArrowheads="1"/>
          </p:cNvSpPr>
          <p:nvPr/>
        </p:nvSpPr>
        <p:spPr bwMode="auto">
          <a:xfrm>
            <a:off x="385941" y="514707"/>
            <a:ext cx="11634823"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4800" b="1" dirty="0">
                <a:solidFill>
                  <a:srgbClr val="85103F"/>
                </a:solidFill>
              </a:rPr>
              <a:t>MODEL PROGRESSION FROM LOGICAL AND PHYSICAL DFDs</a:t>
            </a:r>
            <a:endParaRPr lang="en-US" altLang="en-US" sz="48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15166133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6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8463" y="1628775"/>
            <a:ext cx="8983662" cy="3798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2" name="Rectangle 1"/>
          <p:cNvSpPr/>
          <p:nvPr/>
        </p:nvSpPr>
        <p:spPr>
          <a:xfrm>
            <a:off x="2063750" y="5445126"/>
            <a:ext cx="8135938" cy="646113"/>
          </a:xfrm>
          <a:prstGeom prst="rect">
            <a:avLst/>
          </a:prstGeom>
        </p:spPr>
        <p:style>
          <a:lnRef idx="1">
            <a:schemeClr val="accent3"/>
          </a:lnRef>
          <a:fillRef idx="2">
            <a:schemeClr val="accent3"/>
          </a:fillRef>
          <a:effectRef idx="1">
            <a:schemeClr val="accent3"/>
          </a:effectRef>
          <a:fontRef idx="minor">
            <a:schemeClr val="dk1"/>
          </a:fontRef>
        </p:style>
        <p:txBody>
          <a:bodyPr>
            <a:spAutoFit/>
          </a:bodyPr>
          <a:lstStyle/>
          <a:p>
            <a:pPr algn="ctr">
              <a:defRPr/>
            </a:pPr>
            <a:r>
              <a:rPr lang="en-US" dirty="0">
                <a:latin typeface="Arial"/>
                <a:cs typeface="Arial"/>
              </a:rPr>
              <a:t>The logical DFD illustrates the processes involved without going into detail about the physical implementation of activities.</a:t>
            </a:r>
          </a:p>
        </p:txBody>
      </p:sp>
      <p:sp>
        <p:nvSpPr>
          <p:cNvPr id="5" name="Title 1">
            <a:extLst>
              <a:ext uri="{FF2B5EF4-FFF2-40B4-BE49-F238E27FC236}">
                <a16:creationId xmlns:a16="http://schemas.microsoft.com/office/drawing/2014/main" id="{198408B7-D0E6-724D-8A56-BDD1908CEB4A}"/>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LOGICAL DFD EXAMPLE</a:t>
            </a:r>
            <a:endParaRPr lang="en-US" altLang="en-US" sz="54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10557593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1638" y="1412876"/>
            <a:ext cx="8996362" cy="3751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4" name="Rectangle 3"/>
          <p:cNvSpPr/>
          <p:nvPr/>
        </p:nvSpPr>
        <p:spPr>
          <a:xfrm>
            <a:off x="2063750" y="5445126"/>
            <a:ext cx="8135938" cy="646113"/>
          </a:xfrm>
          <a:prstGeom prst="rect">
            <a:avLst/>
          </a:prstGeom>
        </p:spPr>
        <p:style>
          <a:lnRef idx="1">
            <a:schemeClr val="accent5"/>
          </a:lnRef>
          <a:fillRef idx="2">
            <a:schemeClr val="accent5"/>
          </a:fillRef>
          <a:effectRef idx="1">
            <a:schemeClr val="accent5"/>
          </a:effectRef>
          <a:fontRef idx="minor">
            <a:schemeClr val="dk1"/>
          </a:fontRef>
        </p:style>
        <p:txBody>
          <a:bodyPr>
            <a:spAutoFit/>
          </a:bodyPr>
          <a:lstStyle/>
          <a:p>
            <a:pPr algn="ctr">
              <a:defRPr/>
            </a:pPr>
            <a:r>
              <a:rPr lang="en-US" dirty="0">
                <a:latin typeface="Arial"/>
                <a:cs typeface="Arial"/>
              </a:rPr>
              <a:t>The physical DFD shows that processes involved with  going into detail about the physical aspects of the activities</a:t>
            </a:r>
          </a:p>
        </p:txBody>
      </p:sp>
      <p:sp>
        <p:nvSpPr>
          <p:cNvPr id="5" name="Title 1">
            <a:extLst>
              <a:ext uri="{FF2B5EF4-FFF2-40B4-BE49-F238E27FC236}">
                <a16:creationId xmlns:a16="http://schemas.microsoft.com/office/drawing/2014/main" id="{33BAAD00-ECC1-5746-81C8-0B8AFE91B27A}"/>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PHYSICAL DFD EXAMPLE</a:t>
            </a:r>
            <a:endParaRPr lang="en-US" altLang="en-US" sz="54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2151136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2784" y="3720037"/>
            <a:ext cx="6518206" cy="27179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6" name="Picture 4">
            <a:extLst>
              <a:ext uri="{FF2B5EF4-FFF2-40B4-BE49-F238E27FC236}">
                <a16:creationId xmlns:a16="http://schemas.microsoft.com/office/drawing/2014/main" id="{819B6211-0EA3-2B46-8014-7AD7710BC5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1932" y="420030"/>
            <a:ext cx="6239911" cy="2638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7" name="Rectangle 3">
            <a:extLst>
              <a:ext uri="{FF2B5EF4-FFF2-40B4-BE49-F238E27FC236}">
                <a16:creationId xmlns:a16="http://schemas.microsoft.com/office/drawing/2014/main" id="{5897CDFF-BA44-3445-AD45-BE748543E930}"/>
              </a:ext>
            </a:extLst>
          </p:cNvPr>
          <p:cNvSpPr txBox="1">
            <a:spLocks noChangeArrowheads="1"/>
          </p:cNvSpPr>
          <p:nvPr/>
        </p:nvSpPr>
        <p:spPr>
          <a:xfrm>
            <a:off x="370611" y="916744"/>
            <a:ext cx="2038081" cy="1574666"/>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DEFINE the business and how the business operates</a:t>
            </a:r>
          </a:p>
        </p:txBody>
      </p:sp>
      <p:sp>
        <p:nvSpPr>
          <p:cNvPr id="2" name="Rectangle 1">
            <a:extLst>
              <a:ext uri="{FF2B5EF4-FFF2-40B4-BE49-F238E27FC236}">
                <a16:creationId xmlns:a16="http://schemas.microsoft.com/office/drawing/2014/main" id="{291CCD2D-41C8-A545-9DF9-7FF7080D4EBB}"/>
              </a:ext>
            </a:extLst>
          </p:cNvPr>
          <p:cNvSpPr/>
          <p:nvPr/>
        </p:nvSpPr>
        <p:spPr>
          <a:xfrm>
            <a:off x="600745" y="540890"/>
            <a:ext cx="1940981" cy="461665"/>
          </a:xfrm>
          <a:prstGeom prst="rect">
            <a:avLst/>
          </a:prstGeom>
        </p:spPr>
        <p:txBody>
          <a:bodyPr wrap="none">
            <a:spAutoFit/>
          </a:bodyPr>
          <a:lstStyle/>
          <a:p>
            <a:r>
              <a:rPr lang="en-US" altLang="en-US" sz="2400" b="1" dirty="0">
                <a:solidFill>
                  <a:srgbClr val="85103F"/>
                </a:solidFill>
              </a:rPr>
              <a:t>LOGICAL DFD </a:t>
            </a:r>
            <a:endParaRPr lang="en-US" sz="2400" dirty="0"/>
          </a:p>
        </p:txBody>
      </p:sp>
      <p:sp>
        <p:nvSpPr>
          <p:cNvPr id="8" name="Rectangle 3">
            <a:extLst>
              <a:ext uri="{FF2B5EF4-FFF2-40B4-BE49-F238E27FC236}">
                <a16:creationId xmlns:a16="http://schemas.microsoft.com/office/drawing/2014/main" id="{BC8FB375-A2F3-9940-A347-1F37CE3AD67C}"/>
              </a:ext>
            </a:extLst>
          </p:cNvPr>
          <p:cNvSpPr txBox="1">
            <a:spLocks noChangeArrowheads="1"/>
          </p:cNvSpPr>
          <p:nvPr/>
        </p:nvSpPr>
        <p:spPr>
          <a:xfrm>
            <a:off x="368967" y="2365410"/>
            <a:ext cx="2038081" cy="1574666"/>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We use this to communicate with users</a:t>
            </a:r>
          </a:p>
        </p:txBody>
      </p:sp>
      <p:sp>
        <p:nvSpPr>
          <p:cNvPr id="9" name="Rectangle 3">
            <a:extLst>
              <a:ext uri="{FF2B5EF4-FFF2-40B4-BE49-F238E27FC236}">
                <a16:creationId xmlns:a16="http://schemas.microsoft.com/office/drawing/2014/main" id="{AACE8B75-C06B-7C4A-866C-A38FA773B812}"/>
              </a:ext>
            </a:extLst>
          </p:cNvPr>
          <p:cNvSpPr txBox="1">
            <a:spLocks noChangeArrowheads="1"/>
          </p:cNvSpPr>
          <p:nvPr/>
        </p:nvSpPr>
        <p:spPr>
          <a:xfrm>
            <a:off x="9180754" y="2824194"/>
            <a:ext cx="2038081" cy="1574666"/>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MODEL the implemented system</a:t>
            </a:r>
          </a:p>
        </p:txBody>
      </p:sp>
      <p:sp>
        <p:nvSpPr>
          <p:cNvPr id="10" name="Rectangle 9">
            <a:extLst>
              <a:ext uri="{FF2B5EF4-FFF2-40B4-BE49-F238E27FC236}">
                <a16:creationId xmlns:a16="http://schemas.microsoft.com/office/drawing/2014/main" id="{22EA69C1-582A-6442-8D76-C215FD0E4BE1}"/>
              </a:ext>
            </a:extLst>
          </p:cNvPr>
          <p:cNvSpPr/>
          <p:nvPr/>
        </p:nvSpPr>
        <p:spPr>
          <a:xfrm>
            <a:off x="9410888" y="2448340"/>
            <a:ext cx="2071401" cy="461665"/>
          </a:xfrm>
          <a:prstGeom prst="rect">
            <a:avLst/>
          </a:prstGeom>
        </p:spPr>
        <p:txBody>
          <a:bodyPr wrap="none">
            <a:spAutoFit/>
          </a:bodyPr>
          <a:lstStyle/>
          <a:p>
            <a:r>
              <a:rPr lang="en-US" altLang="en-US" sz="2400" b="1" dirty="0">
                <a:solidFill>
                  <a:srgbClr val="85103F"/>
                </a:solidFill>
              </a:rPr>
              <a:t>PHYSICAL DFD </a:t>
            </a:r>
            <a:endParaRPr lang="en-US" sz="2400" dirty="0"/>
          </a:p>
        </p:txBody>
      </p:sp>
      <p:sp>
        <p:nvSpPr>
          <p:cNvPr id="11" name="Rectangle 3">
            <a:extLst>
              <a:ext uri="{FF2B5EF4-FFF2-40B4-BE49-F238E27FC236}">
                <a16:creationId xmlns:a16="http://schemas.microsoft.com/office/drawing/2014/main" id="{6C25D58A-442D-AC41-B531-D802E3C7B41D}"/>
              </a:ext>
            </a:extLst>
          </p:cNvPr>
          <p:cNvSpPr txBox="1">
            <a:spLocks noChangeArrowheads="1"/>
          </p:cNvSpPr>
          <p:nvPr/>
        </p:nvSpPr>
        <p:spPr>
          <a:xfrm>
            <a:off x="9180753" y="3783473"/>
            <a:ext cx="2792705" cy="1199344"/>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We use this to communicate with programmers/system analysts</a:t>
            </a:r>
          </a:p>
        </p:txBody>
      </p:sp>
      <p:sp>
        <p:nvSpPr>
          <p:cNvPr id="3" name="Rectangle 2">
            <a:extLst>
              <a:ext uri="{FF2B5EF4-FFF2-40B4-BE49-F238E27FC236}">
                <a16:creationId xmlns:a16="http://schemas.microsoft.com/office/drawing/2014/main" id="{86C2E2A4-4F63-2C4B-8D82-CED6D2B8C8A0}"/>
              </a:ext>
            </a:extLst>
          </p:cNvPr>
          <p:cNvSpPr/>
          <p:nvPr/>
        </p:nvSpPr>
        <p:spPr>
          <a:xfrm>
            <a:off x="2572784" y="742122"/>
            <a:ext cx="1257094" cy="5537434"/>
          </a:xfrm>
          <a:prstGeom prst="rect">
            <a:avLst/>
          </a:prstGeom>
          <a:noFill/>
          <a:ln w="38100">
            <a:solidFill>
              <a:srgbClr val="8510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E741BB5-9DB0-404B-A1A0-2A4099A65D42}"/>
              </a:ext>
            </a:extLst>
          </p:cNvPr>
          <p:cNvSpPr/>
          <p:nvPr/>
        </p:nvSpPr>
        <p:spPr>
          <a:xfrm>
            <a:off x="4209292" y="742122"/>
            <a:ext cx="1257094" cy="5537434"/>
          </a:xfrm>
          <a:prstGeom prst="rect">
            <a:avLst/>
          </a:prstGeom>
          <a:noFill/>
          <a:ln w="38100">
            <a:solidFill>
              <a:srgbClr val="8510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014D86C-9304-694C-B025-9B788EEB7104}"/>
              </a:ext>
            </a:extLst>
          </p:cNvPr>
          <p:cNvSpPr/>
          <p:nvPr/>
        </p:nvSpPr>
        <p:spPr>
          <a:xfrm>
            <a:off x="5917197" y="742122"/>
            <a:ext cx="1257094" cy="5537434"/>
          </a:xfrm>
          <a:prstGeom prst="rect">
            <a:avLst/>
          </a:prstGeom>
          <a:noFill/>
          <a:ln w="38100">
            <a:solidFill>
              <a:srgbClr val="8510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0CEF5B9B-A97B-9C47-B354-E259C6DC99AA}"/>
              </a:ext>
            </a:extLst>
          </p:cNvPr>
          <p:cNvSpPr/>
          <p:nvPr/>
        </p:nvSpPr>
        <p:spPr>
          <a:xfrm>
            <a:off x="7548975" y="742122"/>
            <a:ext cx="1257094" cy="5537434"/>
          </a:xfrm>
          <a:prstGeom prst="rect">
            <a:avLst/>
          </a:prstGeom>
          <a:noFill/>
          <a:ln w="38100">
            <a:solidFill>
              <a:srgbClr val="8510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3">
            <a:extLst>
              <a:ext uri="{FF2B5EF4-FFF2-40B4-BE49-F238E27FC236}">
                <a16:creationId xmlns:a16="http://schemas.microsoft.com/office/drawing/2014/main" id="{457F5E26-7252-564A-A17B-A9049999643B}"/>
              </a:ext>
            </a:extLst>
          </p:cNvPr>
          <p:cNvSpPr txBox="1">
            <a:spLocks noChangeArrowheads="1"/>
          </p:cNvSpPr>
          <p:nvPr/>
        </p:nvSpPr>
        <p:spPr>
          <a:xfrm>
            <a:off x="9122048" y="5079003"/>
            <a:ext cx="2792705" cy="1199344"/>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Shows different processes (manual or automated etc.) – might add NEW PROCESS/DATA STORE</a:t>
            </a:r>
          </a:p>
        </p:txBody>
      </p:sp>
    </p:spTree>
    <p:extLst>
      <p:ext uri="{BB962C8B-B14F-4D97-AF65-F5344CB8AC3E}">
        <p14:creationId xmlns:p14="http://schemas.microsoft.com/office/powerpoint/2010/main" val="6813637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77127FDB-3C7C-9D4C-BA1D-57646F08EBC7}"/>
              </a:ext>
            </a:extLst>
          </p:cNvPr>
          <p:cNvGraphicFramePr/>
          <p:nvPr>
            <p:extLst>
              <p:ext uri="{D42A27DB-BD31-4B8C-83A1-F6EECF244321}">
                <p14:modId xmlns:p14="http://schemas.microsoft.com/office/powerpoint/2010/main" val="4073319157"/>
              </p:ext>
            </p:extLst>
          </p:nvPr>
        </p:nvGraphicFramePr>
        <p:xfrm>
          <a:off x="318498" y="1582737"/>
          <a:ext cx="11650894" cy="50006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itle 1">
            <a:extLst>
              <a:ext uri="{FF2B5EF4-FFF2-40B4-BE49-F238E27FC236}">
                <a16:creationId xmlns:a16="http://schemas.microsoft.com/office/drawing/2014/main" id="{4DFD6DD2-483C-2147-96B6-DCA66901D8A3}"/>
              </a:ext>
            </a:extLst>
          </p:cNvPr>
          <p:cNvSpPr txBox="1">
            <a:spLocks noChangeArrowheads="1"/>
          </p:cNvSpPr>
          <p:nvPr/>
        </p:nvSpPr>
        <p:spPr bwMode="auto">
          <a:xfrm>
            <a:off x="427037" y="596900"/>
            <a:ext cx="11542355"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4800" b="1" dirty="0">
                <a:solidFill>
                  <a:srgbClr val="85103F"/>
                </a:solidFill>
              </a:rPr>
              <a:t>DEVELOPING LOGICAL AND PHYSICAL DFDs</a:t>
            </a:r>
            <a:endParaRPr lang="en-US" altLang="en-US" sz="48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16259149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p:cNvSpPr>
            <a:spLocks noGrp="1" noChangeArrowheads="1"/>
          </p:cNvSpPr>
          <p:nvPr>
            <p:ph type="title" idx="4294967295"/>
          </p:nvPr>
        </p:nvSpPr>
        <p:spPr>
          <a:xfrm>
            <a:off x="516859" y="1534473"/>
            <a:ext cx="8229600" cy="635000"/>
          </a:xfrm>
        </p:spPr>
        <p:txBody>
          <a:bodyPr/>
          <a:lstStyle/>
          <a:p>
            <a:r>
              <a:rPr lang="en-US" sz="2400" dirty="0"/>
              <a:t>Physical DFD Contain Many Items Not Found in Logical DFD</a:t>
            </a:r>
          </a:p>
        </p:txBody>
      </p:sp>
      <p:pic>
        <p:nvPicPr>
          <p:cNvPr id="49161"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472" y="2103495"/>
            <a:ext cx="7239000" cy="430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4" name="Title 1">
            <a:extLst>
              <a:ext uri="{FF2B5EF4-FFF2-40B4-BE49-F238E27FC236}">
                <a16:creationId xmlns:a16="http://schemas.microsoft.com/office/drawing/2014/main" id="{E17AD3BE-370B-3444-AB4A-77A1747F57C1}"/>
              </a:ext>
            </a:extLst>
          </p:cNvPr>
          <p:cNvSpPr txBox="1">
            <a:spLocks noChangeArrowheads="1"/>
          </p:cNvSpPr>
          <p:nvPr/>
        </p:nvSpPr>
        <p:spPr bwMode="auto">
          <a:xfrm>
            <a:off x="324822" y="585789"/>
            <a:ext cx="11542355"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4800" b="1" dirty="0">
                <a:solidFill>
                  <a:srgbClr val="85103F"/>
                </a:solidFill>
              </a:rPr>
              <a:t>DEVELOPING LOGICAL AND PHYSICAL DFDs</a:t>
            </a:r>
            <a:endParaRPr lang="en-US" altLang="en-US" sz="48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5137368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ChangeArrowheads="1"/>
          </p:cNvSpPr>
          <p:nvPr/>
        </p:nvSpPr>
        <p:spPr bwMode="auto">
          <a:xfrm>
            <a:off x="679980" y="2143823"/>
            <a:ext cx="4091618" cy="539634"/>
          </a:xfrm>
          <a:prstGeom prst="rect">
            <a:avLst/>
          </a:prstGeom>
          <a:solidFill>
            <a:srgbClr val="85103F"/>
          </a:solidFill>
          <a:ln w="9525">
            <a:noFill/>
            <a:miter lim="800000"/>
            <a:headEnd/>
            <a:tailEnd/>
          </a:ln>
        </p:spPr>
        <p:txBody>
          <a:bodyPr anchor="ctr"/>
          <a:lstStyle/>
          <a:p>
            <a:pPr algn="ctr"/>
            <a:r>
              <a:rPr lang="en-US" sz="2000" dirty="0">
                <a:solidFill>
                  <a:schemeClr val="bg1"/>
                </a:solidFill>
              </a:rPr>
              <a:t>Current Logical Child Diagram</a:t>
            </a:r>
          </a:p>
        </p:txBody>
      </p:sp>
      <p:sp>
        <p:nvSpPr>
          <p:cNvPr id="26" name="Title 1">
            <a:extLst>
              <a:ext uri="{FF2B5EF4-FFF2-40B4-BE49-F238E27FC236}">
                <a16:creationId xmlns:a16="http://schemas.microsoft.com/office/drawing/2014/main" id="{539E2E27-111C-5045-A60E-72A8BBB67377}"/>
              </a:ext>
            </a:extLst>
          </p:cNvPr>
          <p:cNvSpPr txBox="1">
            <a:spLocks noChangeArrowheads="1"/>
          </p:cNvSpPr>
          <p:nvPr/>
        </p:nvSpPr>
        <p:spPr bwMode="auto">
          <a:xfrm>
            <a:off x="248622" y="661192"/>
            <a:ext cx="11542355"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4800" b="1" dirty="0">
                <a:solidFill>
                  <a:srgbClr val="85103F"/>
                </a:solidFill>
              </a:rPr>
              <a:t>DEVELOPING LOGICAL AND PHYSICAL DFDs: Example</a:t>
            </a:r>
            <a:endParaRPr lang="en-US" altLang="en-US" sz="4800" dirty="0">
              <a:solidFill>
                <a:srgbClr val="85103F"/>
              </a:solidFill>
              <a:latin typeface="Calibri Light" panose="020F0302020204030204" pitchFamily="34" charset="0"/>
            </a:endParaRPr>
          </a:p>
        </p:txBody>
      </p:sp>
      <p:sp>
        <p:nvSpPr>
          <p:cNvPr id="28" name="Rectangle 2">
            <a:extLst>
              <a:ext uri="{FF2B5EF4-FFF2-40B4-BE49-F238E27FC236}">
                <a16:creationId xmlns:a16="http://schemas.microsoft.com/office/drawing/2014/main" id="{02D0F1D5-4BEA-574A-8E13-4BD962D414E6}"/>
              </a:ext>
            </a:extLst>
          </p:cNvPr>
          <p:cNvSpPr>
            <a:spLocks noChangeArrowheads="1"/>
          </p:cNvSpPr>
          <p:nvPr/>
        </p:nvSpPr>
        <p:spPr bwMode="auto">
          <a:xfrm>
            <a:off x="7180384" y="2143823"/>
            <a:ext cx="4091618" cy="539634"/>
          </a:xfrm>
          <a:prstGeom prst="rect">
            <a:avLst/>
          </a:prstGeom>
          <a:solidFill>
            <a:srgbClr val="85103F"/>
          </a:solidFill>
          <a:ln w="9525">
            <a:noFill/>
            <a:miter lim="800000"/>
            <a:headEnd/>
            <a:tailEnd/>
          </a:ln>
        </p:spPr>
        <p:txBody>
          <a:bodyPr anchor="ctr"/>
          <a:lstStyle/>
          <a:p>
            <a:pPr algn="ctr"/>
            <a:r>
              <a:rPr lang="en-US" sz="2000" dirty="0">
                <a:solidFill>
                  <a:schemeClr val="bg1"/>
                </a:solidFill>
              </a:rPr>
              <a:t>Physical Child Diagram</a:t>
            </a:r>
          </a:p>
        </p:txBody>
      </p:sp>
      <p:pic>
        <p:nvPicPr>
          <p:cNvPr id="7" name="Picture 6" descr="A screenshot of a cell phone&#10;&#10;Description automatically generated">
            <a:extLst>
              <a:ext uri="{FF2B5EF4-FFF2-40B4-BE49-F238E27FC236}">
                <a16:creationId xmlns:a16="http://schemas.microsoft.com/office/drawing/2014/main" id="{0062C618-49A3-ED4B-87B8-2BD636D717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381" y="3081423"/>
            <a:ext cx="5330246" cy="2256951"/>
          </a:xfrm>
          <a:prstGeom prst="rect">
            <a:avLst/>
          </a:prstGeom>
        </p:spPr>
      </p:pic>
      <p:pic>
        <p:nvPicPr>
          <p:cNvPr id="9" name="Picture 8" descr="A picture containing screenshot&#10;&#10;Description automatically generated">
            <a:extLst>
              <a:ext uri="{FF2B5EF4-FFF2-40B4-BE49-F238E27FC236}">
                <a16:creationId xmlns:a16="http://schemas.microsoft.com/office/drawing/2014/main" id="{CB990E13-9A83-0647-B052-A0B1F729101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64006" y="2934455"/>
            <a:ext cx="5724374" cy="3004007"/>
          </a:xfrm>
          <a:prstGeom prst="rect">
            <a:avLst/>
          </a:prstGeom>
          <a:ln>
            <a:solidFill>
              <a:srgbClr val="85103F"/>
            </a:solidFill>
          </a:ln>
        </p:spPr>
      </p:pic>
      <p:sp>
        <p:nvSpPr>
          <p:cNvPr id="10" name="Right Arrow 9">
            <a:extLst>
              <a:ext uri="{FF2B5EF4-FFF2-40B4-BE49-F238E27FC236}">
                <a16:creationId xmlns:a16="http://schemas.microsoft.com/office/drawing/2014/main" id="{C9725FF0-A2AB-314C-B723-46A8149739A9}"/>
              </a:ext>
            </a:extLst>
          </p:cNvPr>
          <p:cNvSpPr/>
          <p:nvPr/>
        </p:nvSpPr>
        <p:spPr>
          <a:xfrm>
            <a:off x="5095983" y="2175491"/>
            <a:ext cx="1910992" cy="472611"/>
          </a:xfrm>
          <a:prstGeom prst="rightArrow">
            <a:avLst/>
          </a:prstGeom>
          <a:solidFill>
            <a:srgbClr val="851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A2A77A6-BB08-FC40-820A-5B77224D75E7}"/>
              </a:ext>
            </a:extLst>
          </p:cNvPr>
          <p:cNvSpPr/>
          <p:nvPr/>
        </p:nvSpPr>
        <p:spPr>
          <a:xfrm>
            <a:off x="304381" y="2934455"/>
            <a:ext cx="5562163" cy="3004007"/>
          </a:xfrm>
          <a:prstGeom prst="rect">
            <a:avLst/>
          </a:prstGeom>
          <a:noFill/>
          <a:ln>
            <a:solidFill>
              <a:srgbClr val="8510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3">
            <a:extLst>
              <a:ext uri="{FF2B5EF4-FFF2-40B4-BE49-F238E27FC236}">
                <a16:creationId xmlns:a16="http://schemas.microsoft.com/office/drawing/2014/main" id="{40C73666-836E-864A-B60C-3A10B0B6A1E4}"/>
              </a:ext>
            </a:extLst>
          </p:cNvPr>
          <p:cNvSpPr txBox="1">
            <a:spLocks noChangeArrowheads="1"/>
          </p:cNvSpPr>
          <p:nvPr/>
        </p:nvSpPr>
        <p:spPr>
          <a:xfrm>
            <a:off x="324259" y="5519780"/>
            <a:ext cx="3009285" cy="418682"/>
          </a:xfrm>
          <a:prstGeom prst="rect">
            <a:avLst/>
          </a:prstGeom>
          <a:solidFill>
            <a:srgbClr val="FFF3E4"/>
          </a:solidFill>
        </p:spPr>
        <p:txBody>
          <a:bodyPr anchor="ct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SIMPLE BUSINESS PROCESS</a:t>
            </a:r>
          </a:p>
        </p:txBody>
      </p:sp>
      <p:sp>
        <p:nvSpPr>
          <p:cNvPr id="13" name="Rectangle 3">
            <a:extLst>
              <a:ext uri="{FF2B5EF4-FFF2-40B4-BE49-F238E27FC236}">
                <a16:creationId xmlns:a16="http://schemas.microsoft.com/office/drawing/2014/main" id="{B73CFECD-C677-E546-A55C-91FA11EAD731}"/>
              </a:ext>
            </a:extLst>
          </p:cNvPr>
          <p:cNvSpPr txBox="1">
            <a:spLocks noChangeArrowheads="1"/>
          </p:cNvSpPr>
          <p:nvPr/>
        </p:nvSpPr>
        <p:spPr>
          <a:xfrm>
            <a:off x="6364006" y="5960241"/>
            <a:ext cx="3639158" cy="418682"/>
          </a:xfrm>
          <a:prstGeom prst="rect">
            <a:avLst/>
          </a:prstGeom>
          <a:solidFill>
            <a:srgbClr val="FFF3E4"/>
          </a:solidFill>
        </p:spPr>
        <p:txBody>
          <a:bodyPr anchor="ct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t>COMPLETE SYSTEM PROCESS</a:t>
            </a:r>
          </a:p>
        </p:txBody>
      </p:sp>
    </p:spTree>
    <p:extLst>
      <p:ext uri="{BB962C8B-B14F-4D97-AF65-F5344CB8AC3E}">
        <p14:creationId xmlns:p14="http://schemas.microsoft.com/office/powerpoint/2010/main" val="1079515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2C750B3-BB8A-6E49-91C1-ED484211162B}"/>
              </a:ext>
            </a:extLst>
          </p:cNvPr>
          <p:cNvSpPr>
            <a:spLocks noChangeArrowheads="1"/>
          </p:cNvSpPr>
          <p:nvPr/>
        </p:nvSpPr>
        <p:spPr bwMode="auto">
          <a:xfrm>
            <a:off x="679980" y="2143823"/>
            <a:ext cx="4091618" cy="539634"/>
          </a:xfrm>
          <a:prstGeom prst="rect">
            <a:avLst/>
          </a:prstGeom>
          <a:solidFill>
            <a:srgbClr val="85103F"/>
          </a:solidFill>
          <a:ln w="9525">
            <a:noFill/>
            <a:miter lim="800000"/>
            <a:headEnd/>
            <a:tailEnd/>
          </a:ln>
        </p:spPr>
        <p:txBody>
          <a:bodyPr anchor="ctr"/>
          <a:lstStyle/>
          <a:p>
            <a:pPr algn="ctr"/>
            <a:r>
              <a:rPr lang="en-US" sz="2000" dirty="0">
                <a:solidFill>
                  <a:schemeClr val="bg1"/>
                </a:solidFill>
              </a:rPr>
              <a:t>Current Physical Child Diagram</a:t>
            </a:r>
          </a:p>
        </p:txBody>
      </p:sp>
      <p:sp>
        <p:nvSpPr>
          <p:cNvPr id="4" name="Title 1">
            <a:extLst>
              <a:ext uri="{FF2B5EF4-FFF2-40B4-BE49-F238E27FC236}">
                <a16:creationId xmlns:a16="http://schemas.microsoft.com/office/drawing/2014/main" id="{F551FC6A-B8F0-2B41-B4C7-E3156818C119}"/>
              </a:ext>
            </a:extLst>
          </p:cNvPr>
          <p:cNvSpPr txBox="1">
            <a:spLocks noChangeArrowheads="1"/>
          </p:cNvSpPr>
          <p:nvPr/>
        </p:nvSpPr>
        <p:spPr bwMode="auto">
          <a:xfrm>
            <a:off x="248622" y="661192"/>
            <a:ext cx="11542355"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4800" b="1" dirty="0">
                <a:solidFill>
                  <a:srgbClr val="85103F"/>
                </a:solidFill>
              </a:rPr>
              <a:t>COMPARING  CURRENT AND PROPOSED PHYSICAL DFDs: Example</a:t>
            </a:r>
            <a:endParaRPr lang="en-US" altLang="en-US" sz="4800" dirty="0">
              <a:solidFill>
                <a:srgbClr val="85103F"/>
              </a:solidFill>
              <a:latin typeface="Calibri Light" panose="020F0302020204030204" pitchFamily="34" charset="0"/>
            </a:endParaRPr>
          </a:p>
        </p:txBody>
      </p:sp>
      <p:sp>
        <p:nvSpPr>
          <p:cNvPr id="5" name="Rectangle 2">
            <a:extLst>
              <a:ext uri="{FF2B5EF4-FFF2-40B4-BE49-F238E27FC236}">
                <a16:creationId xmlns:a16="http://schemas.microsoft.com/office/drawing/2014/main" id="{0DB55B83-BBC9-364E-A0F6-FFBA0FD7015A}"/>
              </a:ext>
            </a:extLst>
          </p:cNvPr>
          <p:cNvSpPr>
            <a:spLocks noChangeArrowheads="1"/>
          </p:cNvSpPr>
          <p:nvPr/>
        </p:nvSpPr>
        <p:spPr bwMode="auto">
          <a:xfrm>
            <a:off x="7180384" y="2143823"/>
            <a:ext cx="4091618" cy="539634"/>
          </a:xfrm>
          <a:prstGeom prst="rect">
            <a:avLst/>
          </a:prstGeom>
          <a:solidFill>
            <a:srgbClr val="85103F"/>
          </a:solidFill>
          <a:ln w="9525">
            <a:noFill/>
            <a:miter lim="800000"/>
            <a:headEnd/>
            <a:tailEnd/>
          </a:ln>
        </p:spPr>
        <p:txBody>
          <a:bodyPr anchor="ctr"/>
          <a:lstStyle/>
          <a:p>
            <a:pPr algn="ctr"/>
            <a:r>
              <a:rPr lang="en-US" sz="2000" dirty="0">
                <a:solidFill>
                  <a:schemeClr val="bg1"/>
                </a:solidFill>
              </a:rPr>
              <a:t>Proposed Physical Child Diagram</a:t>
            </a:r>
          </a:p>
        </p:txBody>
      </p:sp>
      <p:sp>
        <p:nvSpPr>
          <p:cNvPr id="6" name="Right Arrow 5">
            <a:extLst>
              <a:ext uri="{FF2B5EF4-FFF2-40B4-BE49-F238E27FC236}">
                <a16:creationId xmlns:a16="http://schemas.microsoft.com/office/drawing/2014/main" id="{73AA4E56-D5EE-F249-8DEB-B7875599D22F}"/>
              </a:ext>
            </a:extLst>
          </p:cNvPr>
          <p:cNvSpPr/>
          <p:nvPr/>
        </p:nvSpPr>
        <p:spPr>
          <a:xfrm>
            <a:off x="5095983" y="2175491"/>
            <a:ext cx="1910992" cy="472611"/>
          </a:xfrm>
          <a:prstGeom prst="rightArrow">
            <a:avLst/>
          </a:prstGeom>
          <a:solidFill>
            <a:srgbClr val="851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close up of text on a white background&#10;&#10;Description automatically generated">
            <a:extLst>
              <a:ext uri="{FF2B5EF4-FFF2-40B4-BE49-F238E27FC236}">
                <a16:creationId xmlns:a16="http://schemas.microsoft.com/office/drawing/2014/main" id="{E51EE868-7B88-6F4D-8D72-F57A228C0A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429" y="2761155"/>
            <a:ext cx="5933571" cy="3507572"/>
          </a:xfrm>
          <a:prstGeom prst="rect">
            <a:avLst/>
          </a:prstGeom>
          <a:ln>
            <a:solidFill>
              <a:srgbClr val="85103F"/>
            </a:solidFill>
          </a:ln>
        </p:spPr>
      </p:pic>
      <p:pic>
        <p:nvPicPr>
          <p:cNvPr id="9" name="Picture 8" descr="A picture containing screenshot&#10;&#10;Description automatically generated">
            <a:extLst>
              <a:ext uri="{FF2B5EF4-FFF2-40B4-BE49-F238E27FC236}">
                <a16:creationId xmlns:a16="http://schemas.microsoft.com/office/drawing/2014/main" id="{181716A4-22C3-074E-9280-A90532D8C8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7175" y="2761154"/>
            <a:ext cx="5772396" cy="3507571"/>
          </a:xfrm>
          <a:prstGeom prst="rect">
            <a:avLst/>
          </a:prstGeom>
          <a:ln>
            <a:solidFill>
              <a:srgbClr val="85103F"/>
            </a:solidFill>
          </a:ln>
        </p:spPr>
      </p:pic>
    </p:spTree>
    <p:extLst>
      <p:ext uri="{BB962C8B-B14F-4D97-AF65-F5344CB8AC3E}">
        <p14:creationId xmlns:p14="http://schemas.microsoft.com/office/powerpoint/2010/main" val="3959116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4DED6-3AA9-4DBB-84AF-6902AA84723E}"/>
              </a:ext>
            </a:extLst>
          </p:cNvPr>
          <p:cNvSpPr>
            <a:spLocks noGrp="1"/>
          </p:cNvSpPr>
          <p:nvPr>
            <p:ph type="ctrTitle"/>
          </p:nvPr>
        </p:nvSpPr>
        <p:spPr/>
        <p:txBody>
          <a:bodyPr/>
          <a:lstStyle/>
          <a:p>
            <a:r>
              <a:rPr lang="en-US" b="1" dirty="0">
                <a:solidFill>
                  <a:schemeClr val="bg1"/>
                </a:solidFill>
              </a:rPr>
              <a:t>PART V</a:t>
            </a:r>
            <a:endParaRPr lang="en-MY" b="1" dirty="0">
              <a:solidFill>
                <a:schemeClr val="bg1"/>
              </a:solidFill>
            </a:endParaRPr>
          </a:p>
        </p:txBody>
      </p:sp>
      <p:sp>
        <p:nvSpPr>
          <p:cNvPr id="3" name="Subtitle 2">
            <a:extLst>
              <a:ext uri="{FF2B5EF4-FFF2-40B4-BE49-F238E27FC236}">
                <a16:creationId xmlns:a16="http://schemas.microsoft.com/office/drawing/2014/main" id="{26157C70-9B7A-4F4F-9478-D893D978A2B0}"/>
              </a:ext>
            </a:extLst>
          </p:cNvPr>
          <p:cNvSpPr>
            <a:spLocks noGrp="1"/>
          </p:cNvSpPr>
          <p:nvPr>
            <p:ph type="subTitle" idx="1"/>
          </p:nvPr>
        </p:nvSpPr>
        <p:spPr>
          <a:xfrm>
            <a:off x="4931521" y="3509963"/>
            <a:ext cx="2496695" cy="1655762"/>
          </a:xfrm>
        </p:spPr>
        <p:txBody>
          <a:bodyPr/>
          <a:lstStyle/>
          <a:p>
            <a:pPr lvl="0" algn="l"/>
            <a:r>
              <a:rPr lang="en-MY" sz="3200" dirty="0">
                <a:solidFill>
                  <a:schemeClr val="bg1"/>
                </a:solidFill>
              </a:rPr>
              <a:t>CRUD matrix</a:t>
            </a:r>
          </a:p>
        </p:txBody>
      </p:sp>
    </p:spTree>
    <p:extLst>
      <p:ext uri="{BB962C8B-B14F-4D97-AF65-F5344CB8AC3E}">
        <p14:creationId xmlns:p14="http://schemas.microsoft.com/office/powerpoint/2010/main" val="189470798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8AC8148E-90F3-B342-9A03-D25FCC0B1ED0}"/>
              </a:ext>
            </a:extLst>
          </p:cNvPr>
          <p:cNvSpPr txBox="1">
            <a:spLocks noChangeArrowheads="1"/>
          </p:cNvSpPr>
          <p:nvPr/>
        </p:nvSpPr>
        <p:spPr bwMode="auto">
          <a:xfrm>
            <a:off x="395675" y="636105"/>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FROM PART IV</a:t>
            </a:r>
            <a:endParaRPr lang="en-US" altLang="en-US" sz="5400" dirty="0">
              <a:solidFill>
                <a:srgbClr val="85103F"/>
              </a:solidFill>
              <a:latin typeface="Calibri Light" panose="020F0302020204030204" pitchFamily="34" charset="0"/>
            </a:endParaRPr>
          </a:p>
        </p:txBody>
      </p:sp>
      <p:sp>
        <p:nvSpPr>
          <p:cNvPr id="12" name="Rectangle 3">
            <a:extLst>
              <a:ext uri="{FF2B5EF4-FFF2-40B4-BE49-F238E27FC236}">
                <a16:creationId xmlns:a16="http://schemas.microsoft.com/office/drawing/2014/main" id="{F0E3DC04-3514-A94C-81C2-8ADBC1A2A33D}"/>
              </a:ext>
            </a:extLst>
          </p:cNvPr>
          <p:cNvSpPr txBox="1">
            <a:spLocks noChangeArrowheads="1"/>
          </p:cNvSpPr>
          <p:nvPr/>
        </p:nvSpPr>
        <p:spPr>
          <a:xfrm>
            <a:off x="222755" y="1422677"/>
            <a:ext cx="5430720" cy="578402"/>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5400" b="1" dirty="0"/>
              <a:t>Expectation?</a:t>
            </a:r>
          </a:p>
          <a:p>
            <a:pPr>
              <a:buFont typeface="Wingdings" charset="2"/>
              <a:buChar char="²"/>
            </a:pPr>
            <a:endParaRPr lang="en-US" sz="5400" b="1" dirty="0"/>
          </a:p>
          <a:p>
            <a:pPr>
              <a:buFont typeface="Wingdings" charset="2"/>
              <a:buChar char="²"/>
            </a:pPr>
            <a:endParaRPr lang="en-US" sz="5400" b="1" dirty="0"/>
          </a:p>
        </p:txBody>
      </p:sp>
      <p:sp>
        <p:nvSpPr>
          <p:cNvPr id="13" name="Rectangle 3">
            <a:extLst>
              <a:ext uri="{FF2B5EF4-FFF2-40B4-BE49-F238E27FC236}">
                <a16:creationId xmlns:a16="http://schemas.microsoft.com/office/drawing/2014/main" id="{CEA745AD-267A-CC49-BC08-556FAF73DF0E}"/>
              </a:ext>
            </a:extLst>
          </p:cNvPr>
          <p:cNvSpPr txBox="1">
            <a:spLocks noChangeArrowheads="1"/>
          </p:cNvSpPr>
          <p:nvPr/>
        </p:nvSpPr>
        <p:spPr>
          <a:xfrm>
            <a:off x="395675" y="2266124"/>
            <a:ext cx="11327938" cy="4214191"/>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dirty="0"/>
              <a:t>Understand the difference between LOGICAL and PHYSICAL DFD</a:t>
            </a:r>
          </a:p>
        </p:txBody>
      </p:sp>
      <p:sp>
        <p:nvSpPr>
          <p:cNvPr id="5" name="Rectangle 2">
            <a:extLst>
              <a:ext uri="{FF2B5EF4-FFF2-40B4-BE49-F238E27FC236}">
                <a16:creationId xmlns:a16="http://schemas.microsoft.com/office/drawing/2014/main" id="{DBD1E0EE-C175-DB49-9E50-76B4D56F745A}"/>
              </a:ext>
            </a:extLst>
          </p:cNvPr>
          <p:cNvSpPr>
            <a:spLocks noChangeArrowheads="1"/>
          </p:cNvSpPr>
          <p:nvPr/>
        </p:nvSpPr>
        <p:spPr bwMode="auto">
          <a:xfrm>
            <a:off x="598354" y="2787651"/>
            <a:ext cx="4091618" cy="539634"/>
          </a:xfrm>
          <a:prstGeom prst="rect">
            <a:avLst/>
          </a:prstGeom>
          <a:solidFill>
            <a:srgbClr val="85103F"/>
          </a:solidFill>
          <a:ln w="9525">
            <a:noFill/>
            <a:miter lim="800000"/>
            <a:headEnd/>
            <a:tailEnd/>
          </a:ln>
        </p:spPr>
        <p:txBody>
          <a:bodyPr anchor="ctr"/>
          <a:lstStyle/>
          <a:p>
            <a:pPr algn="ctr"/>
            <a:r>
              <a:rPr lang="en-US" sz="2000" dirty="0">
                <a:solidFill>
                  <a:schemeClr val="bg1"/>
                </a:solidFill>
              </a:rPr>
              <a:t>Current Logical Child Diagram</a:t>
            </a:r>
          </a:p>
        </p:txBody>
      </p:sp>
      <p:sp>
        <p:nvSpPr>
          <p:cNvPr id="6" name="Rectangle 2">
            <a:extLst>
              <a:ext uri="{FF2B5EF4-FFF2-40B4-BE49-F238E27FC236}">
                <a16:creationId xmlns:a16="http://schemas.microsoft.com/office/drawing/2014/main" id="{2F445F51-36DF-BE4D-B615-AA04F725720F}"/>
              </a:ext>
            </a:extLst>
          </p:cNvPr>
          <p:cNvSpPr>
            <a:spLocks noChangeArrowheads="1"/>
          </p:cNvSpPr>
          <p:nvPr/>
        </p:nvSpPr>
        <p:spPr bwMode="auto">
          <a:xfrm>
            <a:off x="7098758" y="2787651"/>
            <a:ext cx="4091618" cy="539634"/>
          </a:xfrm>
          <a:prstGeom prst="rect">
            <a:avLst/>
          </a:prstGeom>
          <a:solidFill>
            <a:srgbClr val="85103F"/>
          </a:solidFill>
          <a:ln w="9525">
            <a:noFill/>
            <a:miter lim="800000"/>
            <a:headEnd/>
            <a:tailEnd/>
          </a:ln>
        </p:spPr>
        <p:txBody>
          <a:bodyPr anchor="ctr"/>
          <a:lstStyle/>
          <a:p>
            <a:pPr algn="ctr"/>
            <a:r>
              <a:rPr lang="en-US" sz="2000" dirty="0">
                <a:solidFill>
                  <a:schemeClr val="bg1"/>
                </a:solidFill>
              </a:rPr>
              <a:t>Physical Child Diagram</a:t>
            </a:r>
          </a:p>
        </p:txBody>
      </p:sp>
      <p:pic>
        <p:nvPicPr>
          <p:cNvPr id="7" name="Picture 6" descr="A screenshot of a cell phone&#10;&#10;Description automatically generated">
            <a:extLst>
              <a:ext uri="{FF2B5EF4-FFF2-40B4-BE49-F238E27FC236}">
                <a16:creationId xmlns:a16="http://schemas.microsoft.com/office/drawing/2014/main" id="{FA9B2E10-14DD-6B44-A344-5231AE098C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2755" y="3725251"/>
            <a:ext cx="5330246" cy="2256951"/>
          </a:xfrm>
          <a:prstGeom prst="rect">
            <a:avLst/>
          </a:prstGeom>
        </p:spPr>
      </p:pic>
      <p:pic>
        <p:nvPicPr>
          <p:cNvPr id="8" name="Picture 7" descr="A picture containing screenshot&#10;&#10;Description automatically generated">
            <a:extLst>
              <a:ext uri="{FF2B5EF4-FFF2-40B4-BE49-F238E27FC236}">
                <a16:creationId xmlns:a16="http://schemas.microsoft.com/office/drawing/2014/main" id="{B53C2FA9-4CC0-AD47-906A-65282CAB5C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2380" y="3578283"/>
            <a:ext cx="5724374" cy="3004007"/>
          </a:xfrm>
          <a:prstGeom prst="rect">
            <a:avLst/>
          </a:prstGeom>
          <a:ln>
            <a:solidFill>
              <a:srgbClr val="85103F"/>
            </a:solidFill>
          </a:ln>
        </p:spPr>
      </p:pic>
      <p:sp>
        <p:nvSpPr>
          <p:cNvPr id="9" name="Right Arrow 8">
            <a:extLst>
              <a:ext uri="{FF2B5EF4-FFF2-40B4-BE49-F238E27FC236}">
                <a16:creationId xmlns:a16="http://schemas.microsoft.com/office/drawing/2014/main" id="{DC6794A6-295C-7742-9613-6B6DBB72803D}"/>
              </a:ext>
            </a:extLst>
          </p:cNvPr>
          <p:cNvSpPr/>
          <p:nvPr/>
        </p:nvSpPr>
        <p:spPr>
          <a:xfrm>
            <a:off x="5014357" y="2819319"/>
            <a:ext cx="1910992" cy="472611"/>
          </a:xfrm>
          <a:prstGeom prst="rightArrow">
            <a:avLst/>
          </a:prstGeom>
          <a:solidFill>
            <a:srgbClr val="8510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A6A14C9-B5F0-E34B-9CAF-ECDCB624A62A}"/>
              </a:ext>
            </a:extLst>
          </p:cNvPr>
          <p:cNvSpPr/>
          <p:nvPr/>
        </p:nvSpPr>
        <p:spPr>
          <a:xfrm>
            <a:off x="222755" y="3578283"/>
            <a:ext cx="5562163" cy="3004007"/>
          </a:xfrm>
          <a:prstGeom prst="rect">
            <a:avLst/>
          </a:prstGeom>
          <a:noFill/>
          <a:ln>
            <a:solidFill>
              <a:srgbClr val="8510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EF34B884-2C31-2642-89D0-61026C0AC70F}"/>
              </a:ext>
            </a:extLst>
          </p:cNvPr>
          <p:cNvSpPr txBox="1"/>
          <p:nvPr/>
        </p:nvSpPr>
        <p:spPr>
          <a:xfrm>
            <a:off x="6282380" y="3327285"/>
            <a:ext cx="5724374" cy="1200329"/>
          </a:xfrm>
          <a:prstGeom prst="rect">
            <a:avLst/>
          </a:prstGeom>
          <a:solidFill>
            <a:schemeClr val="accent2">
              <a:lumMod val="20000"/>
              <a:lumOff val="80000"/>
            </a:schemeClr>
          </a:solidFill>
        </p:spPr>
        <p:txBody>
          <a:bodyPr wrap="square" rtlCol="0">
            <a:spAutoFit/>
          </a:bodyPr>
          <a:lstStyle/>
          <a:p>
            <a:r>
              <a:rPr lang="en-US" dirty="0"/>
              <a:t>Physical DFD are often more complex than Logical DFD – because of the many data stores present in the system. </a:t>
            </a:r>
          </a:p>
          <a:p>
            <a:r>
              <a:rPr lang="en-US" dirty="0"/>
              <a:t>Thus, we can apply CRUD matrix to identify activities that must present in the system</a:t>
            </a:r>
          </a:p>
        </p:txBody>
      </p:sp>
      <p:sp>
        <p:nvSpPr>
          <p:cNvPr id="14" name="Title 1">
            <a:extLst>
              <a:ext uri="{FF2B5EF4-FFF2-40B4-BE49-F238E27FC236}">
                <a16:creationId xmlns:a16="http://schemas.microsoft.com/office/drawing/2014/main" id="{BB2305F2-8021-E94B-B0B8-0F2EDA0FC2EE}"/>
              </a:ext>
            </a:extLst>
          </p:cNvPr>
          <p:cNvSpPr txBox="1">
            <a:spLocks noChangeArrowheads="1"/>
          </p:cNvSpPr>
          <p:nvPr/>
        </p:nvSpPr>
        <p:spPr bwMode="auto">
          <a:xfrm>
            <a:off x="4701310" y="746648"/>
            <a:ext cx="7426035" cy="1268478"/>
          </a:xfrm>
          <a:prstGeom prst="rect">
            <a:avLst/>
          </a:prstGeom>
          <a:solidFill>
            <a:srgbClr val="81103E"/>
          </a:solidFill>
          <a:ln>
            <a:noFill/>
          </a:ln>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1600" dirty="0">
                <a:solidFill>
                  <a:schemeClr val="bg1"/>
                </a:solidFill>
                <a:latin typeface="+mn-lt"/>
              </a:rPr>
              <a:t>NOTE:</a:t>
            </a:r>
          </a:p>
          <a:p>
            <a:pPr>
              <a:lnSpc>
                <a:spcPct val="90000"/>
              </a:lnSpc>
            </a:pPr>
            <a:r>
              <a:rPr lang="en-US" altLang="en-US" sz="1600" dirty="0">
                <a:solidFill>
                  <a:schemeClr val="bg1"/>
                </a:solidFill>
                <a:latin typeface="+mn-lt"/>
              </a:rPr>
              <a:t>PART I – Step 1 (Identify ENTITY, DATA FLOW, PROCESS &amp; DATA STORE)</a:t>
            </a:r>
          </a:p>
          <a:p>
            <a:pPr>
              <a:lnSpc>
                <a:spcPct val="90000"/>
              </a:lnSpc>
            </a:pPr>
            <a:r>
              <a:rPr lang="en-US" altLang="en-US" sz="1600" dirty="0">
                <a:solidFill>
                  <a:schemeClr val="bg1"/>
                </a:solidFill>
                <a:latin typeface="+mn-lt"/>
              </a:rPr>
              <a:t>PART II – Step 2 (CONTEXT DIAGRAM), Step 3 (DIAGRAM 0) &amp; Step 4 (CHILD DIAGRAM)</a:t>
            </a:r>
          </a:p>
          <a:p>
            <a:pPr>
              <a:lnSpc>
                <a:spcPct val="90000"/>
              </a:lnSpc>
            </a:pPr>
            <a:r>
              <a:rPr lang="en-US" altLang="en-US" sz="1600" dirty="0">
                <a:solidFill>
                  <a:schemeClr val="bg1"/>
                </a:solidFill>
                <a:latin typeface="+mn-lt"/>
              </a:rPr>
              <a:t>PART III – Step 5 (Identifying DFD Errors)</a:t>
            </a:r>
          </a:p>
          <a:p>
            <a:pPr>
              <a:lnSpc>
                <a:spcPct val="90000"/>
              </a:lnSpc>
            </a:pPr>
            <a:r>
              <a:rPr lang="en-US" altLang="en-US" sz="1600" dirty="0">
                <a:solidFill>
                  <a:schemeClr val="bg1"/>
                </a:solidFill>
                <a:latin typeface="+mn-lt"/>
              </a:rPr>
              <a:t>PART IV – Step 6 (From Logical to Physical DFD)</a:t>
            </a:r>
          </a:p>
        </p:txBody>
      </p:sp>
    </p:spTree>
    <p:extLst>
      <p:ext uri="{BB962C8B-B14F-4D97-AF65-F5344CB8AC3E}">
        <p14:creationId xmlns:p14="http://schemas.microsoft.com/office/powerpoint/2010/main" val="2426139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4"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3"/>
          <p:cNvSpPr>
            <a:spLocks noGrp="1" noChangeArrowheads="1"/>
          </p:cNvSpPr>
          <p:nvPr>
            <p:ph type="body" idx="4294967295"/>
          </p:nvPr>
        </p:nvSpPr>
        <p:spPr>
          <a:xfrm>
            <a:off x="345898" y="1474860"/>
            <a:ext cx="11260478" cy="4453329"/>
          </a:xfrm>
        </p:spPr>
        <p:txBody>
          <a:bodyPr/>
          <a:lstStyle/>
          <a:p>
            <a:r>
              <a:rPr lang="en-US" sz="3200" dirty="0"/>
              <a:t>The acronym CRUD is often used for</a:t>
            </a:r>
          </a:p>
          <a:p>
            <a:pPr lvl="1"/>
            <a:r>
              <a:rPr lang="en-US" sz="2800" b="1" dirty="0">
                <a:solidFill>
                  <a:srgbClr val="81103E"/>
                </a:solidFill>
              </a:rPr>
              <a:t>C</a:t>
            </a:r>
            <a:r>
              <a:rPr lang="en-US" sz="2800" dirty="0"/>
              <a:t>reate</a:t>
            </a:r>
          </a:p>
          <a:p>
            <a:pPr lvl="1"/>
            <a:r>
              <a:rPr lang="en-US" sz="2800" b="1" dirty="0">
                <a:solidFill>
                  <a:srgbClr val="81103E"/>
                </a:solidFill>
              </a:rPr>
              <a:t>R</a:t>
            </a:r>
            <a:r>
              <a:rPr lang="en-US" sz="2800" dirty="0"/>
              <a:t>ead</a:t>
            </a:r>
          </a:p>
          <a:p>
            <a:pPr lvl="1"/>
            <a:r>
              <a:rPr lang="en-US" sz="2800" b="1" dirty="0">
                <a:solidFill>
                  <a:srgbClr val="81103E"/>
                </a:solidFill>
              </a:rPr>
              <a:t>U</a:t>
            </a:r>
            <a:r>
              <a:rPr lang="en-US" sz="2800" dirty="0"/>
              <a:t>pdate</a:t>
            </a:r>
          </a:p>
          <a:p>
            <a:pPr lvl="1"/>
            <a:r>
              <a:rPr lang="en-US" sz="2800" b="1" dirty="0">
                <a:solidFill>
                  <a:srgbClr val="81103E"/>
                </a:solidFill>
              </a:rPr>
              <a:t>D</a:t>
            </a:r>
            <a:r>
              <a:rPr lang="en-US" sz="2800" dirty="0"/>
              <a:t>elete</a:t>
            </a:r>
          </a:p>
          <a:p>
            <a:r>
              <a:rPr lang="en-US" sz="3200" dirty="0"/>
              <a:t>These are the activities that must be present in a system for each master file (represented as in data store)</a:t>
            </a:r>
          </a:p>
          <a:p>
            <a:r>
              <a:rPr lang="en-US" sz="3200" dirty="0"/>
              <a:t>A CRUD matrix is a tool to represent where each of these processes occurs in a system</a:t>
            </a:r>
          </a:p>
        </p:txBody>
      </p:sp>
      <p:sp>
        <p:nvSpPr>
          <p:cNvPr id="4" name="Title 1">
            <a:extLst>
              <a:ext uri="{FF2B5EF4-FFF2-40B4-BE49-F238E27FC236}">
                <a16:creationId xmlns:a16="http://schemas.microsoft.com/office/drawing/2014/main" id="{61D74D25-D00A-BD46-B399-9C5712DF3736}"/>
              </a:ext>
            </a:extLst>
          </p:cNvPr>
          <p:cNvSpPr txBox="1">
            <a:spLocks noChangeArrowheads="1"/>
          </p:cNvSpPr>
          <p:nvPr/>
        </p:nvSpPr>
        <p:spPr bwMode="auto">
          <a:xfrm>
            <a:off x="427037" y="596900"/>
            <a:ext cx="11419065"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CRUD MATRIX</a:t>
            </a:r>
            <a:endParaRPr lang="en-US" altLang="en-US" sz="54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7492162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5188" y="1420843"/>
            <a:ext cx="7121828" cy="49386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4" name="Title 1">
            <a:extLst>
              <a:ext uri="{FF2B5EF4-FFF2-40B4-BE49-F238E27FC236}">
                <a16:creationId xmlns:a16="http://schemas.microsoft.com/office/drawing/2014/main" id="{98C70046-1D3B-774B-B7BD-1D194F56D270}"/>
              </a:ext>
            </a:extLst>
          </p:cNvPr>
          <p:cNvSpPr txBox="1">
            <a:spLocks noChangeArrowheads="1"/>
          </p:cNvSpPr>
          <p:nvPr/>
        </p:nvSpPr>
        <p:spPr bwMode="auto">
          <a:xfrm>
            <a:off x="427037" y="596900"/>
            <a:ext cx="11419065"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CRUD MATRIX</a:t>
            </a:r>
            <a:endParaRPr lang="en-US" altLang="en-US" sz="54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74059775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3"/>
          <p:cNvSpPr>
            <a:spLocks noGrp="1" noChangeArrowheads="1"/>
          </p:cNvSpPr>
          <p:nvPr>
            <p:ph type="body" idx="4294967295"/>
          </p:nvPr>
        </p:nvSpPr>
        <p:spPr>
          <a:xfrm>
            <a:off x="508571" y="1568450"/>
            <a:ext cx="11174858" cy="5000625"/>
          </a:xfrm>
        </p:spPr>
        <p:txBody>
          <a:bodyPr/>
          <a:lstStyle/>
          <a:p>
            <a:r>
              <a:rPr lang="en-US" sz="3200" dirty="0"/>
              <a:t>An input flow from an external entity is sometimes called a trigger because it starts the activities of a process</a:t>
            </a:r>
          </a:p>
          <a:p>
            <a:r>
              <a:rPr lang="en-US" sz="3200" dirty="0"/>
              <a:t>Events cause the system to do something and act as a trigger to the system</a:t>
            </a:r>
          </a:p>
          <a:p>
            <a:r>
              <a:rPr lang="en-US" sz="3200" dirty="0"/>
              <a:t>An approach to creating physical data flow diagrams is to create a data flow diagram fragment for each unique system event</a:t>
            </a:r>
          </a:p>
        </p:txBody>
      </p:sp>
      <p:sp>
        <p:nvSpPr>
          <p:cNvPr id="4" name="Title 1">
            <a:extLst>
              <a:ext uri="{FF2B5EF4-FFF2-40B4-BE49-F238E27FC236}">
                <a16:creationId xmlns:a16="http://schemas.microsoft.com/office/drawing/2014/main" id="{C28574D7-B059-C94A-B475-120220CC2E9F}"/>
              </a:ext>
            </a:extLst>
          </p:cNvPr>
          <p:cNvSpPr txBox="1">
            <a:spLocks noChangeArrowheads="1"/>
          </p:cNvSpPr>
          <p:nvPr/>
        </p:nvSpPr>
        <p:spPr bwMode="auto">
          <a:xfrm>
            <a:off x="427037" y="596900"/>
            <a:ext cx="11419065"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EVENT MODELING AND DFD</a:t>
            </a:r>
            <a:endParaRPr lang="en-US" altLang="en-US" sz="54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14146531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3"/>
          <p:cNvSpPr>
            <a:spLocks noGrp="1" noChangeArrowheads="1"/>
          </p:cNvSpPr>
          <p:nvPr>
            <p:ph type="body" idx="4294967295"/>
          </p:nvPr>
        </p:nvSpPr>
        <p:spPr>
          <a:xfrm>
            <a:off x="359595" y="1361843"/>
            <a:ext cx="11681717" cy="5000625"/>
          </a:xfrm>
        </p:spPr>
        <p:txBody>
          <a:bodyPr/>
          <a:lstStyle/>
          <a:p>
            <a:r>
              <a:rPr lang="en-US" sz="3200" dirty="0"/>
              <a:t>An event table is used to create a data flow diagram by analyzing each event and the data used and produced by the event</a:t>
            </a:r>
          </a:p>
          <a:p>
            <a:r>
              <a:rPr lang="en-US" sz="3200" dirty="0"/>
              <a:t>Every row in an event table represents a data flow diagram fragment and is used to create a single process on a data flow diagram</a:t>
            </a:r>
          </a:p>
        </p:txBody>
      </p:sp>
      <p:sp>
        <p:nvSpPr>
          <p:cNvPr id="4" name="Title 1">
            <a:extLst>
              <a:ext uri="{FF2B5EF4-FFF2-40B4-BE49-F238E27FC236}">
                <a16:creationId xmlns:a16="http://schemas.microsoft.com/office/drawing/2014/main" id="{F658EE96-CD0E-B043-B9F9-8C6E93EA14A9}"/>
              </a:ext>
            </a:extLst>
          </p:cNvPr>
          <p:cNvSpPr txBox="1">
            <a:spLocks noChangeArrowheads="1"/>
          </p:cNvSpPr>
          <p:nvPr/>
        </p:nvSpPr>
        <p:spPr bwMode="auto">
          <a:xfrm>
            <a:off x="427037" y="596900"/>
            <a:ext cx="11419065"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EVENT RESPONSE TABLE</a:t>
            </a:r>
            <a:endParaRPr lang="en-US" altLang="en-US" sz="54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317139571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2"/>
          <p:cNvSpPr>
            <a:spLocks noGrp="1" noChangeArrowheads="1"/>
          </p:cNvSpPr>
          <p:nvPr>
            <p:ph type="title" idx="4294967295"/>
          </p:nvPr>
        </p:nvSpPr>
        <p:spPr>
          <a:xfrm>
            <a:off x="8517276" y="1885950"/>
            <a:ext cx="3674724" cy="635000"/>
          </a:xfrm>
        </p:spPr>
        <p:txBody>
          <a:bodyPr/>
          <a:lstStyle/>
          <a:p>
            <a:r>
              <a:rPr lang="en-US" sz="2000" dirty="0"/>
              <a:t>Example Internet Storefront Event Response Table</a:t>
            </a:r>
          </a:p>
        </p:txBody>
      </p:sp>
      <p:pic>
        <p:nvPicPr>
          <p:cNvPr id="54277"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2483" y="1231900"/>
            <a:ext cx="7994793" cy="54178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4" name="Title 1">
            <a:extLst>
              <a:ext uri="{FF2B5EF4-FFF2-40B4-BE49-F238E27FC236}">
                <a16:creationId xmlns:a16="http://schemas.microsoft.com/office/drawing/2014/main" id="{95317774-9B0D-A34F-A8EA-A30336FD5BD1}"/>
              </a:ext>
            </a:extLst>
          </p:cNvPr>
          <p:cNvSpPr txBox="1">
            <a:spLocks noChangeArrowheads="1"/>
          </p:cNvSpPr>
          <p:nvPr/>
        </p:nvSpPr>
        <p:spPr bwMode="auto">
          <a:xfrm>
            <a:off x="427037" y="596900"/>
            <a:ext cx="11419065"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EVENT RESPONSE TABLE</a:t>
            </a:r>
            <a:endParaRPr lang="en-US" altLang="en-US" sz="54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169595795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2"/>
          <p:cNvSpPr>
            <a:spLocks noGrp="1" noChangeArrowheads="1"/>
          </p:cNvSpPr>
          <p:nvPr>
            <p:ph type="title" idx="4294967295"/>
          </p:nvPr>
        </p:nvSpPr>
        <p:spPr>
          <a:xfrm>
            <a:off x="7322713" y="2006742"/>
            <a:ext cx="4150760" cy="635000"/>
          </a:xfrm>
        </p:spPr>
        <p:txBody>
          <a:bodyPr/>
          <a:lstStyle/>
          <a:p>
            <a:r>
              <a:rPr lang="en-US" sz="2000" dirty="0"/>
              <a:t>DFD of the Internet Storefront Event Response Table (from previous slide)</a:t>
            </a:r>
          </a:p>
        </p:txBody>
      </p:sp>
      <p:pic>
        <p:nvPicPr>
          <p:cNvPr id="5530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037" y="1352692"/>
            <a:ext cx="6895676" cy="5249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4" name="Title 1">
            <a:extLst>
              <a:ext uri="{FF2B5EF4-FFF2-40B4-BE49-F238E27FC236}">
                <a16:creationId xmlns:a16="http://schemas.microsoft.com/office/drawing/2014/main" id="{892041BA-0C3D-A34A-A253-87B979B4D2E2}"/>
              </a:ext>
            </a:extLst>
          </p:cNvPr>
          <p:cNvSpPr txBox="1">
            <a:spLocks noChangeArrowheads="1"/>
          </p:cNvSpPr>
          <p:nvPr/>
        </p:nvSpPr>
        <p:spPr bwMode="auto">
          <a:xfrm>
            <a:off x="427037" y="596900"/>
            <a:ext cx="11419065"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EVENT RESPONSE TABLE </a:t>
            </a:r>
            <a:r>
              <a:rPr lang="en-US" altLang="en-US" sz="5400" b="1" dirty="0">
                <a:solidFill>
                  <a:srgbClr val="85103F"/>
                </a:solidFill>
                <a:sym typeface="Wingdings" pitchFamily="2" charset="2"/>
              </a:rPr>
              <a:t> DFD</a:t>
            </a:r>
            <a:endParaRPr lang="en-US" altLang="en-US" sz="54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80914475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30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3580" y="1712289"/>
            <a:ext cx="5336765" cy="40630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
        <p:nvSpPr>
          <p:cNvPr id="4" name="Title 1">
            <a:extLst>
              <a:ext uri="{FF2B5EF4-FFF2-40B4-BE49-F238E27FC236}">
                <a16:creationId xmlns:a16="http://schemas.microsoft.com/office/drawing/2014/main" id="{892041BA-0C3D-A34A-A253-87B979B4D2E2}"/>
              </a:ext>
            </a:extLst>
          </p:cNvPr>
          <p:cNvSpPr txBox="1">
            <a:spLocks noChangeArrowheads="1"/>
          </p:cNvSpPr>
          <p:nvPr/>
        </p:nvSpPr>
        <p:spPr bwMode="auto">
          <a:xfrm>
            <a:off x="427037" y="596900"/>
            <a:ext cx="11419065"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EVENT RESPONSE TABLE </a:t>
            </a:r>
            <a:r>
              <a:rPr lang="en-US" altLang="en-US" sz="5400" b="1" dirty="0">
                <a:solidFill>
                  <a:srgbClr val="85103F"/>
                </a:solidFill>
                <a:sym typeface="Wingdings" pitchFamily="2" charset="2"/>
              </a:rPr>
              <a:t> DFD</a:t>
            </a:r>
            <a:endParaRPr lang="en-US" altLang="en-US" sz="5400" dirty="0">
              <a:solidFill>
                <a:srgbClr val="85103F"/>
              </a:solidFill>
              <a:latin typeface="Calibri Light" panose="020F0302020204030204" pitchFamily="34" charset="0"/>
            </a:endParaRPr>
          </a:p>
        </p:txBody>
      </p:sp>
      <p:pic>
        <p:nvPicPr>
          <p:cNvPr id="5" name="Picture 7">
            <a:extLst>
              <a:ext uri="{FF2B5EF4-FFF2-40B4-BE49-F238E27FC236}">
                <a16:creationId xmlns:a16="http://schemas.microsoft.com/office/drawing/2014/main" id="{080944AB-1957-3649-AF01-B7E75299261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2231" y="1837444"/>
            <a:ext cx="5626190" cy="38127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spTree>
    <p:extLst>
      <p:ext uri="{BB962C8B-B14F-4D97-AF65-F5344CB8AC3E}">
        <p14:creationId xmlns:p14="http://schemas.microsoft.com/office/powerpoint/2010/main" val="352479145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A4B59106-F67C-AC4E-9DC3-C4E06348B355}"/>
              </a:ext>
            </a:extLst>
          </p:cNvPr>
          <p:cNvSpPr txBox="1">
            <a:spLocks noChangeArrowheads="1"/>
          </p:cNvSpPr>
          <p:nvPr/>
        </p:nvSpPr>
        <p:spPr bwMode="auto">
          <a:xfrm>
            <a:off x="334585" y="375578"/>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WHAT’S IMPORTANT?</a:t>
            </a:r>
            <a:endParaRPr lang="en-US" altLang="en-US" sz="5400" dirty="0">
              <a:solidFill>
                <a:srgbClr val="85103F"/>
              </a:solidFill>
              <a:latin typeface="Calibri Light" panose="020F0302020204030204" pitchFamily="34" charset="0"/>
            </a:endParaRPr>
          </a:p>
        </p:txBody>
      </p:sp>
      <p:pic>
        <p:nvPicPr>
          <p:cNvPr id="5" name="Picture 4" descr="Diagram&#10;&#10;Description automatically generated">
            <a:extLst>
              <a:ext uri="{FF2B5EF4-FFF2-40B4-BE49-F238E27FC236}">
                <a16:creationId xmlns:a16="http://schemas.microsoft.com/office/drawing/2014/main" id="{D128754B-18CA-C74D-B238-CA762979C5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50510" y="2281441"/>
            <a:ext cx="4499541" cy="2339861"/>
          </a:xfrm>
          <a:prstGeom prst="rect">
            <a:avLst/>
          </a:prstGeom>
        </p:spPr>
      </p:pic>
      <p:pic>
        <p:nvPicPr>
          <p:cNvPr id="16" name="Picture 4">
            <a:extLst>
              <a:ext uri="{FF2B5EF4-FFF2-40B4-BE49-F238E27FC236}">
                <a16:creationId xmlns:a16="http://schemas.microsoft.com/office/drawing/2014/main" id="{FE08B0C0-EE83-0345-ACAC-7F69FB6118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585" y="2390196"/>
            <a:ext cx="2895863" cy="20081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17" name="Picture 7">
            <a:extLst>
              <a:ext uri="{FF2B5EF4-FFF2-40B4-BE49-F238E27FC236}">
                <a16:creationId xmlns:a16="http://schemas.microsoft.com/office/drawing/2014/main" id="{07F345BA-F144-B745-8152-416CCBA878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3664" y="2255273"/>
            <a:ext cx="3361516" cy="22780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18" name="Picture 6" descr="20 Grunge Arrow (PNG Transparent) | OnlyGFX.com">
            <a:extLst>
              <a:ext uri="{FF2B5EF4-FFF2-40B4-BE49-F238E27FC236}">
                <a16:creationId xmlns:a16="http://schemas.microsoft.com/office/drawing/2014/main" id="{ABBC2723-686A-8B4A-AFED-363DCE33424D}"/>
              </a:ext>
            </a:extLst>
          </p:cNvPr>
          <p:cNvPicPr>
            <a:picLocks noChangeAspect="1" noChangeArrowheads="1"/>
          </p:cNvPicPr>
          <p:nvPr/>
        </p:nvPicPr>
        <p:blipFill>
          <a:blip r:embed="rId5">
            <a:duotone>
              <a:prstClr val="black"/>
              <a:srgbClr val="81103E">
                <a:tint val="45000"/>
                <a:satMod val="400000"/>
              </a:srgbClr>
            </a:duotone>
            <a:extLst>
              <a:ext uri="{28A0092B-C50C-407E-A947-70E740481C1C}">
                <a14:useLocalDpi xmlns:a14="http://schemas.microsoft.com/office/drawing/2010/main" val="0"/>
              </a:ext>
            </a:extLst>
          </a:blip>
          <a:srcRect/>
          <a:stretch>
            <a:fillRect/>
          </a:stretch>
        </p:blipFill>
        <p:spPr bwMode="auto">
          <a:xfrm>
            <a:off x="2291719" y="3115830"/>
            <a:ext cx="1496008" cy="97155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6" descr="20 Grunge Arrow (PNG Transparent) | OnlyGFX.com">
            <a:extLst>
              <a:ext uri="{FF2B5EF4-FFF2-40B4-BE49-F238E27FC236}">
                <a16:creationId xmlns:a16="http://schemas.microsoft.com/office/drawing/2014/main" id="{528BD49C-A979-404E-B700-942E4571E25F}"/>
              </a:ext>
            </a:extLst>
          </p:cNvPr>
          <p:cNvPicPr>
            <a:picLocks noChangeAspect="1" noChangeArrowheads="1"/>
          </p:cNvPicPr>
          <p:nvPr/>
        </p:nvPicPr>
        <p:blipFill>
          <a:blip r:embed="rId5">
            <a:duotone>
              <a:prstClr val="black"/>
              <a:srgbClr val="81103E">
                <a:tint val="45000"/>
                <a:satMod val="400000"/>
              </a:srgbClr>
            </a:duotone>
            <a:extLst>
              <a:ext uri="{28A0092B-C50C-407E-A947-70E740481C1C}">
                <a14:useLocalDpi xmlns:a14="http://schemas.microsoft.com/office/drawing/2010/main" val="0"/>
              </a:ext>
            </a:extLst>
          </a:blip>
          <a:srcRect/>
          <a:stretch>
            <a:fillRect/>
          </a:stretch>
        </p:blipFill>
        <p:spPr bwMode="auto">
          <a:xfrm>
            <a:off x="6387176" y="3115830"/>
            <a:ext cx="1496008" cy="971550"/>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71303A5D-6870-8947-B06C-7F7677DF6B6E}"/>
              </a:ext>
            </a:extLst>
          </p:cNvPr>
          <p:cNvSpPr txBox="1"/>
          <p:nvPr/>
        </p:nvSpPr>
        <p:spPr>
          <a:xfrm>
            <a:off x="663459" y="4359692"/>
            <a:ext cx="2238113" cy="523220"/>
          </a:xfrm>
          <a:prstGeom prst="rect">
            <a:avLst/>
          </a:prstGeom>
          <a:noFill/>
        </p:spPr>
        <p:txBody>
          <a:bodyPr wrap="none" rtlCol="0">
            <a:spAutoFit/>
          </a:bodyPr>
          <a:lstStyle/>
          <a:p>
            <a:r>
              <a:rPr lang="en-US" sz="2800" dirty="0"/>
              <a:t>CRUD MATRIX</a:t>
            </a:r>
          </a:p>
        </p:txBody>
      </p:sp>
      <p:sp>
        <p:nvSpPr>
          <p:cNvPr id="21" name="TextBox 20">
            <a:extLst>
              <a:ext uri="{FF2B5EF4-FFF2-40B4-BE49-F238E27FC236}">
                <a16:creationId xmlns:a16="http://schemas.microsoft.com/office/drawing/2014/main" id="{3F5EE6FC-24BC-EA4A-BB8F-FDCDBC5E6130}"/>
              </a:ext>
            </a:extLst>
          </p:cNvPr>
          <p:cNvSpPr txBox="1"/>
          <p:nvPr/>
        </p:nvSpPr>
        <p:spPr>
          <a:xfrm>
            <a:off x="3787727" y="4494617"/>
            <a:ext cx="3712876" cy="523220"/>
          </a:xfrm>
          <a:prstGeom prst="rect">
            <a:avLst/>
          </a:prstGeom>
          <a:noFill/>
        </p:spPr>
        <p:txBody>
          <a:bodyPr wrap="none" rtlCol="0">
            <a:spAutoFit/>
          </a:bodyPr>
          <a:lstStyle/>
          <a:p>
            <a:r>
              <a:rPr lang="en-US" sz="2800" dirty="0"/>
              <a:t>EVENT RESPONSE TABLE</a:t>
            </a:r>
          </a:p>
        </p:txBody>
      </p:sp>
      <p:sp>
        <p:nvSpPr>
          <p:cNvPr id="23" name="TextBox 22">
            <a:extLst>
              <a:ext uri="{FF2B5EF4-FFF2-40B4-BE49-F238E27FC236}">
                <a16:creationId xmlns:a16="http://schemas.microsoft.com/office/drawing/2014/main" id="{B078D4D0-EEFF-8046-AA66-646571586F23}"/>
              </a:ext>
            </a:extLst>
          </p:cNvPr>
          <p:cNvSpPr txBox="1"/>
          <p:nvPr/>
        </p:nvSpPr>
        <p:spPr>
          <a:xfrm>
            <a:off x="7883184" y="4494617"/>
            <a:ext cx="3414717" cy="523220"/>
          </a:xfrm>
          <a:prstGeom prst="rect">
            <a:avLst/>
          </a:prstGeom>
          <a:noFill/>
        </p:spPr>
        <p:txBody>
          <a:bodyPr wrap="none" rtlCol="0">
            <a:spAutoFit/>
          </a:bodyPr>
          <a:lstStyle/>
          <a:p>
            <a:r>
              <a:rPr lang="en-US" sz="2800" dirty="0"/>
              <a:t>DATA FLOW DIAGRAM</a:t>
            </a:r>
          </a:p>
        </p:txBody>
      </p:sp>
    </p:spTree>
    <p:extLst>
      <p:ext uri="{BB962C8B-B14F-4D97-AF65-F5344CB8AC3E}">
        <p14:creationId xmlns:p14="http://schemas.microsoft.com/office/powerpoint/2010/main" val="2456652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1" grpId="0"/>
      <p:bldP spid="23"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4DED6-3AA9-4DBB-84AF-6902AA84723E}"/>
              </a:ext>
            </a:extLst>
          </p:cNvPr>
          <p:cNvSpPr>
            <a:spLocks noGrp="1"/>
          </p:cNvSpPr>
          <p:nvPr>
            <p:ph type="ctrTitle"/>
          </p:nvPr>
        </p:nvSpPr>
        <p:spPr/>
        <p:txBody>
          <a:bodyPr/>
          <a:lstStyle/>
          <a:p>
            <a:r>
              <a:rPr lang="en-US" b="1" dirty="0">
                <a:solidFill>
                  <a:schemeClr val="bg1"/>
                </a:solidFill>
              </a:rPr>
              <a:t>PART VI</a:t>
            </a:r>
            <a:endParaRPr lang="en-MY" b="1" dirty="0">
              <a:solidFill>
                <a:schemeClr val="bg1"/>
              </a:solidFill>
            </a:endParaRPr>
          </a:p>
        </p:txBody>
      </p:sp>
      <p:sp>
        <p:nvSpPr>
          <p:cNvPr id="3" name="Subtitle 2">
            <a:extLst>
              <a:ext uri="{FF2B5EF4-FFF2-40B4-BE49-F238E27FC236}">
                <a16:creationId xmlns:a16="http://schemas.microsoft.com/office/drawing/2014/main" id="{26157C70-9B7A-4F4F-9478-D893D978A2B0}"/>
              </a:ext>
            </a:extLst>
          </p:cNvPr>
          <p:cNvSpPr>
            <a:spLocks noGrp="1"/>
          </p:cNvSpPr>
          <p:nvPr>
            <p:ph type="subTitle" idx="1"/>
          </p:nvPr>
        </p:nvSpPr>
        <p:spPr>
          <a:xfrm>
            <a:off x="4654118" y="3603677"/>
            <a:ext cx="4448785" cy="1655762"/>
          </a:xfrm>
        </p:spPr>
        <p:txBody>
          <a:bodyPr/>
          <a:lstStyle/>
          <a:p>
            <a:pPr lvl="0" algn="l"/>
            <a:r>
              <a:rPr lang="en-MY" sz="3200" dirty="0">
                <a:solidFill>
                  <a:schemeClr val="bg1"/>
                </a:solidFill>
              </a:rPr>
              <a:t>Partitioning DFD</a:t>
            </a:r>
          </a:p>
        </p:txBody>
      </p:sp>
    </p:spTree>
    <p:extLst>
      <p:ext uri="{BB962C8B-B14F-4D97-AF65-F5344CB8AC3E}">
        <p14:creationId xmlns:p14="http://schemas.microsoft.com/office/powerpoint/2010/main" val="160615149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8AC8148E-90F3-B342-9A03-D25FCC0B1ED0}"/>
              </a:ext>
            </a:extLst>
          </p:cNvPr>
          <p:cNvSpPr txBox="1">
            <a:spLocks noChangeArrowheads="1"/>
          </p:cNvSpPr>
          <p:nvPr/>
        </p:nvSpPr>
        <p:spPr bwMode="auto">
          <a:xfrm>
            <a:off x="395675" y="636105"/>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FROM PART IV</a:t>
            </a:r>
            <a:endParaRPr lang="en-US" altLang="en-US" sz="5400" dirty="0">
              <a:solidFill>
                <a:srgbClr val="85103F"/>
              </a:solidFill>
              <a:latin typeface="Calibri Light" panose="020F0302020204030204" pitchFamily="34" charset="0"/>
            </a:endParaRPr>
          </a:p>
        </p:txBody>
      </p:sp>
      <p:sp>
        <p:nvSpPr>
          <p:cNvPr id="12" name="Rectangle 3">
            <a:extLst>
              <a:ext uri="{FF2B5EF4-FFF2-40B4-BE49-F238E27FC236}">
                <a16:creationId xmlns:a16="http://schemas.microsoft.com/office/drawing/2014/main" id="{F0E3DC04-3514-A94C-81C2-8ADBC1A2A33D}"/>
              </a:ext>
            </a:extLst>
          </p:cNvPr>
          <p:cNvSpPr txBox="1">
            <a:spLocks noChangeArrowheads="1"/>
          </p:cNvSpPr>
          <p:nvPr/>
        </p:nvSpPr>
        <p:spPr>
          <a:xfrm>
            <a:off x="498140" y="1289935"/>
            <a:ext cx="5430720" cy="578402"/>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5400" b="1" dirty="0"/>
              <a:t>Expectation?</a:t>
            </a:r>
          </a:p>
          <a:p>
            <a:pPr>
              <a:buFont typeface="Wingdings" charset="2"/>
              <a:buChar char="²"/>
            </a:pPr>
            <a:endParaRPr lang="en-US" sz="5400" b="1" dirty="0"/>
          </a:p>
          <a:p>
            <a:pPr>
              <a:buFont typeface="Wingdings" charset="2"/>
              <a:buChar char="²"/>
            </a:pPr>
            <a:endParaRPr lang="en-US" sz="5400" b="1" dirty="0"/>
          </a:p>
        </p:txBody>
      </p:sp>
      <p:sp>
        <p:nvSpPr>
          <p:cNvPr id="11" name="Rectangle 3">
            <a:extLst>
              <a:ext uri="{FF2B5EF4-FFF2-40B4-BE49-F238E27FC236}">
                <a16:creationId xmlns:a16="http://schemas.microsoft.com/office/drawing/2014/main" id="{94986873-4ECD-5048-A330-50DCC3E09C94}"/>
              </a:ext>
            </a:extLst>
          </p:cNvPr>
          <p:cNvSpPr txBox="1">
            <a:spLocks noChangeArrowheads="1"/>
          </p:cNvSpPr>
          <p:nvPr/>
        </p:nvSpPr>
        <p:spPr>
          <a:xfrm>
            <a:off x="4274049" y="1450002"/>
            <a:ext cx="5763802" cy="575989"/>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3200" dirty="0"/>
              <a:t>EVERYTHING in PART I – PART V</a:t>
            </a:r>
          </a:p>
        </p:txBody>
      </p:sp>
      <p:pic>
        <p:nvPicPr>
          <p:cNvPr id="3" name="Picture 2" descr="Text&#10;&#10;Description automatically generated">
            <a:extLst>
              <a:ext uri="{FF2B5EF4-FFF2-40B4-BE49-F238E27FC236}">
                <a16:creationId xmlns:a16="http://schemas.microsoft.com/office/drawing/2014/main" id="{CC552A3E-E0B7-DB4E-8146-93606E80F831}"/>
              </a:ext>
            </a:extLst>
          </p:cNvPr>
          <p:cNvPicPr>
            <a:picLocks noChangeAspect="1"/>
          </p:cNvPicPr>
          <p:nvPr/>
        </p:nvPicPr>
        <p:blipFill rotWithShape="1">
          <a:blip r:embed="rId2">
            <a:extLst>
              <a:ext uri="{28A0092B-C50C-407E-A947-70E740481C1C}">
                <a14:useLocalDpi xmlns:a14="http://schemas.microsoft.com/office/drawing/2010/main" val="0"/>
              </a:ext>
            </a:extLst>
          </a:blip>
          <a:srcRect t="33706"/>
          <a:stretch/>
        </p:blipFill>
        <p:spPr>
          <a:xfrm>
            <a:off x="566643" y="2522167"/>
            <a:ext cx="4728239" cy="1479680"/>
          </a:xfrm>
          <a:prstGeom prst="rect">
            <a:avLst/>
          </a:prstGeom>
        </p:spPr>
      </p:pic>
      <p:pic>
        <p:nvPicPr>
          <p:cNvPr id="6146" name="Picture 2" descr="Business Requirement Analysis and Why It's Important - AnAr Solutions Pvt.  Ltd.">
            <a:extLst>
              <a:ext uri="{FF2B5EF4-FFF2-40B4-BE49-F238E27FC236}">
                <a16:creationId xmlns:a16="http://schemas.microsoft.com/office/drawing/2014/main" id="{1C58F3EE-D39E-2349-9231-7B4BF07292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2364" y="4221801"/>
            <a:ext cx="3088669" cy="2283958"/>
          </a:xfrm>
          <a:prstGeom prst="rect">
            <a:avLst/>
          </a:prstGeom>
          <a:noFill/>
          <a:extLst>
            <a:ext uri="{909E8E84-426E-40DD-AFC4-6F175D3DCCD1}">
              <a14:hiddenFill xmlns:a14="http://schemas.microsoft.com/office/drawing/2010/main">
                <a:solidFill>
                  <a:srgbClr val="FFFFFF"/>
                </a:solidFill>
              </a14:hiddenFill>
            </a:ext>
          </a:extLst>
        </p:spPr>
      </p:pic>
      <p:grpSp>
        <p:nvGrpSpPr>
          <p:cNvPr id="17" name="Group 16">
            <a:extLst>
              <a:ext uri="{FF2B5EF4-FFF2-40B4-BE49-F238E27FC236}">
                <a16:creationId xmlns:a16="http://schemas.microsoft.com/office/drawing/2014/main" id="{ADE8E586-7E18-1647-A1E9-876AE3427F3E}"/>
              </a:ext>
            </a:extLst>
          </p:cNvPr>
          <p:cNvGrpSpPr/>
          <p:nvPr/>
        </p:nvGrpSpPr>
        <p:grpSpPr>
          <a:xfrm rot="20352821">
            <a:off x="-10831" y="1345034"/>
            <a:ext cx="2816263" cy="2816263"/>
            <a:chOff x="6263142" y="1862968"/>
            <a:chExt cx="2816263" cy="2816263"/>
          </a:xfrm>
        </p:grpSpPr>
        <p:pic>
          <p:nvPicPr>
            <p:cNvPr id="6148" name="Picture 4" descr="Yellow page marker sticker - Transparent PNG &amp; SVG vector file">
              <a:extLst>
                <a:ext uri="{FF2B5EF4-FFF2-40B4-BE49-F238E27FC236}">
                  <a16:creationId xmlns:a16="http://schemas.microsoft.com/office/drawing/2014/main" id="{55CF85D3-900B-7C4D-A45A-962791D633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63142" y="1862968"/>
              <a:ext cx="2816263" cy="2816263"/>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3">
              <a:extLst>
                <a:ext uri="{FF2B5EF4-FFF2-40B4-BE49-F238E27FC236}">
                  <a16:creationId xmlns:a16="http://schemas.microsoft.com/office/drawing/2014/main" id="{9092761B-5AA2-F647-B0E3-7B7B2F0B2B4A}"/>
                </a:ext>
              </a:extLst>
            </p:cNvPr>
            <p:cNvSpPr txBox="1">
              <a:spLocks noChangeArrowheads="1"/>
            </p:cNvSpPr>
            <p:nvPr/>
          </p:nvSpPr>
          <p:spPr>
            <a:xfrm>
              <a:off x="6783432" y="3070505"/>
              <a:ext cx="1490927" cy="489750"/>
            </a:xfrm>
            <a:prstGeom prst="rect">
              <a:avLst/>
            </a:prstGeom>
            <a:noFill/>
            <a:ln>
              <a:noFill/>
            </a:ln>
          </p:spPr>
          <p:txBody>
            <a:bodyPr anchor="ct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t>Case Study</a:t>
              </a:r>
            </a:p>
          </p:txBody>
        </p:sp>
      </p:grpSp>
      <p:grpSp>
        <p:nvGrpSpPr>
          <p:cNvPr id="2" name="Group 1">
            <a:extLst>
              <a:ext uri="{FF2B5EF4-FFF2-40B4-BE49-F238E27FC236}">
                <a16:creationId xmlns:a16="http://schemas.microsoft.com/office/drawing/2014/main" id="{D7458BF1-707D-E841-907C-5347B823D4F3}"/>
              </a:ext>
            </a:extLst>
          </p:cNvPr>
          <p:cNvGrpSpPr/>
          <p:nvPr/>
        </p:nvGrpSpPr>
        <p:grpSpPr>
          <a:xfrm>
            <a:off x="3074780" y="4310999"/>
            <a:ext cx="2816263" cy="2816263"/>
            <a:chOff x="3074780" y="4310999"/>
            <a:chExt cx="2816263" cy="2816263"/>
          </a:xfrm>
        </p:grpSpPr>
        <p:pic>
          <p:nvPicPr>
            <p:cNvPr id="22" name="Picture 4" descr="Yellow page marker sticker - Transparent PNG &amp; SVG vector file">
              <a:extLst>
                <a:ext uri="{FF2B5EF4-FFF2-40B4-BE49-F238E27FC236}">
                  <a16:creationId xmlns:a16="http://schemas.microsoft.com/office/drawing/2014/main" id="{A71E9345-A23E-D64C-9BCB-951E810232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0352821">
              <a:off x="3074780" y="4310999"/>
              <a:ext cx="2816263" cy="2816263"/>
            </a:xfrm>
            <a:prstGeom prst="rect">
              <a:avLst/>
            </a:prstGeom>
            <a:noFill/>
            <a:extLst>
              <a:ext uri="{909E8E84-426E-40DD-AFC4-6F175D3DCCD1}">
                <a14:hiddenFill xmlns:a14="http://schemas.microsoft.com/office/drawing/2010/main">
                  <a:solidFill>
                    <a:srgbClr val="FFFFFF"/>
                  </a:solidFill>
                </a14:hiddenFill>
              </a:ext>
            </a:extLst>
          </p:spPr>
        </p:pic>
        <p:sp>
          <p:nvSpPr>
            <p:cNvPr id="23" name="Rectangle 3">
              <a:extLst>
                <a:ext uri="{FF2B5EF4-FFF2-40B4-BE49-F238E27FC236}">
                  <a16:creationId xmlns:a16="http://schemas.microsoft.com/office/drawing/2014/main" id="{DA235FE1-47FF-044D-AC2D-D4E512ADE6BE}"/>
                </a:ext>
              </a:extLst>
            </p:cNvPr>
            <p:cNvSpPr txBox="1">
              <a:spLocks noChangeArrowheads="1"/>
            </p:cNvSpPr>
            <p:nvPr/>
          </p:nvSpPr>
          <p:spPr>
            <a:xfrm rot="20352821">
              <a:off x="3528585" y="5604192"/>
              <a:ext cx="1490927" cy="489750"/>
            </a:xfrm>
            <a:prstGeom prst="rect">
              <a:avLst/>
            </a:prstGeom>
            <a:noFill/>
            <a:ln>
              <a:noFill/>
            </a:ln>
          </p:spPr>
          <p:txBody>
            <a:bodyPr anchor="ct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t>Project</a:t>
              </a:r>
            </a:p>
          </p:txBody>
        </p:sp>
      </p:grpSp>
      <p:pic>
        <p:nvPicPr>
          <p:cNvPr id="6150" name="Picture 6" descr="20 Grunge Arrow (PNG Transparent) | OnlyGFX.com">
            <a:extLst>
              <a:ext uri="{FF2B5EF4-FFF2-40B4-BE49-F238E27FC236}">
                <a16:creationId xmlns:a16="http://schemas.microsoft.com/office/drawing/2014/main" id="{9FDBE7C8-A92A-5047-AAE8-C9F4171E9D18}"/>
              </a:ext>
            </a:extLst>
          </p:cNvPr>
          <p:cNvPicPr>
            <a:picLocks noChangeAspect="1" noChangeArrowheads="1"/>
          </p:cNvPicPr>
          <p:nvPr/>
        </p:nvPicPr>
        <p:blipFill>
          <a:blip r:embed="rId5">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294882" y="3495973"/>
            <a:ext cx="1819746" cy="1181795"/>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5">
            <a:extLst>
              <a:ext uri="{FF2B5EF4-FFF2-40B4-BE49-F238E27FC236}">
                <a16:creationId xmlns:a16="http://schemas.microsoft.com/office/drawing/2014/main" id="{3E409E9A-1572-6043-B017-C4D105A4C6E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115583" y="2065873"/>
            <a:ext cx="2664244" cy="97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26" name="Picture 7">
            <a:extLst>
              <a:ext uri="{FF2B5EF4-FFF2-40B4-BE49-F238E27FC236}">
                <a16:creationId xmlns:a16="http://schemas.microsoft.com/office/drawing/2014/main" id="{D7C2F2D8-0F63-D242-A493-EB6DF6CA456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19817" y="3152194"/>
            <a:ext cx="1955726" cy="1412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pic>
        <p:nvPicPr>
          <p:cNvPr id="27" name="Picture 26" descr="Chart, waterfall chart&#10;&#10;Description automatically generated">
            <a:extLst>
              <a:ext uri="{FF2B5EF4-FFF2-40B4-BE49-F238E27FC236}">
                <a16:creationId xmlns:a16="http://schemas.microsoft.com/office/drawing/2014/main" id="{8F3A2D99-0E33-8346-AF15-F27CC6612C3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115583" y="4715727"/>
            <a:ext cx="2664945" cy="1765357"/>
          </a:xfrm>
          <a:prstGeom prst="rect">
            <a:avLst/>
          </a:prstGeom>
        </p:spPr>
      </p:pic>
      <p:sp>
        <p:nvSpPr>
          <p:cNvPr id="28" name="Rectangle 2">
            <a:extLst>
              <a:ext uri="{FF2B5EF4-FFF2-40B4-BE49-F238E27FC236}">
                <a16:creationId xmlns:a16="http://schemas.microsoft.com/office/drawing/2014/main" id="{8C5D0C7C-1728-4147-8D79-9ED9D66C058E}"/>
              </a:ext>
            </a:extLst>
          </p:cNvPr>
          <p:cNvSpPr txBox="1">
            <a:spLocks noChangeArrowheads="1"/>
          </p:cNvSpPr>
          <p:nvPr/>
        </p:nvSpPr>
        <p:spPr>
          <a:xfrm>
            <a:off x="5772363" y="2363955"/>
            <a:ext cx="3343220" cy="435011"/>
          </a:xfrm>
          <a:prstGeom prst="rect">
            <a:avLst/>
          </a:prstGeom>
          <a:noFill/>
        </p:spPr>
        <p:txBody>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r"/>
            <a:r>
              <a:rPr lang="en-US" sz="2400" dirty="0"/>
              <a:t>CONTEXT DIAGRAM</a:t>
            </a:r>
          </a:p>
        </p:txBody>
      </p:sp>
      <p:sp>
        <p:nvSpPr>
          <p:cNvPr id="29" name="Rectangle 2">
            <a:extLst>
              <a:ext uri="{FF2B5EF4-FFF2-40B4-BE49-F238E27FC236}">
                <a16:creationId xmlns:a16="http://schemas.microsoft.com/office/drawing/2014/main" id="{CCE2E207-2CE0-434A-945A-9CF9B426BC98}"/>
              </a:ext>
            </a:extLst>
          </p:cNvPr>
          <p:cNvSpPr txBox="1">
            <a:spLocks noChangeArrowheads="1"/>
          </p:cNvSpPr>
          <p:nvPr/>
        </p:nvSpPr>
        <p:spPr>
          <a:xfrm>
            <a:off x="7193479" y="3770662"/>
            <a:ext cx="1922104" cy="435011"/>
          </a:xfrm>
          <a:prstGeom prst="rect">
            <a:avLst/>
          </a:prstGeom>
          <a:noFill/>
        </p:spPr>
        <p:txBody>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r"/>
            <a:r>
              <a:rPr lang="en-US" sz="2400" dirty="0"/>
              <a:t>DIAGRAM 0</a:t>
            </a:r>
          </a:p>
        </p:txBody>
      </p:sp>
      <p:sp>
        <p:nvSpPr>
          <p:cNvPr id="30" name="Rectangle 2">
            <a:extLst>
              <a:ext uri="{FF2B5EF4-FFF2-40B4-BE49-F238E27FC236}">
                <a16:creationId xmlns:a16="http://schemas.microsoft.com/office/drawing/2014/main" id="{E98D76AF-C848-ED43-993F-34C508189527}"/>
              </a:ext>
            </a:extLst>
          </p:cNvPr>
          <p:cNvSpPr txBox="1">
            <a:spLocks noChangeArrowheads="1"/>
          </p:cNvSpPr>
          <p:nvPr/>
        </p:nvSpPr>
        <p:spPr>
          <a:xfrm>
            <a:off x="6630865" y="5471120"/>
            <a:ext cx="2379571" cy="405843"/>
          </a:xfrm>
          <a:prstGeom prst="rect">
            <a:avLst/>
          </a:prstGeom>
          <a:noFill/>
        </p:spPr>
        <p:txBody>
          <a:bodyP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r"/>
            <a:r>
              <a:rPr lang="en-US" sz="2400" dirty="0"/>
              <a:t>CHILD DIAGRAM </a:t>
            </a:r>
          </a:p>
        </p:txBody>
      </p:sp>
      <p:grpSp>
        <p:nvGrpSpPr>
          <p:cNvPr id="24" name="Group 23">
            <a:extLst>
              <a:ext uri="{FF2B5EF4-FFF2-40B4-BE49-F238E27FC236}">
                <a16:creationId xmlns:a16="http://schemas.microsoft.com/office/drawing/2014/main" id="{5ED599E4-9880-C84E-A102-BF9627F81484}"/>
              </a:ext>
            </a:extLst>
          </p:cNvPr>
          <p:cNvGrpSpPr/>
          <p:nvPr/>
        </p:nvGrpSpPr>
        <p:grpSpPr>
          <a:xfrm>
            <a:off x="7246644" y="4226466"/>
            <a:ext cx="4885798" cy="1015663"/>
            <a:chOff x="5641952" y="385427"/>
            <a:chExt cx="4885798" cy="1015663"/>
          </a:xfrm>
        </p:grpSpPr>
        <p:sp>
          <p:nvSpPr>
            <p:cNvPr id="21" name="Rectangle 20">
              <a:extLst>
                <a:ext uri="{FF2B5EF4-FFF2-40B4-BE49-F238E27FC236}">
                  <a16:creationId xmlns:a16="http://schemas.microsoft.com/office/drawing/2014/main" id="{3D9B828B-B776-AF4A-9BDA-3A51D78426AE}"/>
                </a:ext>
              </a:extLst>
            </p:cNvPr>
            <p:cNvSpPr/>
            <p:nvPr/>
          </p:nvSpPr>
          <p:spPr>
            <a:xfrm>
              <a:off x="5641952" y="397648"/>
              <a:ext cx="4755495" cy="892287"/>
            </a:xfrm>
            <a:prstGeom prst="rect">
              <a:avLst/>
            </a:prstGeom>
            <a:solidFill>
              <a:srgbClr val="F6C8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507B9AB2-7F1B-434B-9F8E-BD897A1C93A7}"/>
                </a:ext>
              </a:extLst>
            </p:cNvPr>
            <p:cNvSpPr/>
            <p:nvPr/>
          </p:nvSpPr>
          <p:spPr>
            <a:xfrm>
              <a:off x="5641953" y="385427"/>
              <a:ext cx="1094976" cy="1015663"/>
            </a:xfrm>
            <a:prstGeom prst="rect">
              <a:avLst/>
            </a:prstGeom>
            <a:noFill/>
          </p:spPr>
          <p:txBody>
            <a:bodyPr wrap="square">
              <a:spAutoFit/>
            </a:bodyPr>
            <a:lstStyle/>
            <a:p>
              <a:r>
                <a:rPr lang="en-US" sz="6000" dirty="0">
                  <a:solidFill>
                    <a:srgbClr val="85103F"/>
                  </a:solidFill>
                </a:rPr>
                <a:t>🙅🏻‍♀️</a:t>
              </a:r>
              <a:endParaRPr lang="en-US" sz="6000" dirty="0"/>
            </a:p>
          </p:txBody>
        </p:sp>
        <p:sp>
          <p:nvSpPr>
            <p:cNvPr id="32" name="Rectangle 2">
              <a:extLst>
                <a:ext uri="{FF2B5EF4-FFF2-40B4-BE49-F238E27FC236}">
                  <a16:creationId xmlns:a16="http://schemas.microsoft.com/office/drawing/2014/main" id="{BACAD36D-4B13-0941-BF82-E9F2AEC3A237}"/>
                </a:ext>
              </a:extLst>
            </p:cNvPr>
            <p:cNvSpPr txBox="1">
              <a:spLocks noChangeArrowheads="1"/>
            </p:cNvSpPr>
            <p:nvPr/>
          </p:nvSpPr>
          <p:spPr>
            <a:xfrm>
              <a:off x="6426668" y="592729"/>
              <a:ext cx="4101082" cy="631497"/>
            </a:xfrm>
            <a:prstGeom prst="rect">
              <a:avLst/>
            </a:prstGeom>
            <a:noFill/>
          </p:spPr>
          <p:txBody>
            <a:bodyPr anchor="ctr"/>
            <a:lst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r>
                <a:rPr lang="en-US" sz="3200" b="1" dirty="0"/>
                <a:t>ERROR FREE DIAGRAM</a:t>
              </a:r>
            </a:p>
          </p:txBody>
        </p:sp>
      </p:grpSp>
    </p:spTree>
    <p:extLst>
      <p:ext uri="{BB962C8B-B14F-4D97-AF65-F5344CB8AC3E}">
        <p14:creationId xmlns:p14="http://schemas.microsoft.com/office/powerpoint/2010/main" val="3121294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4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5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0"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3EAE533-75AA-5340-9ACB-DC7FFDBCE7D3}"/>
              </a:ext>
            </a:extLst>
          </p:cNvPr>
          <p:cNvSpPr txBox="1">
            <a:spLocks noChangeArrowheads="1"/>
          </p:cNvSpPr>
          <p:nvPr/>
        </p:nvSpPr>
        <p:spPr bwMode="auto">
          <a:xfrm>
            <a:off x="766084" y="2117475"/>
            <a:ext cx="10515600" cy="2125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lnSpc>
                <a:spcPct val="90000"/>
              </a:lnSpc>
            </a:pPr>
            <a:r>
              <a:rPr lang="en-US" altLang="en-US" sz="5400" b="1" dirty="0">
                <a:solidFill>
                  <a:srgbClr val="85103F"/>
                </a:solidFill>
              </a:rPr>
              <a:t>STEP 7:</a:t>
            </a:r>
          </a:p>
          <a:p>
            <a:pPr algn="ctr">
              <a:lnSpc>
                <a:spcPct val="90000"/>
              </a:lnSpc>
            </a:pPr>
            <a:r>
              <a:rPr lang="en-US" altLang="en-US" sz="5400" b="1" dirty="0">
                <a:solidFill>
                  <a:srgbClr val="85103F"/>
                </a:solidFill>
              </a:rPr>
              <a:t>PARTITIONING THE PHYSICAL DFD</a:t>
            </a:r>
          </a:p>
          <a:p>
            <a:pPr algn="ctr">
              <a:lnSpc>
                <a:spcPct val="90000"/>
              </a:lnSpc>
            </a:pPr>
            <a:endParaRPr lang="en-US" altLang="en-US" sz="54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9176950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3"/>
          <p:cNvSpPr>
            <a:spLocks noGrp="1" noChangeArrowheads="1"/>
          </p:cNvSpPr>
          <p:nvPr>
            <p:ph type="body" idx="4294967295"/>
          </p:nvPr>
        </p:nvSpPr>
        <p:spPr>
          <a:xfrm>
            <a:off x="273186" y="1568450"/>
            <a:ext cx="11726766" cy="5222518"/>
          </a:xfrm>
        </p:spPr>
        <p:txBody>
          <a:bodyPr/>
          <a:lstStyle/>
          <a:p>
            <a:r>
              <a:rPr lang="en-US" sz="2600" dirty="0"/>
              <a:t>Partitioning is the process of examining a data flow diagram and determining how it should be divided into collections of manual procedures and computer programs</a:t>
            </a:r>
          </a:p>
          <a:p>
            <a:r>
              <a:rPr lang="en-US" sz="2600" dirty="0"/>
              <a:t>Decide what processes should be grouped together in the system components</a:t>
            </a:r>
          </a:p>
          <a:p>
            <a:r>
              <a:rPr lang="en-US" sz="2600" dirty="0"/>
              <a:t>A dashed line is drawn around a process or group of processes that should be placed in a single computer program</a:t>
            </a:r>
          </a:p>
          <a:p>
            <a:r>
              <a:rPr lang="en-US" sz="2600" dirty="0"/>
              <a:t>Reasons for partitioning</a:t>
            </a:r>
          </a:p>
          <a:p>
            <a:pPr lvl="1"/>
            <a:r>
              <a:rPr lang="en-US" sz="2600" dirty="0"/>
              <a:t>Different user groups</a:t>
            </a:r>
          </a:p>
          <a:p>
            <a:pPr lvl="1"/>
            <a:r>
              <a:rPr lang="en-US" sz="2600" dirty="0"/>
              <a:t>Timing</a:t>
            </a:r>
          </a:p>
          <a:p>
            <a:pPr lvl="1"/>
            <a:r>
              <a:rPr lang="en-US" sz="2600" dirty="0"/>
              <a:t>Similar tasks</a:t>
            </a:r>
          </a:p>
          <a:p>
            <a:pPr lvl="1"/>
            <a:r>
              <a:rPr lang="en-US" sz="2600" dirty="0"/>
              <a:t>Efficiency</a:t>
            </a:r>
          </a:p>
          <a:p>
            <a:pPr lvl="1"/>
            <a:r>
              <a:rPr lang="en-US" sz="2600" dirty="0"/>
              <a:t>Consistency of data</a:t>
            </a:r>
          </a:p>
          <a:p>
            <a:pPr lvl="1"/>
            <a:r>
              <a:rPr lang="en-US" sz="2600" dirty="0"/>
              <a:t>Security</a:t>
            </a:r>
          </a:p>
          <a:p>
            <a:endParaRPr lang="en-US" sz="2600" dirty="0"/>
          </a:p>
        </p:txBody>
      </p:sp>
      <p:sp>
        <p:nvSpPr>
          <p:cNvPr id="4" name="Title 1">
            <a:extLst>
              <a:ext uri="{FF2B5EF4-FFF2-40B4-BE49-F238E27FC236}">
                <a16:creationId xmlns:a16="http://schemas.microsoft.com/office/drawing/2014/main" id="{AC6BCBF0-3939-AD4D-B659-0BFD3159CF91}"/>
              </a:ext>
            </a:extLst>
          </p:cNvPr>
          <p:cNvSpPr txBox="1">
            <a:spLocks noChangeArrowheads="1"/>
          </p:cNvSpPr>
          <p:nvPr/>
        </p:nvSpPr>
        <p:spPr bwMode="auto">
          <a:xfrm>
            <a:off x="427037" y="596900"/>
            <a:ext cx="11419065"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PARTITIONING DATA FLOW DIAGRAM</a:t>
            </a:r>
            <a:endParaRPr lang="en-US" altLang="en-US" sz="5400" dirty="0">
              <a:solidFill>
                <a:srgbClr val="85103F"/>
              </a:solidFill>
              <a:latin typeface="Calibri Light" panose="020F0302020204030204" pitchFamily="34" charset="0"/>
            </a:endParaRPr>
          </a:p>
        </p:txBody>
      </p:sp>
      <p:pic>
        <p:nvPicPr>
          <p:cNvPr id="5" name="Picture 2">
            <a:extLst>
              <a:ext uri="{FF2B5EF4-FFF2-40B4-BE49-F238E27FC236}">
                <a16:creationId xmlns:a16="http://schemas.microsoft.com/office/drawing/2014/main" id="{C42B13E5-3A2A-5348-B38E-38BE8BA96E4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25715" y="3429000"/>
            <a:ext cx="3118285" cy="3123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1657694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8305"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51242" y="174953"/>
            <a:ext cx="6497549" cy="6508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2722497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7E56B3D5-F429-CB40-A713-823FAB24DD24}"/>
              </a:ext>
            </a:extLst>
          </p:cNvPr>
          <p:cNvSpPr txBox="1"/>
          <p:nvPr/>
        </p:nvSpPr>
        <p:spPr>
          <a:xfrm>
            <a:off x="84633" y="1914708"/>
            <a:ext cx="1315178" cy="1600438"/>
          </a:xfrm>
          <a:prstGeom prst="rect">
            <a:avLst/>
          </a:prstGeom>
          <a:solidFill>
            <a:srgbClr val="FFF2D9"/>
          </a:solidFill>
        </p:spPr>
        <p:txBody>
          <a:bodyPr wrap="square" rtlCol="0">
            <a:spAutoFit/>
          </a:bodyPr>
          <a:lstStyle/>
          <a:p>
            <a:r>
              <a:rPr lang="en-US" sz="1400" dirty="0"/>
              <a:t>Indicates process that will do AUTOMATED CHECK for requirement and availability</a:t>
            </a:r>
          </a:p>
        </p:txBody>
      </p:sp>
      <p:grpSp>
        <p:nvGrpSpPr>
          <p:cNvPr id="7" name="Group 6">
            <a:extLst>
              <a:ext uri="{FF2B5EF4-FFF2-40B4-BE49-F238E27FC236}">
                <a16:creationId xmlns:a16="http://schemas.microsoft.com/office/drawing/2014/main" id="{7386029D-C588-B844-9BED-F4FDE3A0B283}"/>
              </a:ext>
            </a:extLst>
          </p:cNvPr>
          <p:cNvGrpSpPr/>
          <p:nvPr/>
        </p:nvGrpSpPr>
        <p:grpSpPr>
          <a:xfrm>
            <a:off x="1750756" y="1476017"/>
            <a:ext cx="8338064" cy="4267200"/>
            <a:chOff x="1750756" y="1476017"/>
            <a:chExt cx="8338064" cy="4267200"/>
          </a:xfrm>
        </p:grpSpPr>
        <p:sp>
          <p:nvSpPr>
            <p:cNvPr id="20483" name="AutoShape 3"/>
            <p:cNvSpPr>
              <a:spLocks noChangeArrowheads="1"/>
            </p:cNvSpPr>
            <p:nvPr/>
          </p:nvSpPr>
          <p:spPr bwMode="auto">
            <a:xfrm>
              <a:off x="5650170" y="2885717"/>
              <a:ext cx="1108075" cy="1104900"/>
            </a:xfrm>
            <a:prstGeom prst="roundRect">
              <a:avLst>
                <a:gd name="adj" fmla="val 16667"/>
              </a:avLst>
            </a:prstGeom>
            <a:noFill/>
            <a:ln w="9525">
              <a:solidFill>
                <a:schemeClr val="tx1"/>
              </a:solidFill>
              <a:round/>
              <a:headEnd/>
              <a:tailEnd/>
            </a:ln>
          </p:spPr>
          <p:txBody>
            <a:bodyPr wrap="none" anchor="ctr"/>
            <a:lstStyle/>
            <a:p>
              <a:endParaRPr lang="en-MY"/>
            </a:p>
          </p:txBody>
        </p:sp>
        <p:sp>
          <p:nvSpPr>
            <p:cNvPr id="20484" name="Line 4"/>
            <p:cNvSpPr>
              <a:spLocks noChangeShapeType="1"/>
            </p:cNvSpPr>
            <p:nvPr/>
          </p:nvSpPr>
          <p:spPr bwMode="auto">
            <a:xfrm>
              <a:off x="5650170" y="3152417"/>
              <a:ext cx="1108075" cy="0"/>
            </a:xfrm>
            <a:prstGeom prst="line">
              <a:avLst/>
            </a:prstGeom>
            <a:noFill/>
            <a:ln w="9525">
              <a:solidFill>
                <a:schemeClr val="tx1"/>
              </a:solidFill>
              <a:round/>
              <a:headEnd/>
              <a:tailEnd/>
            </a:ln>
          </p:spPr>
          <p:txBody>
            <a:bodyPr wrap="none" anchor="ctr"/>
            <a:lstStyle/>
            <a:p>
              <a:endParaRPr lang="en-MY"/>
            </a:p>
          </p:txBody>
        </p:sp>
        <p:sp>
          <p:nvSpPr>
            <p:cNvPr id="20485" name="Text Box 5"/>
            <p:cNvSpPr txBox="1">
              <a:spLocks noChangeArrowheads="1"/>
            </p:cNvSpPr>
            <p:nvPr/>
          </p:nvSpPr>
          <p:spPr bwMode="auto">
            <a:xfrm>
              <a:off x="5970919" y="2847617"/>
              <a:ext cx="444353" cy="338554"/>
            </a:xfrm>
            <a:prstGeom prst="rect">
              <a:avLst/>
            </a:prstGeom>
            <a:noFill/>
            <a:ln w="9525">
              <a:noFill/>
              <a:miter lim="800000"/>
              <a:headEnd/>
              <a:tailEnd/>
            </a:ln>
          </p:spPr>
          <p:txBody>
            <a:bodyPr wrap="none">
              <a:spAutoFit/>
            </a:bodyPr>
            <a:lstStyle/>
            <a:p>
              <a:pPr algn="ctr"/>
              <a:r>
                <a:rPr lang="en-US" sz="1600"/>
                <a:t>1.2</a:t>
              </a:r>
              <a:endParaRPr lang="en-US"/>
            </a:p>
          </p:txBody>
        </p:sp>
        <p:sp>
          <p:nvSpPr>
            <p:cNvPr id="20486" name="Text Box 6"/>
            <p:cNvSpPr txBox="1">
              <a:spLocks noChangeArrowheads="1"/>
            </p:cNvSpPr>
            <p:nvPr/>
          </p:nvSpPr>
          <p:spPr bwMode="auto">
            <a:xfrm>
              <a:off x="5607407" y="3201630"/>
              <a:ext cx="1226939" cy="839012"/>
            </a:xfrm>
            <a:prstGeom prst="rect">
              <a:avLst/>
            </a:prstGeom>
            <a:noFill/>
            <a:ln w="9525">
              <a:noFill/>
              <a:miter lim="800000"/>
              <a:headEnd/>
              <a:tailEnd/>
            </a:ln>
          </p:spPr>
          <p:txBody>
            <a:bodyPr wrap="none">
              <a:spAutoFit/>
            </a:bodyPr>
            <a:lstStyle/>
            <a:p>
              <a:pPr algn="ctr">
                <a:lnSpc>
                  <a:spcPct val="75000"/>
                </a:lnSpc>
              </a:pPr>
              <a:r>
                <a:rPr lang="en-US" sz="1600"/>
                <a:t>Check</a:t>
              </a:r>
            </a:p>
            <a:p>
              <a:pPr algn="ctr">
                <a:lnSpc>
                  <a:spcPct val="75000"/>
                </a:lnSpc>
              </a:pPr>
              <a:r>
                <a:rPr lang="en-US" sz="1600"/>
                <a:t>for</a:t>
              </a:r>
            </a:p>
            <a:p>
              <a:pPr algn="ctr">
                <a:lnSpc>
                  <a:spcPct val="75000"/>
                </a:lnSpc>
              </a:pPr>
              <a:r>
                <a:rPr lang="en-US" sz="1600"/>
                <a:t>Availability</a:t>
              </a:r>
            </a:p>
            <a:p>
              <a:pPr algn="ctr">
                <a:lnSpc>
                  <a:spcPct val="75000"/>
                </a:lnSpc>
              </a:pPr>
              <a:r>
                <a:rPr lang="en-US" sz="1600"/>
                <a:t>(automated)</a:t>
              </a:r>
              <a:endParaRPr lang="en-US"/>
            </a:p>
          </p:txBody>
        </p:sp>
        <p:sp>
          <p:nvSpPr>
            <p:cNvPr id="20487" name="AutoShape 7"/>
            <p:cNvSpPr>
              <a:spLocks noChangeArrowheads="1"/>
            </p:cNvSpPr>
            <p:nvPr/>
          </p:nvSpPr>
          <p:spPr bwMode="auto">
            <a:xfrm>
              <a:off x="3092708" y="2885717"/>
              <a:ext cx="1119187" cy="1104900"/>
            </a:xfrm>
            <a:prstGeom prst="roundRect">
              <a:avLst>
                <a:gd name="adj" fmla="val 16667"/>
              </a:avLst>
            </a:prstGeom>
            <a:noFill/>
            <a:ln w="9525">
              <a:solidFill>
                <a:schemeClr val="tx1"/>
              </a:solidFill>
              <a:round/>
              <a:headEnd/>
              <a:tailEnd/>
            </a:ln>
          </p:spPr>
          <p:txBody>
            <a:bodyPr wrap="none" anchor="ctr"/>
            <a:lstStyle/>
            <a:p>
              <a:endParaRPr lang="en-MY"/>
            </a:p>
          </p:txBody>
        </p:sp>
        <p:sp>
          <p:nvSpPr>
            <p:cNvPr id="20488" name="Line 8"/>
            <p:cNvSpPr>
              <a:spLocks noChangeShapeType="1"/>
            </p:cNvSpPr>
            <p:nvPr/>
          </p:nvSpPr>
          <p:spPr bwMode="auto">
            <a:xfrm>
              <a:off x="3092708" y="3152417"/>
              <a:ext cx="1119187" cy="0"/>
            </a:xfrm>
            <a:prstGeom prst="line">
              <a:avLst/>
            </a:prstGeom>
            <a:noFill/>
            <a:ln w="9525">
              <a:solidFill>
                <a:schemeClr val="tx1"/>
              </a:solidFill>
              <a:round/>
              <a:headEnd/>
              <a:tailEnd/>
            </a:ln>
          </p:spPr>
          <p:txBody>
            <a:bodyPr wrap="none" anchor="ctr"/>
            <a:lstStyle/>
            <a:p>
              <a:endParaRPr lang="en-MY"/>
            </a:p>
          </p:txBody>
        </p:sp>
        <p:sp>
          <p:nvSpPr>
            <p:cNvPr id="20489" name="Text Box 9"/>
            <p:cNvSpPr txBox="1">
              <a:spLocks noChangeArrowheads="1"/>
            </p:cNvSpPr>
            <p:nvPr/>
          </p:nvSpPr>
          <p:spPr bwMode="auto">
            <a:xfrm>
              <a:off x="3419807" y="2847617"/>
              <a:ext cx="444353" cy="338554"/>
            </a:xfrm>
            <a:prstGeom prst="rect">
              <a:avLst/>
            </a:prstGeom>
            <a:noFill/>
            <a:ln w="9525">
              <a:noFill/>
              <a:miter lim="800000"/>
              <a:headEnd/>
              <a:tailEnd/>
            </a:ln>
          </p:spPr>
          <p:txBody>
            <a:bodyPr wrap="none">
              <a:spAutoFit/>
            </a:bodyPr>
            <a:lstStyle/>
            <a:p>
              <a:pPr algn="ctr"/>
              <a:r>
                <a:rPr lang="en-US" sz="1600"/>
                <a:t>1.1</a:t>
              </a:r>
              <a:endParaRPr lang="en-US"/>
            </a:p>
          </p:txBody>
        </p:sp>
        <p:sp>
          <p:nvSpPr>
            <p:cNvPr id="20490" name="Text Box 10"/>
            <p:cNvSpPr txBox="1">
              <a:spLocks noChangeArrowheads="1"/>
            </p:cNvSpPr>
            <p:nvPr/>
          </p:nvSpPr>
          <p:spPr bwMode="auto">
            <a:xfrm>
              <a:off x="3032995" y="3201630"/>
              <a:ext cx="1271951" cy="839012"/>
            </a:xfrm>
            <a:prstGeom prst="rect">
              <a:avLst/>
            </a:prstGeom>
            <a:noFill/>
            <a:ln w="9525">
              <a:noFill/>
              <a:miter lim="800000"/>
              <a:headEnd/>
              <a:tailEnd/>
            </a:ln>
          </p:spPr>
          <p:txBody>
            <a:bodyPr wrap="none">
              <a:spAutoFit/>
            </a:bodyPr>
            <a:lstStyle/>
            <a:p>
              <a:pPr algn="ctr">
                <a:lnSpc>
                  <a:spcPct val="75000"/>
                </a:lnSpc>
              </a:pPr>
              <a:r>
                <a:rPr lang="en-US" sz="1600"/>
                <a:t>Check</a:t>
              </a:r>
            </a:p>
            <a:p>
              <a:pPr algn="ctr">
                <a:lnSpc>
                  <a:spcPct val="75000"/>
                </a:lnSpc>
              </a:pPr>
              <a:r>
                <a:rPr lang="en-US" sz="1600"/>
                <a:t>Prerequisites</a:t>
              </a:r>
            </a:p>
            <a:p>
              <a:pPr algn="ctr">
                <a:lnSpc>
                  <a:spcPct val="75000"/>
                </a:lnSpc>
              </a:pPr>
              <a:r>
                <a:rPr lang="en-US" sz="1600"/>
                <a:t>Met</a:t>
              </a:r>
            </a:p>
            <a:p>
              <a:pPr algn="ctr">
                <a:lnSpc>
                  <a:spcPct val="75000"/>
                </a:lnSpc>
              </a:pPr>
              <a:r>
                <a:rPr lang="en-US" sz="1600"/>
                <a:t>(automated)</a:t>
              </a:r>
              <a:endParaRPr lang="en-US"/>
            </a:p>
          </p:txBody>
        </p:sp>
        <p:sp>
          <p:nvSpPr>
            <p:cNvPr id="20491" name="AutoShape 11"/>
            <p:cNvSpPr>
              <a:spLocks noChangeArrowheads="1"/>
            </p:cNvSpPr>
            <p:nvPr/>
          </p:nvSpPr>
          <p:spPr bwMode="auto">
            <a:xfrm>
              <a:off x="8155244" y="2885717"/>
              <a:ext cx="1066800" cy="1104900"/>
            </a:xfrm>
            <a:prstGeom prst="roundRect">
              <a:avLst>
                <a:gd name="adj" fmla="val 16667"/>
              </a:avLst>
            </a:prstGeom>
            <a:noFill/>
            <a:ln w="9525">
              <a:solidFill>
                <a:schemeClr val="tx1"/>
              </a:solidFill>
              <a:round/>
              <a:headEnd/>
              <a:tailEnd/>
            </a:ln>
          </p:spPr>
          <p:txBody>
            <a:bodyPr wrap="none" anchor="ctr"/>
            <a:lstStyle/>
            <a:p>
              <a:endParaRPr lang="en-MY"/>
            </a:p>
          </p:txBody>
        </p:sp>
        <p:sp>
          <p:nvSpPr>
            <p:cNvPr id="20492" name="Line 12"/>
            <p:cNvSpPr>
              <a:spLocks noChangeShapeType="1"/>
            </p:cNvSpPr>
            <p:nvPr/>
          </p:nvSpPr>
          <p:spPr bwMode="auto">
            <a:xfrm>
              <a:off x="8155244" y="3152417"/>
              <a:ext cx="1066800" cy="0"/>
            </a:xfrm>
            <a:prstGeom prst="line">
              <a:avLst/>
            </a:prstGeom>
            <a:noFill/>
            <a:ln w="9525">
              <a:solidFill>
                <a:schemeClr val="tx1"/>
              </a:solidFill>
              <a:round/>
              <a:headEnd/>
              <a:tailEnd/>
            </a:ln>
          </p:spPr>
          <p:txBody>
            <a:bodyPr wrap="none" anchor="ctr"/>
            <a:lstStyle/>
            <a:p>
              <a:endParaRPr lang="en-MY"/>
            </a:p>
          </p:txBody>
        </p:sp>
        <p:sp>
          <p:nvSpPr>
            <p:cNvPr id="20493" name="Text Box 13"/>
            <p:cNvSpPr txBox="1">
              <a:spLocks noChangeArrowheads="1"/>
            </p:cNvSpPr>
            <p:nvPr/>
          </p:nvSpPr>
          <p:spPr bwMode="auto">
            <a:xfrm>
              <a:off x="8456944" y="2847617"/>
              <a:ext cx="444353" cy="338554"/>
            </a:xfrm>
            <a:prstGeom prst="rect">
              <a:avLst/>
            </a:prstGeom>
            <a:noFill/>
            <a:ln w="9525">
              <a:noFill/>
              <a:miter lim="800000"/>
              <a:headEnd/>
              <a:tailEnd/>
            </a:ln>
          </p:spPr>
          <p:txBody>
            <a:bodyPr wrap="none">
              <a:spAutoFit/>
            </a:bodyPr>
            <a:lstStyle/>
            <a:p>
              <a:pPr algn="ctr"/>
              <a:r>
                <a:rPr lang="en-US" sz="1600"/>
                <a:t>1.3</a:t>
              </a:r>
              <a:endParaRPr lang="en-US"/>
            </a:p>
          </p:txBody>
        </p:sp>
        <p:sp>
          <p:nvSpPr>
            <p:cNvPr id="20494" name="Text Box 14"/>
            <p:cNvSpPr txBox="1">
              <a:spLocks noChangeArrowheads="1"/>
            </p:cNvSpPr>
            <p:nvPr/>
          </p:nvSpPr>
          <p:spPr bwMode="auto">
            <a:xfrm>
              <a:off x="8091845" y="3201630"/>
              <a:ext cx="1226939" cy="839012"/>
            </a:xfrm>
            <a:prstGeom prst="rect">
              <a:avLst/>
            </a:prstGeom>
            <a:noFill/>
            <a:ln w="9525">
              <a:noFill/>
              <a:miter lim="800000"/>
              <a:headEnd/>
              <a:tailEnd/>
            </a:ln>
          </p:spPr>
          <p:txBody>
            <a:bodyPr wrap="none">
              <a:spAutoFit/>
            </a:bodyPr>
            <a:lstStyle/>
            <a:p>
              <a:pPr algn="ctr">
                <a:lnSpc>
                  <a:spcPct val="75000"/>
                </a:lnSpc>
              </a:pPr>
              <a:r>
                <a:rPr lang="en-US" sz="1600"/>
                <a:t>Enroll</a:t>
              </a:r>
            </a:p>
            <a:p>
              <a:pPr algn="ctr">
                <a:lnSpc>
                  <a:spcPct val="75000"/>
                </a:lnSpc>
              </a:pPr>
              <a:r>
                <a:rPr lang="en-US" sz="1600"/>
                <a:t>Student</a:t>
              </a:r>
            </a:p>
            <a:p>
              <a:pPr algn="ctr">
                <a:lnSpc>
                  <a:spcPct val="75000"/>
                </a:lnSpc>
              </a:pPr>
              <a:r>
                <a:rPr lang="en-US" sz="1600"/>
                <a:t>in Class</a:t>
              </a:r>
            </a:p>
            <a:p>
              <a:pPr algn="ctr">
                <a:lnSpc>
                  <a:spcPct val="75000"/>
                </a:lnSpc>
              </a:pPr>
              <a:r>
                <a:rPr lang="en-US" sz="1600"/>
                <a:t>(automated)</a:t>
              </a:r>
              <a:endParaRPr lang="en-US"/>
            </a:p>
          </p:txBody>
        </p:sp>
        <p:grpSp>
          <p:nvGrpSpPr>
            <p:cNvPr id="2" name="Group 15"/>
            <p:cNvGrpSpPr>
              <a:grpSpLocks/>
            </p:cNvGrpSpPr>
            <p:nvPr/>
          </p:nvGrpSpPr>
          <p:grpSpPr bwMode="auto">
            <a:xfrm>
              <a:off x="7850445" y="5362217"/>
              <a:ext cx="2238375" cy="381000"/>
              <a:chOff x="1987" y="1728"/>
              <a:chExt cx="1410" cy="240"/>
            </a:xfrm>
          </p:grpSpPr>
          <p:sp>
            <p:nvSpPr>
              <p:cNvPr id="20542" name="Line 16"/>
              <p:cNvSpPr>
                <a:spLocks noChangeShapeType="1"/>
              </p:cNvSpPr>
              <p:nvPr/>
            </p:nvSpPr>
            <p:spPr bwMode="auto">
              <a:xfrm>
                <a:off x="2016" y="1728"/>
                <a:ext cx="1296" cy="0"/>
              </a:xfrm>
              <a:prstGeom prst="line">
                <a:avLst/>
              </a:prstGeom>
              <a:noFill/>
              <a:ln w="9525">
                <a:solidFill>
                  <a:schemeClr val="tx1"/>
                </a:solidFill>
                <a:round/>
                <a:headEnd/>
                <a:tailEnd/>
              </a:ln>
            </p:spPr>
            <p:txBody>
              <a:bodyPr wrap="none" anchor="ctr"/>
              <a:lstStyle/>
              <a:p>
                <a:endParaRPr lang="en-MY"/>
              </a:p>
            </p:txBody>
          </p:sp>
          <p:sp>
            <p:nvSpPr>
              <p:cNvPr id="20543" name="Line 17"/>
              <p:cNvSpPr>
                <a:spLocks noChangeShapeType="1"/>
              </p:cNvSpPr>
              <p:nvPr/>
            </p:nvSpPr>
            <p:spPr bwMode="auto">
              <a:xfrm>
                <a:off x="2016" y="1968"/>
                <a:ext cx="1296" cy="0"/>
              </a:xfrm>
              <a:prstGeom prst="line">
                <a:avLst/>
              </a:prstGeom>
              <a:noFill/>
              <a:ln w="9525">
                <a:solidFill>
                  <a:schemeClr val="tx1"/>
                </a:solidFill>
                <a:round/>
                <a:headEnd/>
                <a:tailEnd/>
              </a:ln>
            </p:spPr>
            <p:txBody>
              <a:bodyPr wrap="none" anchor="ctr"/>
              <a:lstStyle/>
              <a:p>
                <a:endParaRPr lang="en-MY"/>
              </a:p>
            </p:txBody>
          </p:sp>
          <p:sp>
            <p:nvSpPr>
              <p:cNvPr id="20544" name="Line 18"/>
              <p:cNvSpPr>
                <a:spLocks noChangeShapeType="1"/>
              </p:cNvSpPr>
              <p:nvPr/>
            </p:nvSpPr>
            <p:spPr bwMode="auto">
              <a:xfrm>
                <a:off x="2016" y="1728"/>
                <a:ext cx="0" cy="240"/>
              </a:xfrm>
              <a:prstGeom prst="line">
                <a:avLst/>
              </a:prstGeom>
              <a:noFill/>
              <a:ln w="9525">
                <a:solidFill>
                  <a:schemeClr val="tx1"/>
                </a:solidFill>
                <a:round/>
                <a:headEnd/>
                <a:tailEnd/>
              </a:ln>
            </p:spPr>
            <p:txBody>
              <a:bodyPr wrap="none" anchor="ctr"/>
              <a:lstStyle/>
              <a:p>
                <a:endParaRPr lang="en-MY"/>
              </a:p>
            </p:txBody>
          </p:sp>
          <p:sp>
            <p:nvSpPr>
              <p:cNvPr id="20545" name="Line 19"/>
              <p:cNvSpPr>
                <a:spLocks noChangeShapeType="1"/>
              </p:cNvSpPr>
              <p:nvPr/>
            </p:nvSpPr>
            <p:spPr bwMode="auto">
              <a:xfrm>
                <a:off x="2208" y="1728"/>
                <a:ext cx="0" cy="240"/>
              </a:xfrm>
              <a:prstGeom prst="line">
                <a:avLst/>
              </a:prstGeom>
              <a:noFill/>
              <a:ln w="9525">
                <a:solidFill>
                  <a:schemeClr val="tx1"/>
                </a:solidFill>
                <a:round/>
                <a:headEnd/>
                <a:tailEnd/>
              </a:ln>
            </p:spPr>
            <p:txBody>
              <a:bodyPr wrap="none" anchor="ctr"/>
              <a:lstStyle/>
              <a:p>
                <a:endParaRPr lang="en-MY"/>
              </a:p>
            </p:txBody>
          </p:sp>
          <p:sp>
            <p:nvSpPr>
              <p:cNvPr id="20546" name="Text Box 20"/>
              <p:cNvSpPr txBox="1">
                <a:spLocks noChangeArrowheads="1"/>
              </p:cNvSpPr>
              <p:nvPr/>
            </p:nvSpPr>
            <p:spPr bwMode="auto">
              <a:xfrm>
                <a:off x="1987" y="1774"/>
                <a:ext cx="253" cy="192"/>
              </a:xfrm>
              <a:prstGeom prst="rect">
                <a:avLst/>
              </a:prstGeom>
              <a:noFill/>
              <a:ln w="9525">
                <a:noFill/>
                <a:miter lim="800000"/>
                <a:headEnd/>
                <a:tailEnd/>
              </a:ln>
            </p:spPr>
            <p:txBody>
              <a:bodyPr wrap="none">
                <a:spAutoFit/>
              </a:bodyPr>
              <a:lstStyle/>
              <a:p>
                <a:pPr algn="ctr"/>
                <a:r>
                  <a:rPr lang="en-US" sz="1400"/>
                  <a:t>D1</a:t>
                </a:r>
              </a:p>
            </p:txBody>
          </p:sp>
          <p:sp>
            <p:nvSpPr>
              <p:cNvPr id="20547" name="Text Box 21"/>
              <p:cNvSpPr txBox="1">
                <a:spLocks noChangeArrowheads="1"/>
              </p:cNvSpPr>
              <p:nvPr/>
            </p:nvSpPr>
            <p:spPr bwMode="auto">
              <a:xfrm>
                <a:off x="2155" y="1776"/>
                <a:ext cx="1242" cy="192"/>
              </a:xfrm>
              <a:prstGeom prst="rect">
                <a:avLst/>
              </a:prstGeom>
              <a:noFill/>
              <a:ln w="9525">
                <a:noFill/>
                <a:miter lim="800000"/>
                <a:headEnd/>
                <a:tailEnd/>
              </a:ln>
            </p:spPr>
            <p:txBody>
              <a:bodyPr wrap="none">
                <a:spAutoFit/>
              </a:bodyPr>
              <a:lstStyle/>
              <a:p>
                <a:pPr algn="ctr"/>
                <a:r>
                  <a:rPr lang="en-US" sz="1400"/>
                  <a:t>Semester Enrollment DB</a:t>
                </a:r>
              </a:p>
            </p:txBody>
          </p:sp>
        </p:grpSp>
        <p:grpSp>
          <p:nvGrpSpPr>
            <p:cNvPr id="3" name="Group 22"/>
            <p:cNvGrpSpPr>
              <a:grpSpLocks/>
            </p:cNvGrpSpPr>
            <p:nvPr/>
          </p:nvGrpSpPr>
          <p:grpSpPr bwMode="auto">
            <a:xfrm>
              <a:off x="5107244" y="5362217"/>
              <a:ext cx="2128838" cy="381000"/>
              <a:chOff x="1987" y="1728"/>
              <a:chExt cx="1341" cy="240"/>
            </a:xfrm>
          </p:grpSpPr>
          <p:sp>
            <p:nvSpPr>
              <p:cNvPr id="20536" name="Line 23"/>
              <p:cNvSpPr>
                <a:spLocks noChangeShapeType="1"/>
              </p:cNvSpPr>
              <p:nvPr/>
            </p:nvSpPr>
            <p:spPr bwMode="auto">
              <a:xfrm>
                <a:off x="2016" y="1728"/>
                <a:ext cx="1296" cy="0"/>
              </a:xfrm>
              <a:prstGeom prst="line">
                <a:avLst/>
              </a:prstGeom>
              <a:noFill/>
              <a:ln w="9525">
                <a:solidFill>
                  <a:schemeClr val="tx1"/>
                </a:solidFill>
                <a:round/>
                <a:headEnd/>
                <a:tailEnd/>
              </a:ln>
            </p:spPr>
            <p:txBody>
              <a:bodyPr wrap="none" anchor="ctr"/>
              <a:lstStyle/>
              <a:p>
                <a:endParaRPr lang="en-MY"/>
              </a:p>
            </p:txBody>
          </p:sp>
          <p:sp>
            <p:nvSpPr>
              <p:cNvPr id="20537" name="Line 24"/>
              <p:cNvSpPr>
                <a:spLocks noChangeShapeType="1"/>
              </p:cNvSpPr>
              <p:nvPr/>
            </p:nvSpPr>
            <p:spPr bwMode="auto">
              <a:xfrm>
                <a:off x="2016" y="1968"/>
                <a:ext cx="1296" cy="0"/>
              </a:xfrm>
              <a:prstGeom prst="line">
                <a:avLst/>
              </a:prstGeom>
              <a:noFill/>
              <a:ln w="9525">
                <a:solidFill>
                  <a:schemeClr val="tx1"/>
                </a:solidFill>
                <a:round/>
                <a:headEnd/>
                <a:tailEnd/>
              </a:ln>
            </p:spPr>
            <p:txBody>
              <a:bodyPr wrap="none" anchor="ctr"/>
              <a:lstStyle/>
              <a:p>
                <a:endParaRPr lang="en-MY"/>
              </a:p>
            </p:txBody>
          </p:sp>
          <p:sp>
            <p:nvSpPr>
              <p:cNvPr id="20538" name="Line 25"/>
              <p:cNvSpPr>
                <a:spLocks noChangeShapeType="1"/>
              </p:cNvSpPr>
              <p:nvPr/>
            </p:nvSpPr>
            <p:spPr bwMode="auto">
              <a:xfrm>
                <a:off x="2016" y="1728"/>
                <a:ext cx="0" cy="240"/>
              </a:xfrm>
              <a:prstGeom prst="line">
                <a:avLst/>
              </a:prstGeom>
              <a:noFill/>
              <a:ln w="9525">
                <a:solidFill>
                  <a:schemeClr val="tx1"/>
                </a:solidFill>
                <a:round/>
                <a:headEnd/>
                <a:tailEnd/>
              </a:ln>
            </p:spPr>
            <p:txBody>
              <a:bodyPr wrap="none" anchor="ctr"/>
              <a:lstStyle/>
              <a:p>
                <a:endParaRPr lang="en-MY"/>
              </a:p>
            </p:txBody>
          </p:sp>
          <p:sp>
            <p:nvSpPr>
              <p:cNvPr id="20539" name="Line 26"/>
              <p:cNvSpPr>
                <a:spLocks noChangeShapeType="1"/>
              </p:cNvSpPr>
              <p:nvPr/>
            </p:nvSpPr>
            <p:spPr bwMode="auto">
              <a:xfrm>
                <a:off x="2208" y="1728"/>
                <a:ext cx="0" cy="240"/>
              </a:xfrm>
              <a:prstGeom prst="line">
                <a:avLst/>
              </a:prstGeom>
              <a:noFill/>
              <a:ln w="9525">
                <a:solidFill>
                  <a:schemeClr val="tx1"/>
                </a:solidFill>
                <a:round/>
                <a:headEnd/>
                <a:tailEnd/>
              </a:ln>
            </p:spPr>
            <p:txBody>
              <a:bodyPr wrap="none" anchor="ctr"/>
              <a:lstStyle/>
              <a:p>
                <a:endParaRPr lang="en-MY"/>
              </a:p>
            </p:txBody>
          </p:sp>
          <p:sp>
            <p:nvSpPr>
              <p:cNvPr id="20540" name="Text Box 27"/>
              <p:cNvSpPr txBox="1">
                <a:spLocks noChangeArrowheads="1"/>
              </p:cNvSpPr>
              <p:nvPr/>
            </p:nvSpPr>
            <p:spPr bwMode="auto">
              <a:xfrm>
                <a:off x="1987" y="1774"/>
                <a:ext cx="253" cy="192"/>
              </a:xfrm>
              <a:prstGeom prst="rect">
                <a:avLst/>
              </a:prstGeom>
              <a:noFill/>
              <a:ln w="9525">
                <a:noFill/>
                <a:miter lim="800000"/>
                <a:headEnd/>
                <a:tailEnd/>
              </a:ln>
            </p:spPr>
            <p:txBody>
              <a:bodyPr wrap="none">
                <a:spAutoFit/>
              </a:bodyPr>
              <a:lstStyle/>
              <a:p>
                <a:pPr algn="ctr"/>
                <a:r>
                  <a:rPr lang="en-US" sz="1400"/>
                  <a:t>D5</a:t>
                </a:r>
              </a:p>
            </p:txBody>
          </p:sp>
          <p:sp>
            <p:nvSpPr>
              <p:cNvPr id="20541" name="Text Box 28"/>
              <p:cNvSpPr txBox="1">
                <a:spLocks noChangeArrowheads="1"/>
              </p:cNvSpPr>
              <p:nvPr/>
            </p:nvSpPr>
            <p:spPr bwMode="auto">
              <a:xfrm>
                <a:off x="2227" y="1776"/>
                <a:ext cx="1101" cy="192"/>
              </a:xfrm>
              <a:prstGeom prst="rect">
                <a:avLst/>
              </a:prstGeom>
              <a:noFill/>
              <a:ln w="9525">
                <a:noFill/>
                <a:miter lim="800000"/>
                <a:headEnd/>
                <a:tailEnd/>
              </a:ln>
            </p:spPr>
            <p:txBody>
              <a:bodyPr wrap="none">
                <a:spAutoFit/>
              </a:bodyPr>
              <a:lstStyle/>
              <a:p>
                <a:pPr algn="ctr"/>
                <a:r>
                  <a:rPr lang="en-US" sz="1400"/>
                  <a:t>Course Catalogue DB</a:t>
                </a:r>
              </a:p>
            </p:txBody>
          </p:sp>
        </p:grpSp>
        <p:grpSp>
          <p:nvGrpSpPr>
            <p:cNvPr id="4" name="Group 29"/>
            <p:cNvGrpSpPr>
              <a:grpSpLocks/>
            </p:cNvGrpSpPr>
            <p:nvPr/>
          </p:nvGrpSpPr>
          <p:grpSpPr bwMode="auto">
            <a:xfrm>
              <a:off x="2364045" y="5362217"/>
              <a:ext cx="2187575" cy="381000"/>
              <a:chOff x="1987" y="1728"/>
              <a:chExt cx="1378" cy="240"/>
            </a:xfrm>
          </p:grpSpPr>
          <p:sp>
            <p:nvSpPr>
              <p:cNvPr id="20530" name="Line 30"/>
              <p:cNvSpPr>
                <a:spLocks noChangeShapeType="1"/>
              </p:cNvSpPr>
              <p:nvPr/>
            </p:nvSpPr>
            <p:spPr bwMode="auto">
              <a:xfrm>
                <a:off x="2016" y="1728"/>
                <a:ext cx="1296" cy="0"/>
              </a:xfrm>
              <a:prstGeom prst="line">
                <a:avLst/>
              </a:prstGeom>
              <a:noFill/>
              <a:ln w="9525">
                <a:solidFill>
                  <a:schemeClr val="tx1"/>
                </a:solidFill>
                <a:round/>
                <a:headEnd/>
                <a:tailEnd/>
              </a:ln>
            </p:spPr>
            <p:txBody>
              <a:bodyPr wrap="none" anchor="ctr"/>
              <a:lstStyle/>
              <a:p>
                <a:endParaRPr lang="en-MY"/>
              </a:p>
            </p:txBody>
          </p:sp>
          <p:sp>
            <p:nvSpPr>
              <p:cNvPr id="20531" name="Line 31"/>
              <p:cNvSpPr>
                <a:spLocks noChangeShapeType="1"/>
              </p:cNvSpPr>
              <p:nvPr/>
            </p:nvSpPr>
            <p:spPr bwMode="auto">
              <a:xfrm>
                <a:off x="2016" y="1968"/>
                <a:ext cx="1296" cy="0"/>
              </a:xfrm>
              <a:prstGeom prst="line">
                <a:avLst/>
              </a:prstGeom>
              <a:noFill/>
              <a:ln w="9525">
                <a:solidFill>
                  <a:schemeClr val="tx1"/>
                </a:solidFill>
                <a:round/>
                <a:headEnd/>
                <a:tailEnd/>
              </a:ln>
            </p:spPr>
            <p:txBody>
              <a:bodyPr wrap="none" anchor="ctr"/>
              <a:lstStyle/>
              <a:p>
                <a:endParaRPr lang="en-MY"/>
              </a:p>
            </p:txBody>
          </p:sp>
          <p:sp>
            <p:nvSpPr>
              <p:cNvPr id="20532" name="Line 32"/>
              <p:cNvSpPr>
                <a:spLocks noChangeShapeType="1"/>
              </p:cNvSpPr>
              <p:nvPr/>
            </p:nvSpPr>
            <p:spPr bwMode="auto">
              <a:xfrm>
                <a:off x="2016" y="1728"/>
                <a:ext cx="0" cy="240"/>
              </a:xfrm>
              <a:prstGeom prst="line">
                <a:avLst/>
              </a:prstGeom>
              <a:noFill/>
              <a:ln w="9525">
                <a:solidFill>
                  <a:schemeClr val="tx1"/>
                </a:solidFill>
                <a:round/>
                <a:headEnd/>
                <a:tailEnd/>
              </a:ln>
            </p:spPr>
            <p:txBody>
              <a:bodyPr wrap="none" anchor="ctr"/>
              <a:lstStyle/>
              <a:p>
                <a:endParaRPr lang="en-MY"/>
              </a:p>
            </p:txBody>
          </p:sp>
          <p:sp>
            <p:nvSpPr>
              <p:cNvPr id="20533" name="Line 33"/>
              <p:cNvSpPr>
                <a:spLocks noChangeShapeType="1"/>
              </p:cNvSpPr>
              <p:nvPr/>
            </p:nvSpPr>
            <p:spPr bwMode="auto">
              <a:xfrm>
                <a:off x="2208" y="1728"/>
                <a:ext cx="0" cy="240"/>
              </a:xfrm>
              <a:prstGeom prst="line">
                <a:avLst/>
              </a:prstGeom>
              <a:noFill/>
              <a:ln w="9525">
                <a:solidFill>
                  <a:schemeClr val="tx1"/>
                </a:solidFill>
                <a:round/>
                <a:headEnd/>
                <a:tailEnd/>
              </a:ln>
            </p:spPr>
            <p:txBody>
              <a:bodyPr wrap="none" anchor="ctr"/>
              <a:lstStyle/>
              <a:p>
                <a:endParaRPr lang="en-MY"/>
              </a:p>
            </p:txBody>
          </p:sp>
          <p:sp>
            <p:nvSpPr>
              <p:cNvPr id="20534" name="Text Box 34"/>
              <p:cNvSpPr txBox="1">
                <a:spLocks noChangeArrowheads="1"/>
              </p:cNvSpPr>
              <p:nvPr/>
            </p:nvSpPr>
            <p:spPr bwMode="auto">
              <a:xfrm>
                <a:off x="1987" y="1774"/>
                <a:ext cx="253" cy="192"/>
              </a:xfrm>
              <a:prstGeom prst="rect">
                <a:avLst/>
              </a:prstGeom>
              <a:noFill/>
              <a:ln w="9525">
                <a:noFill/>
                <a:miter lim="800000"/>
                <a:headEnd/>
                <a:tailEnd/>
              </a:ln>
            </p:spPr>
            <p:txBody>
              <a:bodyPr wrap="none">
                <a:spAutoFit/>
              </a:bodyPr>
              <a:lstStyle/>
              <a:p>
                <a:pPr algn="ctr"/>
                <a:r>
                  <a:rPr lang="en-US" sz="1400"/>
                  <a:t>D4</a:t>
                </a:r>
              </a:p>
            </p:txBody>
          </p:sp>
          <p:sp>
            <p:nvSpPr>
              <p:cNvPr id="20535" name="Text Box 35"/>
              <p:cNvSpPr txBox="1">
                <a:spLocks noChangeArrowheads="1"/>
              </p:cNvSpPr>
              <p:nvPr/>
            </p:nvSpPr>
            <p:spPr bwMode="auto">
              <a:xfrm>
                <a:off x="2203" y="1776"/>
                <a:ext cx="1162" cy="192"/>
              </a:xfrm>
              <a:prstGeom prst="rect">
                <a:avLst/>
              </a:prstGeom>
              <a:noFill/>
              <a:ln w="9525">
                <a:noFill/>
                <a:miter lim="800000"/>
                <a:headEnd/>
                <a:tailEnd/>
              </a:ln>
            </p:spPr>
            <p:txBody>
              <a:bodyPr wrap="none">
                <a:spAutoFit/>
              </a:bodyPr>
              <a:lstStyle/>
              <a:p>
                <a:pPr algn="ctr"/>
                <a:r>
                  <a:rPr lang="en-US" sz="1400"/>
                  <a:t>Registrar’s Student DB</a:t>
                </a:r>
              </a:p>
            </p:txBody>
          </p:sp>
        </p:grpSp>
        <p:grpSp>
          <p:nvGrpSpPr>
            <p:cNvPr id="5" name="Group 36"/>
            <p:cNvGrpSpPr>
              <a:grpSpLocks/>
            </p:cNvGrpSpPr>
            <p:nvPr/>
          </p:nvGrpSpPr>
          <p:grpSpPr bwMode="auto">
            <a:xfrm>
              <a:off x="5107245" y="1476017"/>
              <a:ext cx="2162175" cy="381000"/>
              <a:chOff x="1987" y="1728"/>
              <a:chExt cx="1362" cy="240"/>
            </a:xfrm>
          </p:grpSpPr>
          <p:sp>
            <p:nvSpPr>
              <p:cNvPr id="20524" name="Line 37"/>
              <p:cNvSpPr>
                <a:spLocks noChangeShapeType="1"/>
              </p:cNvSpPr>
              <p:nvPr/>
            </p:nvSpPr>
            <p:spPr bwMode="auto">
              <a:xfrm>
                <a:off x="2016" y="1728"/>
                <a:ext cx="1296" cy="0"/>
              </a:xfrm>
              <a:prstGeom prst="line">
                <a:avLst/>
              </a:prstGeom>
              <a:noFill/>
              <a:ln w="9525">
                <a:solidFill>
                  <a:schemeClr val="tx1"/>
                </a:solidFill>
                <a:round/>
                <a:headEnd/>
                <a:tailEnd/>
              </a:ln>
            </p:spPr>
            <p:txBody>
              <a:bodyPr wrap="none" anchor="ctr"/>
              <a:lstStyle/>
              <a:p>
                <a:endParaRPr lang="en-MY"/>
              </a:p>
            </p:txBody>
          </p:sp>
          <p:sp>
            <p:nvSpPr>
              <p:cNvPr id="20525" name="Line 38"/>
              <p:cNvSpPr>
                <a:spLocks noChangeShapeType="1"/>
              </p:cNvSpPr>
              <p:nvPr/>
            </p:nvSpPr>
            <p:spPr bwMode="auto">
              <a:xfrm>
                <a:off x="2016" y="1968"/>
                <a:ext cx="1296" cy="0"/>
              </a:xfrm>
              <a:prstGeom prst="line">
                <a:avLst/>
              </a:prstGeom>
              <a:noFill/>
              <a:ln w="9525">
                <a:solidFill>
                  <a:schemeClr val="tx1"/>
                </a:solidFill>
                <a:round/>
                <a:headEnd/>
                <a:tailEnd/>
              </a:ln>
            </p:spPr>
            <p:txBody>
              <a:bodyPr wrap="none" anchor="ctr"/>
              <a:lstStyle/>
              <a:p>
                <a:endParaRPr lang="en-MY"/>
              </a:p>
            </p:txBody>
          </p:sp>
          <p:sp>
            <p:nvSpPr>
              <p:cNvPr id="20526" name="Line 39"/>
              <p:cNvSpPr>
                <a:spLocks noChangeShapeType="1"/>
              </p:cNvSpPr>
              <p:nvPr/>
            </p:nvSpPr>
            <p:spPr bwMode="auto">
              <a:xfrm>
                <a:off x="2016" y="1728"/>
                <a:ext cx="0" cy="240"/>
              </a:xfrm>
              <a:prstGeom prst="line">
                <a:avLst/>
              </a:prstGeom>
              <a:noFill/>
              <a:ln w="9525">
                <a:solidFill>
                  <a:schemeClr val="tx1"/>
                </a:solidFill>
                <a:round/>
                <a:headEnd/>
                <a:tailEnd/>
              </a:ln>
            </p:spPr>
            <p:txBody>
              <a:bodyPr wrap="none" anchor="ctr"/>
              <a:lstStyle/>
              <a:p>
                <a:endParaRPr lang="en-MY"/>
              </a:p>
            </p:txBody>
          </p:sp>
          <p:sp>
            <p:nvSpPr>
              <p:cNvPr id="20527" name="Line 40"/>
              <p:cNvSpPr>
                <a:spLocks noChangeShapeType="1"/>
              </p:cNvSpPr>
              <p:nvPr/>
            </p:nvSpPr>
            <p:spPr bwMode="auto">
              <a:xfrm>
                <a:off x="2208" y="1728"/>
                <a:ext cx="0" cy="240"/>
              </a:xfrm>
              <a:prstGeom prst="line">
                <a:avLst/>
              </a:prstGeom>
              <a:noFill/>
              <a:ln w="9525">
                <a:solidFill>
                  <a:schemeClr val="tx1"/>
                </a:solidFill>
                <a:round/>
                <a:headEnd/>
                <a:tailEnd/>
              </a:ln>
            </p:spPr>
            <p:txBody>
              <a:bodyPr wrap="none" anchor="ctr"/>
              <a:lstStyle/>
              <a:p>
                <a:endParaRPr lang="en-MY"/>
              </a:p>
            </p:txBody>
          </p:sp>
          <p:sp>
            <p:nvSpPr>
              <p:cNvPr id="20528" name="Text Box 41"/>
              <p:cNvSpPr txBox="1">
                <a:spLocks noChangeArrowheads="1"/>
              </p:cNvSpPr>
              <p:nvPr/>
            </p:nvSpPr>
            <p:spPr bwMode="auto">
              <a:xfrm>
                <a:off x="1987" y="1774"/>
                <a:ext cx="253" cy="192"/>
              </a:xfrm>
              <a:prstGeom prst="rect">
                <a:avLst/>
              </a:prstGeom>
              <a:noFill/>
              <a:ln w="9525">
                <a:noFill/>
                <a:miter lim="800000"/>
                <a:headEnd/>
                <a:tailEnd/>
              </a:ln>
            </p:spPr>
            <p:txBody>
              <a:bodyPr wrap="none">
                <a:spAutoFit/>
              </a:bodyPr>
              <a:lstStyle/>
              <a:p>
                <a:pPr algn="ctr"/>
                <a:r>
                  <a:rPr lang="en-US" sz="1400"/>
                  <a:t>D3</a:t>
                </a:r>
              </a:p>
            </p:txBody>
          </p:sp>
          <p:sp>
            <p:nvSpPr>
              <p:cNvPr id="20529" name="Text Box 42"/>
              <p:cNvSpPr txBox="1">
                <a:spLocks noChangeArrowheads="1"/>
              </p:cNvSpPr>
              <p:nvPr/>
            </p:nvSpPr>
            <p:spPr bwMode="auto">
              <a:xfrm>
                <a:off x="2199" y="1776"/>
                <a:ext cx="1150" cy="192"/>
              </a:xfrm>
              <a:prstGeom prst="rect">
                <a:avLst/>
              </a:prstGeom>
              <a:noFill/>
              <a:ln w="9525">
                <a:noFill/>
                <a:miter lim="800000"/>
                <a:headEnd/>
                <a:tailEnd/>
              </a:ln>
            </p:spPr>
            <p:txBody>
              <a:bodyPr wrap="none">
                <a:spAutoFit/>
              </a:bodyPr>
              <a:lstStyle/>
              <a:p>
                <a:pPr algn="ctr"/>
                <a:r>
                  <a:rPr lang="en-US" sz="1400"/>
                  <a:t>Semester Schedule DB</a:t>
                </a:r>
              </a:p>
            </p:txBody>
          </p:sp>
        </p:grpSp>
        <p:sp>
          <p:nvSpPr>
            <p:cNvPr id="20499" name="Line 43"/>
            <p:cNvSpPr>
              <a:spLocks noChangeShapeType="1"/>
            </p:cNvSpPr>
            <p:nvPr/>
          </p:nvSpPr>
          <p:spPr bwMode="auto">
            <a:xfrm>
              <a:off x="1830644" y="3457217"/>
              <a:ext cx="1295400" cy="0"/>
            </a:xfrm>
            <a:prstGeom prst="line">
              <a:avLst/>
            </a:prstGeom>
            <a:noFill/>
            <a:ln w="9525">
              <a:solidFill>
                <a:schemeClr val="tx1"/>
              </a:solidFill>
              <a:round/>
              <a:headEnd/>
              <a:tailEnd type="triangle" w="med" len="med"/>
            </a:ln>
          </p:spPr>
          <p:txBody>
            <a:bodyPr wrap="none" anchor="ctr"/>
            <a:lstStyle/>
            <a:p>
              <a:endParaRPr lang="en-MY"/>
            </a:p>
          </p:txBody>
        </p:sp>
        <p:sp>
          <p:nvSpPr>
            <p:cNvPr id="20500" name="Text Box 44"/>
            <p:cNvSpPr txBox="1">
              <a:spLocks noChangeArrowheads="1"/>
            </p:cNvSpPr>
            <p:nvPr/>
          </p:nvSpPr>
          <p:spPr bwMode="auto">
            <a:xfrm>
              <a:off x="1906845" y="3152417"/>
              <a:ext cx="1190625" cy="304800"/>
            </a:xfrm>
            <a:prstGeom prst="rect">
              <a:avLst/>
            </a:prstGeom>
            <a:noFill/>
            <a:ln w="9525">
              <a:noFill/>
              <a:miter lim="800000"/>
              <a:headEnd/>
              <a:tailEnd/>
            </a:ln>
          </p:spPr>
          <p:txBody>
            <a:bodyPr wrap="none">
              <a:spAutoFit/>
            </a:bodyPr>
            <a:lstStyle/>
            <a:p>
              <a:pPr algn="ctr"/>
              <a:r>
                <a:rPr lang="en-US" sz="1400"/>
                <a:t>Class Request</a:t>
              </a:r>
            </a:p>
          </p:txBody>
        </p:sp>
        <p:sp>
          <p:nvSpPr>
            <p:cNvPr id="20501" name="Line 45"/>
            <p:cNvSpPr>
              <a:spLocks noChangeShapeType="1"/>
            </p:cNvSpPr>
            <p:nvPr/>
          </p:nvSpPr>
          <p:spPr bwMode="auto">
            <a:xfrm>
              <a:off x="4269044" y="3457217"/>
              <a:ext cx="1371600" cy="0"/>
            </a:xfrm>
            <a:prstGeom prst="line">
              <a:avLst/>
            </a:prstGeom>
            <a:noFill/>
            <a:ln w="9525">
              <a:solidFill>
                <a:schemeClr val="tx1"/>
              </a:solidFill>
              <a:round/>
              <a:headEnd/>
              <a:tailEnd type="triangle" w="med" len="med"/>
            </a:ln>
          </p:spPr>
          <p:txBody>
            <a:bodyPr wrap="none" anchor="ctr"/>
            <a:lstStyle/>
            <a:p>
              <a:endParaRPr lang="en-MY"/>
            </a:p>
          </p:txBody>
        </p:sp>
        <p:sp>
          <p:nvSpPr>
            <p:cNvPr id="20502" name="Text Box 46"/>
            <p:cNvSpPr txBox="1">
              <a:spLocks noChangeArrowheads="1"/>
            </p:cNvSpPr>
            <p:nvPr/>
          </p:nvSpPr>
          <p:spPr bwMode="auto">
            <a:xfrm>
              <a:off x="4372861" y="3163530"/>
              <a:ext cx="1183016" cy="523220"/>
            </a:xfrm>
            <a:prstGeom prst="rect">
              <a:avLst/>
            </a:prstGeom>
            <a:noFill/>
            <a:ln w="9525">
              <a:noFill/>
              <a:miter lim="800000"/>
              <a:headEnd/>
              <a:tailEnd/>
            </a:ln>
          </p:spPr>
          <p:txBody>
            <a:bodyPr wrap="none">
              <a:spAutoFit/>
            </a:bodyPr>
            <a:lstStyle/>
            <a:p>
              <a:pPr algn="ctr"/>
              <a:r>
                <a:rPr lang="en-US" sz="1400"/>
                <a:t>Authorized</a:t>
              </a:r>
            </a:p>
            <a:p>
              <a:pPr algn="ctr"/>
              <a:r>
                <a:rPr lang="en-US" sz="1400"/>
                <a:t>Class Request</a:t>
              </a:r>
            </a:p>
          </p:txBody>
        </p:sp>
        <p:sp>
          <p:nvSpPr>
            <p:cNvPr id="20503" name="Line 47"/>
            <p:cNvSpPr>
              <a:spLocks noChangeShapeType="1"/>
            </p:cNvSpPr>
            <p:nvPr/>
          </p:nvSpPr>
          <p:spPr bwMode="auto">
            <a:xfrm>
              <a:off x="6783644" y="3457217"/>
              <a:ext cx="1371600" cy="0"/>
            </a:xfrm>
            <a:prstGeom prst="line">
              <a:avLst/>
            </a:prstGeom>
            <a:noFill/>
            <a:ln w="9525">
              <a:solidFill>
                <a:schemeClr val="tx1"/>
              </a:solidFill>
              <a:round/>
              <a:headEnd/>
              <a:tailEnd type="triangle" w="med" len="med"/>
            </a:ln>
          </p:spPr>
          <p:txBody>
            <a:bodyPr wrap="none" anchor="ctr"/>
            <a:lstStyle/>
            <a:p>
              <a:endParaRPr lang="en-MY"/>
            </a:p>
          </p:txBody>
        </p:sp>
        <p:sp>
          <p:nvSpPr>
            <p:cNvPr id="20504" name="Text Box 48"/>
            <p:cNvSpPr txBox="1">
              <a:spLocks noChangeArrowheads="1"/>
            </p:cNvSpPr>
            <p:nvPr/>
          </p:nvSpPr>
          <p:spPr bwMode="auto">
            <a:xfrm>
              <a:off x="6926733" y="3163530"/>
              <a:ext cx="947311" cy="523220"/>
            </a:xfrm>
            <a:prstGeom prst="rect">
              <a:avLst/>
            </a:prstGeom>
            <a:noFill/>
            <a:ln w="9525">
              <a:noFill/>
              <a:miter lim="800000"/>
              <a:headEnd/>
              <a:tailEnd/>
            </a:ln>
          </p:spPr>
          <p:txBody>
            <a:bodyPr wrap="none">
              <a:spAutoFit/>
            </a:bodyPr>
            <a:lstStyle/>
            <a:p>
              <a:pPr algn="ctr"/>
              <a:r>
                <a:rPr lang="en-US" sz="1400"/>
                <a:t>Valid Class</a:t>
              </a:r>
            </a:p>
            <a:p>
              <a:pPr algn="ctr"/>
              <a:r>
                <a:rPr lang="en-US" sz="1400"/>
                <a:t>Request</a:t>
              </a:r>
            </a:p>
          </p:txBody>
        </p:sp>
        <p:sp>
          <p:nvSpPr>
            <p:cNvPr id="20505" name="Line 49"/>
            <p:cNvSpPr>
              <a:spLocks noChangeShapeType="1"/>
            </p:cNvSpPr>
            <p:nvPr/>
          </p:nvSpPr>
          <p:spPr bwMode="auto">
            <a:xfrm>
              <a:off x="6174044" y="1857017"/>
              <a:ext cx="0" cy="990600"/>
            </a:xfrm>
            <a:prstGeom prst="line">
              <a:avLst/>
            </a:prstGeom>
            <a:noFill/>
            <a:ln w="9525">
              <a:solidFill>
                <a:schemeClr val="tx1"/>
              </a:solidFill>
              <a:round/>
              <a:headEnd/>
              <a:tailEnd type="triangle" w="med" len="med"/>
            </a:ln>
          </p:spPr>
          <p:txBody>
            <a:bodyPr wrap="none" anchor="ctr"/>
            <a:lstStyle/>
            <a:p>
              <a:endParaRPr lang="en-MY"/>
            </a:p>
          </p:txBody>
        </p:sp>
        <p:sp>
          <p:nvSpPr>
            <p:cNvPr id="20506" name="Text Box 50"/>
            <p:cNvSpPr txBox="1">
              <a:spLocks noChangeArrowheads="1"/>
            </p:cNvSpPr>
            <p:nvPr/>
          </p:nvSpPr>
          <p:spPr bwMode="auto">
            <a:xfrm>
              <a:off x="6174044" y="2161817"/>
              <a:ext cx="1296988" cy="304800"/>
            </a:xfrm>
            <a:prstGeom prst="rect">
              <a:avLst/>
            </a:prstGeom>
            <a:noFill/>
            <a:ln w="9525">
              <a:noFill/>
              <a:miter lim="800000"/>
              <a:headEnd/>
              <a:tailEnd/>
            </a:ln>
          </p:spPr>
          <p:txBody>
            <a:bodyPr wrap="none">
              <a:spAutoFit/>
            </a:bodyPr>
            <a:lstStyle/>
            <a:p>
              <a:pPr algn="ctr"/>
              <a:r>
                <a:rPr lang="en-US" sz="1400"/>
                <a:t>Available Seats</a:t>
              </a:r>
            </a:p>
          </p:txBody>
        </p:sp>
        <p:sp>
          <p:nvSpPr>
            <p:cNvPr id="20507" name="Line 51"/>
            <p:cNvSpPr>
              <a:spLocks noChangeShapeType="1"/>
            </p:cNvSpPr>
            <p:nvPr/>
          </p:nvSpPr>
          <p:spPr bwMode="auto">
            <a:xfrm flipV="1">
              <a:off x="8688644" y="1704617"/>
              <a:ext cx="0" cy="1143000"/>
            </a:xfrm>
            <a:prstGeom prst="line">
              <a:avLst/>
            </a:prstGeom>
            <a:noFill/>
            <a:ln w="9525">
              <a:solidFill>
                <a:schemeClr val="tx1"/>
              </a:solidFill>
              <a:round/>
              <a:headEnd/>
              <a:tailEnd/>
            </a:ln>
          </p:spPr>
          <p:txBody>
            <a:bodyPr wrap="none" anchor="ctr"/>
            <a:lstStyle/>
            <a:p>
              <a:endParaRPr lang="en-MY"/>
            </a:p>
          </p:txBody>
        </p:sp>
        <p:sp>
          <p:nvSpPr>
            <p:cNvPr id="20508" name="Line 52"/>
            <p:cNvSpPr>
              <a:spLocks noChangeShapeType="1"/>
            </p:cNvSpPr>
            <p:nvPr/>
          </p:nvSpPr>
          <p:spPr bwMode="auto">
            <a:xfrm flipH="1">
              <a:off x="7240844" y="1704617"/>
              <a:ext cx="1447800" cy="0"/>
            </a:xfrm>
            <a:prstGeom prst="line">
              <a:avLst/>
            </a:prstGeom>
            <a:noFill/>
            <a:ln w="9525">
              <a:solidFill>
                <a:schemeClr val="tx1"/>
              </a:solidFill>
              <a:round/>
              <a:headEnd/>
              <a:tailEnd type="triangle" w="med" len="med"/>
            </a:ln>
          </p:spPr>
          <p:txBody>
            <a:bodyPr wrap="none" anchor="ctr"/>
            <a:lstStyle/>
            <a:p>
              <a:endParaRPr lang="en-MY"/>
            </a:p>
          </p:txBody>
        </p:sp>
        <p:sp>
          <p:nvSpPr>
            <p:cNvPr id="20509" name="Text Box 53"/>
            <p:cNvSpPr txBox="1">
              <a:spLocks noChangeArrowheads="1"/>
            </p:cNvSpPr>
            <p:nvPr/>
          </p:nvSpPr>
          <p:spPr bwMode="auto">
            <a:xfrm>
              <a:off x="7407533" y="1643865"/>
              <a:ext cx="1296988" cy="304800"/>
            </a:xfrm>
            <a:prstGeom prst="rect">
              <a:avLst/>
            </a:prstGeom>
            <a:noFill/>
            <a:ln w="9525">
              <a:noFill/>
              <a:miter lim="800000"/>
              <a:headEnd/>
              <a:tailEnd/>
            </a:ln>
          </p:spPr>
          <p:txBody>
            <a:bodyPr wrap="none">
              <a:spAutoFit/>
            </a:bodyPr>
            <a:lstStyle/>
            <a:p>
              <a:pPr algn="ctr"/>
              <a:r>
                <a:rPr lang="en-US" sz="1400"/>
                <a:t>Available Seats</a:t>
              </a:r>
            </a:p>
          </p:txBody>
        </p:sp>
        <p:sp>
          <p:nvSpPr>
            <p:cNvPr id="20510" name="Line 54"/>
            <p:cNvSpPr>
              <a:spLocks noChangeShapeType="1"/>
            </p:cNvSpPr>
            <p:nvPr/>
          </p:nvSpPr>
          <p:spPr bwMode="auto">
            <a:xfrm>
              <a:off x="8764844" y="3990617"/>
              <a:ext cx="0" cy="1371600"/>
            </a:xfrm>
            <a:prstGeom prst="line">
              <a:avLst/>
            </a:prstGeom>
            <a:noFill/>
            <a:ln w="9525">
              <a:solidFill>
                <a:schemeClr val="tx1"/>
              </a:solidFill>
              <a:round/>
              <a:headEnd/>
              <a:tailEnd type="triangle" w="med" len="med"/>
            </a:ln>
          </p:spPr>
          <p:txBody>
            <a:bodyPr wrap="none" anchor="ctr"/>
            <a:lstStyle/>
            <a:p>
              <a:endParaRPr lang="en-MY"/>
            </a:p>
          </p:txBody>
        </p:sp>
        <p:sp>
          <p:nvSpPr>
            <p:cNvPr id="20511" name="Text Box 55"/>
            <p:cNvSpPr txBox="1">
              <a:spLocks noChangeArrowheads="1"/>
            </p:cNvSpPr>
            <p:nvPr/>
          </p:nvSpPr>
          <p:spPr bwMode="auto">
            <a:xfrm>
              <a:off x="8757379" y="4295417"/>
              <a:ext cx="1005533" cy="738664"/>
            </a:xfrm>
            <a:prstGeom prst="rect">
              <a:avLst/>
            </a:prstGeom>
            <a:noFill/>
            <a:ln w="9525">
              <a:noFill/>
              <a:miter lim="800000"/>
              <a:headEnd/>
              <a:tailEnd/>
            </a:ln>
          </p:spPr>
          <p:txBody>
            <a:bodyPr wrap="none">
              <a:spAutoFit/>
            </a:bodyPr>
            <a:lstStyle/>
            <a:p>
              <a:pPr algn="ctr"/>
              <a:r>
                <a:rPr lang="en-US" sz="1400"/>
                <a:t>Student</a:t>
              </a:r>
            </a:p>
            <a:p>
              <a:pPr algn="ctr"/>
              <a:r>
                <a:rPr lang="en-US" sz="1400"/>
                <a:t>and Course</a:t>
              </a:r>
            </a:p>
            <a:p>
              <a:pPr algn="ctr"/>
              <a:r>
                <a:rPr lang="en-US" sz="1400"/>
                <a:t>Data</a:t>
              </a:r>
            </a:p>
          </p:txBody>
        </p:sp>
        <p:sp>
          <p:nvSpPr>
            <p:cNvPr id="20512" name="Line 56"/>
            <p:cNvSpPr>
              <a:spLocks noChangeShapeType="1"/>
            </p:cNvSpPr>
            <p:nvPr/>
          </p:nvSpPr>
          <p:spPr bwMode="auto">
            <a:xfrm flipH="1">
              <a:off x="1830644" y="3762017"/>
              <a:ext cx="1295400" cy="0"/>
            </a:xfrm>
            <a:prstGeom prst="line">
              <a:avLst/>
            </a:prstGeom>
            <a:noFill/>
            <a:ln w="9525">
              <a:solidFill>
                <a:schemeClr val="tx1"/>
              </a:solidFill>
              <a:round/>
              <a:headEnd/>
              <a:tailEnd type="triangle" w="med" len="med"/>
            </a:ln>
          </p:spPr>
          <p:txBody>
            <a:bodyPr wrap="none" anchor="ctr"/>
            <a:lstStyle/>
            <a:p>
              <a:endParaRPr lang="en-MY"/>
            </a:p>
          </p:txBody>
        </p:sp>
        <p:sp>
          <p:nvSpPr>
            <p:cNvPr id="20513" name="Text Box 57"/>
            <p:cNvSpPr txBox="1">
              <a:spLocks noChangeArrowheads="1"/>
            </p:cNvSpPr>
            <p:nvPr/>
          </p:nvSpPr>
          <p:spPr bwMode="auto">
            <a:xfrm>
              <a:off x="1750756" y="3773130"/>
              <a:ext cx="1393267" cy="523220"/>
            </a:xfrm>
            <a:prstGeom prst="rect">
              <a:avLst/>
            </a:prstGeom>
            <a:noFill/>
            <a:ln w="9525">
              <a:noFill/>
              <a:miter lim="800000"/>
              <a:headEnd/>
              <a:tailEnd/>
            </a:ln>
          </p:spPr>
          <p:txBody>
            <a:bodyPr wrap="none">
              <a:spAutoFit/>
            </a:bodyPr>
            <a:lstStyle/>
            <a:p>
              <a:pPr algn="ctr"/>
              <a:r>
                <a:rPr lang="en-US" sz="1400"/>
                <a:t>Student Notified</a:t>
              </a:r>
            </a:p>
            <a:p>
              <a:pPr algn="ctr"/>
              <a:r>
                <a:rPr lang="en-US" sz="1400"/>
                <a:t>(email)</a:t>
              </a:r>
            </a:p>
          </p:txBody>
        </p:sp>
        <p:sp>
          <p:nvSpPr>
            <p:cNvPr id="20514" name="Line 58"/>
            <p:cNvSpPr>
              <a:spLocks noChangeShapeType="1"/>
            </p:cNvSpPr>
            <p:nvPr/>
          </p:nvSpPr>
          <p:spPr bwMode="auto">
            <a:xfrm>
              <a:off x="6707444" y="3914417"/>
              <a:ext cx="762000" cy="0"/>
            </a:xfrm>
            <a:prstGeom prst="line">
              <a:avLst/>
            </a:prstGeom>
            <a:noFill/>
            <a:ln w="9525">
              <a:solidFill>
                <a:schemeClr val="tx1"/>
              </a:solidFill>
              <a:round/>
              <a:headEnd/>
              <a:tailEnd/>
            </a:ln>
          </p:spPr>
          <p:txBody>
            <a:bodyPr wrap="none" anchor="ctr"/>
            <a:lstStyle/>
            <a:p>
              <a:endParaRPr lang="en-MY"/>
            </a:p>
          </p:txBody>
        </p:sp>
        <p:sp>
          <p:nvSpPr>
            <p:cNvPr id="20515" name="Line 59"/>
            <p:cNvSpPr>
              <a:spLocks noChangeShapeType="1"/>
            </p:cNvSpPr>
            <p:nvPr/>
          </p:nvSpPr>
          <p:spPr bwMode="auto">
            <a:xfrm>
              <a:off x="7469444" y="3914417"/>
              <a:ext cx="0" cy="838200"/>
            </a:xfrm>
            <a:prstGeom prst="line">
              <a:avLst/>
            </a:prstGeom>
            <a:noFill/>
            <a:ln w="9525">
              <a:solidFill>
                <a:schemeClr val="tx1"/>
              </a:solidFill>
              <a:round/>
              <a:headEnd/>
              <a:tailEnd type="triangle" w="med" len="med"/>
            </a:ln>
          </p:spPr>
          <p:txBody>
            <a:bodyPr wrap="none" anchor="ctr"/>
            <a:lstStyle/>
            <a:p>
              <a:endParaRPr lang="en-MY"/>
            </a:p>
          </p:txBody>
        </p:sp>
        <p:sp>
          <p:nvSpPr>
            <p:cNvPr id="20516" name="Text Box 60"/>
            <p:cNvSpPr txBox="1">
              <a:spLocks noChangeArrowheads="1"/>
            </p:cNvSpPr>
            <p:nvPr/>
          </p:nvSpPr>
          <p:spPr bwMode="auto">
            <a:xfrm>
              <a:off x="7472707" y="4143017"/>
              <a:ext cx="769763" cy="523220"/>
            </a:xfrm>
            <a:prstGeom prst="rect">
              <a:avLst/>
            </a:prstGeom>
            <a:noFill/>
            <a:ln w="9525">
              <a:noFill/>
              <a:miter lim="800000"/>
              <a:headEnd/>
              <a:tailEnd/>
            </a:ln>
          </p:spPr>
          <p:txBody>
            <a:bodyPr wrap="none">
              <a:spAutoFit/>
            </a:bodyPr>
            <a:lstStyle/>
            <a:p>
              <a:pPr algn="ctr"/>
              <a:r>
                <a:rPr lang="en-US" sz="1400"/>
                <a:t>Student</a:t>
              </a:r>
            </a:p>
            <a:p>
              <a:pPr algn="ctr"/>
              <a:r>
                <a:rPr lang="en-US" sz="1400"/>
                <a:t>Emailed</a:t>
              </a:r>
            </a:p>
          </p:txBody>
        </p:sp>
        <p:sp>
          <p:nvSpPr>
            <p:cNvPr id="20517" name="Line 61"/>
            <p:cNvSpPr>
              <a:spLocks noChangeShapeType="1"/>
            </p:cNvSpPr>
            <p:nvPr/>
          </p:nvSpPr>
          <p:spPr bwMode="auto">
            <a:xfrm>
              <a:off x="3888044" y="4828817"/>
              <a:ext cx="2286000" cy="0"/>
            </a:xfrm>
            <a:prstGeom prst="line">
              <a:avLst/>
            </a:prstGeom>
            <a:noFill/>
            <a:ln w="9525">
              <a:solidFill>
                <a:schemeClr val="tx1"/>
              </a:solidFill>
              <a:round/>
              <a:headEnd/>
              <a:tailEnd/>
            </a:ln>
          </p:spPr>
          <p:txBody>
            <a:bodyPr wrap="none" anchor="ctr"/>
            <a:lstStyle/>
            <a:p>
              <a:endParaRPr lang="en-MY"/>
            </a:p>
          </p:txBody>
        </p:sp>
        <p:sp>
          <p:nvSpPr>
            <p:cNvPr id="20518" name="Line 62"/>
            <p:cNvSpPr>
              <a:spLocks noChangeShapeType="1"/>
            </p:cNvSpPr>
            <p:nvPr/>
          </p:nvSpPr>
          <p:spPr bwMode="auto">
            <a:xfrm flipV="1">
              <a:off x="3507044" y="3990617"/>
              <a:ext cx="0" cy="1371600"/>
            </a:xfrm>
            <a:prstGeom prst="line">
              <a:avLst/>
            </a:prstGeom>
            <a:noFill/>
            <a:ln w="9525">
              <a:solidFill>
                <a:schemeClr val="tx1"/>
              </a:solidFill>
              <a:round/>
              <a:headEnd/>
              <a:tailEnd type="triangle" w="med" len="med"/>
            </a:ln>
          </p:spPr>
          <p:txBody>
            <a:bodyPr wrap="none" anchor="ctr"/>
            <a:lstStyle/>
            <a:p>
              <a:endParaRPr lang="en-MY"/>
            </a:p>
          </p:txBody>
        </p:sp>
        <p:sp>
          <p:nvSpPr>
            <p:cNvPr id="20519" name="Text Box 63"/>
            <p:cNvSpPr txBox="1">
              <a:spLocks noChangeArrowheads="1"/>
            </p:cNvSpPr>
            <p:nvPr/>
          </p:nvSpPr>
          <p:spPr bwMode="auto">
            <a:xfrm>
              <a:off x="2826967" y="4524017"/>
              <a:ext cx="760080" cy="523220"/>
            </a:xfrm>
            <a:prstGeom prst="rect">
              <a:avLst/>
            </a:prstGeom>
            <a:noFill/>
            <a:ln w="9525">
              <a:noFill/>
              <a:miter lim="800000"/>
              <a:headEnd/>
              <a:tailEnd/>
            </a:ln>
          </p:spPr>
          <p:txBody>
            <a:bodyPr wrap="none">
              <a:spAutoFit/>
            </a:bodyPr>
            <a:lstStyle/>
            <a:p>
              <a:pPr algn="ctr"/>
              <a:r>
                <a:rPr lang="en-US" sz="1400"/>
                <a:t>Student</a:t>
              </a:r>
            </a:p>
            <a:p>
              <a:pPr algn="ctr"/>
              <a:r>
                <a:rPr lang="en-US" sz="1400"/>
                <a:t>Record</a:t>
              </a:r>
            </a:p>
          </p:txBody>
        </p:sp>
        <p:sp>
          <p:nvSpPr>
            <p:cNvPr id="20520" name="Line 64"/>
            <p:cNvSpPr>
              <a:spLocks noChangeShapeType="1"/>
            </p:cNvSpPr>
            <p:nvPr/>
          </p:nvSpPr>
          <p:spPr bwMode="auto">
            <a:xfrm flipV="1">
              <a:off x="6174044" y="4828817"/>
              <a:ext cx="0" cy="533400"/>
            </a:xfrm>
            <a:prstGeom prst="line">
              <a:avLst/>
            </a:prstGeom>
            <a:noFill/>
            <a:ln w="9525">
              <a:solidFill>
                <a:schemeClr val="tx1"/>
              </a:solidFill>
              <a:round/>
              <a:headEnd/>
              <a:tailEnd/>
            </a:ln>
          </p:spPr>
          <p:txBody>
            <a:bodyPr wrap="none" anchor="ctr"/>
            <a:lstStyle/>
            <a:p>
              <a:endParaRPr lang="en-MY"/>
            </a:p>
          </p:txBody>
        </p:sp>
        <p:sp>
          <p:nvSpPr>
            <p:cNvPr id="20521" name="Text Box 65"/>
            <p:cNvSpPr txBox="1">
              <a:spLocks noChangeArrowheads="1"/>
            </p:cNvSpPr>
            <p:nvPr/>
          </p:nvSpPr>
          <p:spPr bwMode="auto">
            <a:xfrm>
              <a:off x="4122995" y="4524017"/>
              <a:ext cx="1247775" cy="304800"/>
            </a:xfrm>
            <a:prstGeom prst="rect">
              <a:avLst/>
            </a:prstGeom>
            <a:noFill/>
            <a:ln w="9525">
              <a:noFill/>
              <a:miter lim="800000"/>
              <a:headEnd/>
              <a:tailEnd/>
            </a:ln>
          </p:spPr>
          <p:txBody>
            <a:bodyPr wrap="none">
              <a:spAutoFit/>
            </a:bodyPr>
            <a:lstStyle/>
            <a:p>
              <a:pPr algn="ctr"/>
              <a:r>
                <a:rPr lang="en-US" sz="1400"/>
                <a:t>Course Record</a:t>
              </a:r>
            </a:p>
          </p:txBody>
        </p:sp>
        <p:sp>
          <p:nvSpPr>
            <p:cNvPr id="20522" name="Line 66"/>
            <p:cNvSpPr>
              <a:spLocks noChangeShapeType="1"/>
            </p:cNvSpPr>
            <p:nvPr/>
          </p:nvSpPr>
          <p:spPr bwMode="auto">
            <a:xfrm flipV="1">
              <a:off x="3888044" y="3990617"/>
              <a:ext cx="0" cy="838200"/>
            </a:xfrm>
            <a:prstGeom prst="line">
              <a:avLst/>
            </a:prstGeom>
            <a:noFill/>
            <a:ln w="9525">
              <a:solidFill>
                <a:schemeClr val="tx1"/>
              </a:solidFill>
              <a:round/>
              <a:headEnd/>
              <a:tailEnd type="triangle" w="med" len="med"/>
            </a:ln>
          </p:spPr>
          <p:txBody>
            <a:bodyPr wrap="none" anchor="ctr"/>
            <a:lstStyle/>
            <a:p>
              <a:endParaRPr lang="en-MY"/>
            </a:p>
          </p:txBody>
        </p:sp>
      </p:grpSp>
      <p:sp>
        <p:nvSpPr>
          <p:cNvPr id="20523" name="Oval 67"/>
          <p:cNvSpPr>
            <a:spLocks noChangeArrowheads="1"/>
          </p:cNvSpPr>
          <p:nvPr/>
        </p:nvSpPr>
        <p:spPr bwMode="auto">
          <a:xfrm>
            <a:off x="2364044" y="2390417"/>
            <a:ext cx="4903860" cy="2057400"/>
          </a:xfrm>
          <a:prstGeom prst="ellipse">
            <a:avLst/>
          </a:prstGeom>
          <a:noFill/>
          <a:ln w="28575">
            <a:solidFill>
              <a:schemeClr val="accent2"/>
            </a:solidFill>
            <a:prstDash val="sysDot"/>
            <a:round/>
            <a:headEnd/>
            <a:tailEnd/>
          </a:ln>
        </p:spPr>
        <p:txBody>
          <a:bodyPr wrap="none" anchor="ctr"/>
          <a:lstStyle/>
          <a:p>
            <a:endParaRPr lang="en-MY"/>
          </a:p>
        </p:txBody>
      </p:sp>
      <p:sp>
        <p:nvSpPr>
          <p:cNvPr id="20482" name="Rectangle 2"/>
          <p:cNvSpPr>
            <a:spLocks noChangeArrowheads="1"/>
          </p:cNvSpPr>
          <p:nvPr/>
        </p:nvSpPr>
        <p:spPr bwMode="auto">
          <a:xfrm>
            <a:off x="3363326" y="5914546"/>
            <a:ext cx="5681761" cy="594501"/>
          </a:xfrm>
          <a:prstGeom prst="rect">
            <a:avLst/>
          </a:prstGeom>
          <a:solidFill>
            <a:srgbClr val="85103F"/>
          </a:solidFill>
          <a:ln w="9525">
            <a:noFill/>
            <a:miter lim="800000"/>
            <a:headEnd/>
            <a:tailEnd/>
          </a:ln>
        </p:spPr>
        <p:txBody>
          <a:bodyPr anchor="ctr"/>
          <a:lstStyle/>
          <a:p>
            <a:pPr algn="ctr"/>
            <a:r>
              <a:rPr lang="en-US" sz="2000" dirty="0">
                <a:solidFill>
                  <a:schemeClr val="bg1"/>
                </a:solidFill>
              </a:rPr>
              <a:t>Course Registration: Physical diagram (partitioned)</a:t>
            </a:r>
          </a:p>
        </p:txBody>
      </p:sp>
      <p:sp>
        <p:nvSpPr>
          <p:cNvPr id="68" name="Title 1">
            <a:extLst>
              <a:ext uri="{FF2B5EF4-FFF2-40B4-BE49-F238E27FC236}">
                <a16:creationId xmlns:a16="http://schemas.microsoft.com/office/drawing/2014/main" id="{EDA009F5-C0EF-C349-981D-01EBC3D73439}"/>
              </a:ext>
            </a:extLst>
          </p:cNvPr>
          <p:cNvSpPr txBox="1">
            <a:spLocks noChangeArrowheads="1"/>
          </p:cNvSpPr>
          <p:nvPr/>
        </p:nvSpPr>
        <p:spPr bwMode="auto">
          <a:xfrm>
            <a:off x="427037" y="596900"/>
            <a:ext cx="11419065"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PARTITIONING DFD (EXAMPLE)</a:t>
            </a:r>
            <a:endParaRPr lang="en-US" altLang="en-US" sz="5400" dirty="0">
              <a:solidFill>
                <a:srgbClr val="85103F"/>
              </a:solidFill>
              <a:latin typeface="Calibri Light" panose="020F0302020204030204" pitchFamily="34" charset="0"/>
            </a:endParaRPr>
          </a:p>
        </p:txBody>
      </p:sp>
      <p:sp>
        <p:nvSpPr>
          <p:cNvPr id="70" name="Oval 67">
            <a:extLst>
              <a:ext uri="{FF2B5EF4-FFF2-40B4-BE49-F238E27FC236}">
                <a16:creationId xmlns:a16="http://schemas.microsoft.com/office/drawing/2014/main" id="{22710ABD-FB92-FD4B-98FC-3BD01E0497C9}"/>
              </a:ext>
            </a:extLst>
          </p:cNvPr>
          <p:cNvSpPr>
            <a:spLocks noChangeArrowheads="1"/>
          </p:cNvSpPr>
          <p:nvPr/>
        </p:nvSpPr>
        <p:spPr bwMode="auto">
          <a:xfrm>
            <a:off x="7550306" y="2513668"/>
            <a:ext cx="2665950" cy="1765723"/>
          </a:xfrm>
          <a:prstGeom prst="ellipse">
            <a:avLst/>
          </a:prstGeom>
          <a:noFill/>
          <a:ln w="28575">
            <a:solidFill>
              <a:schemeClr val="accent2"/>
            </a:solidFill>
            <a:prstDash val="sysDot"/>
            <a:round/>
            <a:headEnd/>
            <a:tailEnd/>
          </a:ln>
        </p:spPr>
        <p:txBody>
          <a:bodyPr wrap="none" anchor="ctr"/>
          <a:lstStyle/>
          <a:p>
            <a:endParaRPr lang="en-MY"/>
          </a:p>
        </p:txBody>
      </p:sp>
      <p:grpSp>
        <p:nvGrpSpPr>
          <p:cNvPr id="10" name="Group 9">
            <a:extLst>
              <a:ext uri="{FF2B5EF4-FFF2-40B4-BE49-F238E27FC236}">
                <a16:creationId xmlns:a16="http://schemas.microsoft.com/office/drawing/2014/main" id="{D174F724-4E1D-5D47-A1EE-CCDFBA8FE847}"/>
              </a:ext>
            </a:extLst>
          </p:cNvPr>
          <p:cNvGrpSpPr/>
          <p:nvPr/>
        </p:nvGrpSpPr>
        <p:grpSpPr>
          <a:xfrm>
            <a:off x="1111305" y="2181080"/>
            <a:ext cx="2005200" cy="542520"/>
            <a:chOff x="1111305" y="2181080"/>
            <a:chExt cx="2005200" cy="542520"/>
          </a:xfrm>
        </p:grpSpPr>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5CEE50DB-1FA9-FA46-9539-9A07B8F1126D}"/>
                    </a:ext>
                  </a:extLst>
                </p14:cNvPr>
                <p14:cNvContentPartPr/>
                <p14:nvPr/>
              </p14:nvContentPartPr>
              <p14:xfrm>
                <a:off x="1126785" y="2284040"/>
                <a:ext cx="1989720" cy="439560"/>
              </p14:xfrm>
            </p:contentPart>
          </mc:Choice>
          <mc:Fallback xmlns="">
            <p:pic>
              <p:nvPicPr>
                <p:cNvPr id="8" name="Ink 7">
                  <a:extLst>
                    <a:ext uri="{FF2B5EF4-FFF2-40B4-BE49-F238E27FC236}">
                      <a16:creationId xmlns:a16="http://schemas.microsoft.com/office/drawing/2014/main" id="{5CEE50DB-1FA9-FA46-9539-9A07B8F1126D}"/>
                    </a:ext>
                  </a:extLst>
                </p:cNvPr>
                <p:cNvPicPr/>
                <p:nvPr/>
              </p:nvPicPr>
              <p:blipFill>
                <a:blip r:embed="rId4"/>
                <a:stretch>
                  <a:fillRect/>
                </a:stretch>
              </p:blipFill>
              <p:spPr>
                <a:xfrm>
                  <a:off x="1122465" y="2279720"/>
                  <a:ext cx="1998360" cy="4482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0F1F9A89-1E1D-3D4A-AE72-378C8C141610}"/>
                    </a:ext>
                  </a:extLst>
                </p14:cNvPr>
                <p14:cNvContentPartPr/>
                <p14:nvPr/>
              </p14:nvContentPartPr>
              <p14:xfrm>
                <a:off x="1111305" y="2181080"/>
                <a:ext cx="123840" cy="273240"/>
              </p14:xfrm>
            </p:contentPart>
          </mc:Choice>
          <mc:Fallback xmlns="">
            <p:pic>
              <p:nvPicPr>
                <p:cNvPr id="9" name="Ink 8">
                  <a:extLst>
                    <a:ext uri="{FF2B5EF4-FFF2-40B4-BE49-F238E27FC236}">
                      <a16:creationId xmlns:a16="http://schemas.microsoft.com/office/drawing/2014/main" id="{0F1F9A89-1E1D-3D4A-AE72-378C8C141610}"/>
                    </a:ext>
                  </a:extLst>
                </p:cNvPr>
                <p:cNvPicPr/>
                <p:nvPr/>
              </p:nvPicPr>
              <p:blipFill>
                <a:blip r:embed="rId6"/>
                <a:stretch>
                  <a:fillRect/>
                </a:stretch>
              </p:blipFill>
              <p:spPr>
                <a:xfrm>
                  <a:off x="1106985" y="2176760"/>
                  <a:ext cx="132480" cy="281880"/>
                </a:xfrm>
                <a:prstGeom prst="rect">
                  <a:avLst/>
                </a:prstGeom>
              </p:spPr>
            </p:pic>
          </mc:Fallback>
        </mc:AlternateContent>
      </p:grpSp>
      <p:sp>
        <p:nvSpPr>
          <p:cNvPr id="77" name="TextBox 76">
            <a:extLst>
              <a:ext uri="{FF2B5EF4-FFF2-40B4-BE49-F238E27FC236}">
                <a16:creationId xmlns:a16="http://schemas.microsoft.com/office/drawing/2014/main" id="{510919DB-9EA2-ED41-A6EB-EED0B91E5421}"/>
              </a:ext>
            </a:extLst>
          </p:cNvPr>
          <p:cNvSpPr txBox="1"/>
          <p:nvPr/>
        </p:nvSpPr>
        <p:spPr>
          <a:xfrm>
            <a:off x="10163605" y="1309644"/>
            <a:ext cx="1315178" cy="1815882"/>
          </a:xfrm>
          <a:prstGeom prst="rect">
            <a:avLst/>
          </a:prstGeom>
          <a:solidFill>
            <a:srgbClr val="FFF2D9"/>
          </a:solidFill>
        </p:spPr>
        <p:txBody>
          <a:bodyPr wrap="square" rtlCol="0">
            <a:spAutoFit/>
          </a:bodyPr>
          <a:lstStyle/>
          <a:p>
            <a:r>
              <a:rPr lang="en-US" sz="1400" dirty="0"/>
              <a:t>Indicates process that will do AUTOMATED ENROLMENT (DATA INPUT) into a data store</a:t>
            </a:r>
          </a:p>
        </p:txBody>
      </p:sp>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6E09A2DC-ABE0-0A45-9CD7-EA65F9B14B96}"/>
                  </a:ext>
                </a:extLst>
              </p14:cNvPr>
              <p14:cNvContentPartPr/>
              <p14:nvPr/>
            </p14:nvContentPartPr>
            <p14:xfrm>
              <a:off x="9329422" y="1507520"/>
              <a:ext cx="868680" cy="1039680"/>
            </p14:xfrm>
          </p:contentPart>
        </mc:Choice>
        <mc:Fallback xmlns="">
          <p:pic>
            <p:nvPicPr>
              <p:cNvPr id="13" name="Ink 12">
                <a:extLst>
                  <a:ext uri="{FF2B5EF4-FFF2-40B4-BE49-F238E27FC236}">
                    <a16:creationId xmlns:a16="http://schemas.microsoft.com/office/drawing/2014/main" id="{6E09A2DC-ABE0-0A45-9CD7-EA65F9B14B96}"/>
                  </a:ext>
                </a:extLst>
              </p:cNvPr>
              <p:cNvPicPr/>
              <p:nvPr/>
            </p:nvPicPr>
            <p:blipFill>
              <a:blip r:embed="rId8"/>
              <a:stretch>
                <a:fillRect/>
              </a:stretch>
            </p:blipFill>
            <p:spPr>
              <a:xfrm>
                <a:off x="9325102" y="1503200"/>
                <a:ext cx="877320" cy="1048320"/>
              </a:xfrm>
              <a:prstGeom prst="rect">
                <a:avLst/>
              </a:prstGeom>
            </p:spPr>
          </p:pic>
        </mc:Fallback>
      </mc:AlternateContent>
    </p:spTree>
    <p:extLst>
      <p:ext uri="{BB962C8B-B14F-4D97-AF65-F5344CB8AC3E}">
        <p14:creationId xmlns:p14="http://schemas.microsoft.com/office/powerpoint/2010/main" val="1542041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5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3"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p:cTn id="11" dur="500" fill="hold"/>
                                        <p:tgtEl>
                                          <p:spTgt spid="10"/>
                                        </p:tgtEl>
                                        <p:attrNameLst>
                                          <p:attrName>drawProgress</p:attrName>
                                        </p:attrNameLst>
                                      </p:cBhvr>
                                      <p:tavLst>
                                        <p:tav tm="0">
                                          <p:val>
                                            <p:fltVal val="0"/>
                                          </p:val>
                                        </p:tav>
                                        <p:tav tm="100000">
                                          <p:val>
                                            <p:fltVal val="1"/>
                                          </p:val>
                                        </p:tav>
                                      </p:tavLst>
                                    </p:anim>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70"/>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63" presetClass="entr" presetSubtype="0" fill="hold" nodeType="clickEffect">
                                  <p:stCondLst>
                                    <p:cond delay="0"/>
                                  </p:stCondLst>
                                  <p:childTnLst>
                                    <p:set>
                                      <p:cBhvr>
                                        <p:cTn id="23" dur="1" fill="hold">
                                          <p:stCondLst>
                                            <p:cond delay="0"/>
                                          </p:stCondLst>
                                        </p:cTn>
                                        <p:tgtEl>
                                          <p:spTgt spid="13"/>
                                        </p:tgtEl>
                                        <p:attrNameLst>
                                          <p:attrName>style.visibility</p:attrName>
                                        </p:attrNameLst>
                                      </p:cBhvr>
                                      <p:to>
                                        <p:strVal val="visible"/>
                                      </p:to>
                                    </p:set>
                                    <p:anim calcmode="lin" valueType="num">
                                      <p:cBhvr>
                                        <p:cTn id="24" dur="500" fill="hold"/>
                                        <p:tgtEl>
                                          <p:spTgt spid="13"/>
                                        </p:tgtEl>
                                        <p:attrNameLst>
                                          <p:attrName>drawProgress</p:attrName>
                                        </p:attrNameLst>
                                      </p:cBhvr>
                                      <p:tavLst>
                                        <p:tav tm="0">
                                          <p:val>
                                            <p:fltVal val="0"/>
                                          </p:val>
                                        </p:tav>
                                        <p:tav tm="100000">
                                          <p:val>
                                            <p:fltVal val="1"/>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0523" grpId="0" animBg="1"/>
      <p:bldP spid="70" grpId="0" animBg="1"/>
      <p:bldP spid="77"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3DC8AAC1-7DB5-434F-BE64-6CFB52E526BC}"/>
              </a:ext>
            </a:extLst>
          </p:cNvPr>
          <p:cNvGraphicFramePr/>
          <p:nvPr>
            <p:extLst>
              <p:ext uri="{D42A27DB-BD31-4B8C-83A1-F6EECF244321}">
                <p14:modId xmlns:p14="http://schemas.microsoft.com/office/powerpoint/2010/main" val="1550210203"/>
              </p:ext>
            </p:extLst>
          </p:nvPr>
        </p:nvGraphicFramePr>
        <p:xfrm>
          <a:off x="396875" y="1482208"/>
          <a:ext cx="11398250" cy="48980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1">
            <a:extLst>
              <a:ext uri="{FF2B5EF4-FFF2-40B4-BE49-F238E27FC236}">
                <a16:creationId xmlns:a16="http://schemas.microsoft.com/office/drawing/2014/main" id="{03EAE533-75AA-5340-9ACB-DC7FFDBCE7D3}"/>
              </a:ext>
            </a:extLst>
          </p:cNvPr>
          <p:cNvSpPr txBox="1">
            <a:spLocks noChangeArrowheads="1"/>
          </p:cNvSpPr>
          <p:nvPr/>
        </p:nvSpPr>
        <p:spPr bwMode="auto">
          <a:xfrm>
            <a:off x="4156557" y="528955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lvl="1">
              <a:buFont typeface="Arial" panose="020B0604020202020204" pitchFamily="34" charset="0"/>
              <a:buChar char="•"/>
            </a:pPr>
            <a:r>
              <a:rPr lang="en-US" sz="1100" dirty="0"/>
              <a:t>Whether processes are performed by different user groups</a:t>
            </a:r>
          </a:p>
          <a:p>
            <a:pPr lvl="1">
              <a:buFont typeface="Arial" panose="020B0604020202020204" pitchFamily="34" charset="0"/>
              <a:buChar char="•"/>
            </a:pPr>
            <a:r>
              <a:rPr lang="en-US" sz="1100" dirty="0"/>
              <a:t>Processes execute at the same time</a:t>
            </a:r>
          </a:p>
          <a:p>
            <a:pPr lvl="1">
              <a:buFont typeface="Arial" panose="020B0604020202020204" pitchFamily="34" charset="0"/>
              <a:buChar char="•"/>
            </a:pPr>
            <a:r>
              <a:rPr lang="en-US" sz="1100" dirty="0"/>
              <a:t>Processes perform similar tasks</a:t>
            </a:r>
          </a:p>
          <a:p>
            <a:pPr lvl="1">
              <a:buFont typeface="Arial" panose="020B0604020202020204" pitchFamily="34" charset="0"/>
              <a:buChar char="•"/>
            </a:pPr>
            <a:r>
              <a:rPr lang="en-US" sz="1100" dirty="0"/>
              <a:t>Batch processes can be combined for efficiency of data</a:t>
            </a:r>
          </a:p>
          <a:p>
            <a:pPr lvl="1">
              <a:buFont typeface="Arial" panose="020B0604020202020204" pitchFamily="34" charset="0"/>
              <a:buChar char="•"/>
            </a:pPr>
            <a:r>
              <a:rPr lang="en-US" sz="1100" dirty="0"/>
              <a:t>Processes may be partitioned into different programs for security reasons</a:t>
            </a:r>
          </a:p>
        </p:txBody>
      </p:sp>
      <p:sp>
        <p:nvSpPr>
          <p:cNvPr id="3" name="Rectangle 2">
            <a:extLst>
              <a:ext uri="{FF2B5EF4-FFF2-40B4-BE49-F238E27FC236}">
                <a16:creationId xmlns:a16="http://schemas.microsoft.com/office/drawing/2014/main" id="{11E81657-5115-6449-A258-4AEE76EF7F8C}"/>
              </a:ext>
            </a:extLst>
          </p:cNvPr>
          <p:cNvSpPr/>
          <p:nvPr/>
        </p:nvSpPr>
        <p:spPr>
          <a:xfrm>
            <a:off x="4594260" y="4143217"/>
            <a:ext cx="3003479" cy="830997"/>
          </a:xfrm>
          <a:prstGeom prst="rect">
            <a:avLst/>
          </a:prstGeom>
        </p:spPr>
        <p:txBody>
          <a:bodyPr wrap="square">
            <a:spAutoFit/>
          </a:bodyPr>
          <a:lstStyle/>
          <a:p>
            <a:r>
              <a:rPr lang="en-US" sz="1200" dirty="0"/>
              <a:t>1. Creating the logical DFD</a:t>
            </a:r>
          </a:p>
          <a:p>
            <a:pPr marL="628650" lvl="1" indent="-171450">
              <a:buFont typeface="Arial" panose="020B0604020202020204" pitchFamily="34" charset="0"/>
              <a:buChar char="•"/>
            </a:pPr>
            <a:r>
              <a:rPr lang="en-US" sz="1200" dirty="0"/>
              <a:t>Context-level data flow diagram</a:t>
            </a:r>
          </a:p>
          <a:p>
            <a:pPr marL="628650" lvl="1" indent="-171450">
              <a:buFont typeface="Arial" panose="020B0604020202020204" pitchFamily="34" charset="0"/>
              <a:buChar char="•"/>
            </a:pPr>
            <a:r>
              <a:rPr lang="en-US" sz="1200" dirty="0"/>
              <a:t>Level 0 logical data flow diagram</a:t>
            </a:r>
          </a:p>
          <a:p>
            <a:pPr marL="628650" lvl="1" indent="-171450">
              <a:buFont typeface="Arial" panose="020B0604020202020204" pitchFamily="34" charset="0"/>
              <a:buChar char="•"/>
            </a:pPr>
            <a:r>
              <a:rPr lang="en-US" sz="1200" dirty="0"/>
              <a:t>Child diagrams</a:t>
            </a:r>
          </a:p>
        </p:txBody>
      </p:sp>
      <p:sp>
        <p:nvSpPr>
          <p:cNvPr id="5" name="Rectangle 4">
            <a:extLst>
              <a:ext uri="{FF2B5EF4-FFF2-40B4-BE49-F238E27FC236}">
                <a16:creationId xmlns:a16="http://schemas.microsoft.com/office/drawing/2014/main" id="{2220CBC6-DDD5-DB4F-AF2B-EAC0EF46205D}"/>
              </a:ext>
            </a:extLst>
          </p:cNvPr>
          <p:cNvSpPr/>
          <p:nvPr/>
        </p:nvSpPr>
        <p:spPr>
          <a:xfrm>
            <a:off x="7849847" y="4235549"/>
            <a:ext cx="3945277" cy="646331"/>
          </a:xfrm>
          <a:prstGeom prst="rect">
            <a:avLst/>
          </a:prstGeom>
        </p:spPr>
        <p:txBody>
          <a:bodyPr wrap="square">
            <a:spAutoFit/>
          </a:bodyPr>
          <a:lstStyle/>
          <a:p>
            <a:r>
              <a:rPr lang="en-US" sz="1200" dirty="0"/>
              <a:t>2. Creating the physical DFD</a:t>
            </a:r>
          </a:p>
          <a:p>
            <a:pPr marL="628650" lvl="1" indent="-171450">
              <a:buFont typeface="Arial" panose="020B0604020202020204" pitchFamily="34" charset="0"/>
              <a:buChar char="•"/>
            </a:pPr>
            <a:r>
              <a:rPr lang="en-US" sz="1200" dirty="0"/>
              <a:t>Create from the logical data flow diagram</a:t>
            </a:r>
          </a:p>
          <a:p>
            <a:pPr marL="628650" lvl="1" indent="-171450">
              <a:buFont typeface="Arial" panose="020B0604020202020204" pitchFamily="34" charset="0"/>
              <a:buChar char="•"/>
            </a:pPr>
            <a:r>
              <a:rPr lang="en-US" sz="1200" dirty="0"/>
              <a:t>Partitioned to facilitate programming</a:t>
            </a:r>
          </a:p>
        </p:txBody>
      </p:sp>
      <p:sp>
        <p:nvSpPr>
          <p:cNvPr id="6" name="Title 1">
            <a:extLst>
              <a:ext uri="{FF2B5EF4-FFF2-40B4-BE49-F238E27FC236}">
                <a16:creationId xmlns:a16="http://schemas.microsoft.com/office/drawing/2014/main" id="{81041978-C995-A846-8DC9-FB3808E59EC0}"/>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SUMMARY</a:t>
            </a:r>
            <a:endParaRPr lang="en-US" altLang="en-US" sz="5400" dirty="0">
              <a:solidFill>
                <a:srgbClr val="85103F"/>
              </a:solidFill>
              <a:latin typeface="Calibri Light" panose="020F0302020204030204" pitchFamily="34" charset="0"/>
            </a:endParaRPr>
          </a:p>
        </p:txBody>
      </p:sp>
    </p:spTree>
    <p:extLst>
      <p:ext uri="{BB962C8B-B14F-4D97-AF65-F5344CB8AC3E}">
        <p14:creationId xmlns:p14="http://schemas.microsoft.com/office/powerpoint/2010/main" val="86711942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8DBB5D-B321-3A4D-9716-18D0803F92BE}"/>
              </a:ext>
            </a:extLst>
          </p:cNvPr>
          <p:cNvSpPr txBox="1"/>
          <p:nvPr/>
        </p:nvSpPr>
        <p:spPr>
          <a:xfrm>
            <a:off x="9952234" y="4485029"/>
            <a:ext cx="2239766" cy="246221"/>
          </a:xfrm>
          <a:prstGeom prst="rect">
            <a:avLst/>
          </a:prstGeom>
          <a:noFill/>
        </p:spPr>
        <p:txBody>
          <a:bodyPr wrap="square" rtlCol="0">
            <a:spAutoFit/>
          </a:bodyPr>
          <a:lstStyle/>
          <a:p>
            <a:pPr algn="r"/>
            <a:r>
              <a:rPr lang="en-US" sz="1000" dirty="0">
                <a:solidFill>
                  <a:schemeClr val="bg1"/>
                </a:solidFill>
              </a:rPr>
              <a:t>update: August 2019 (</a:t>
            </a:r>
            <a:r>
              <a:rPr lang="en-US" sz="1000" dirty="0" err="1">
                <a:solidFill>
                  <a:schemeClr val="bg1"/>
                </a:solidFill>
              </a:rPr>
              <a:t>sharinhh</a:t>
            </a:r>
            <a:r>
              <a:rPr lang="en-US" sz="1000" dirty="0">
                <a:solidFill>
                  <a:schemeClr val="bg1"/>
                </a:solidFill>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3526</TotalTime>
  <Words>3528</Words>
  <Application>Microsoft Macintosh PowerPoint</Application>
  <PresentationFormat>Widescreen</PresentationFormat>
  <Paragraphs>568</Paragraphs>
  <Slides>75</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75</vt:i4>
      </vt:variant>
    </vt:vector>
  </HeadingPairs>
  <TitlesOfParts>
    <vt:vector size="81" baseType="lpstr">
      <vt:lpstr>Arial</vt:lpstr>
      <vt:lpstr>Calibri</vt:lpstr>
      <vt:lpstr>Calibri Light</vt:lpstr>
      <vt:lpstr>Verdana</vt:lpstr>
      <vt:lpstr>Wingdings</vt:lpstr>
      <vt:lpstr>Office Theme</vt:lpstr>
      <vt:lpstr>PowerPoint Presentation</vt:lpstr>
      <vt:lpstr>Most Important Learning Yesterday  (MILY)</vt:lpstr>
      <vt:lpstr>PowerPoint Presentation</vt:lpstr>
      <vt:lpstr>PowerPoint Presentation</vt:lpstr>
      <vt:lpstr>PowerPoint Presentation</vt:lpstr>
      <vt:lpstr>PART 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PART II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PART III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PART IV</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Physical DFD Contain Many Items Not Found in Logical DFD</vt:lpstr>
      <vt:lpstr>PowerPoint Presentation</vt:lpstr>
      <vt:lpstr>PowerPoint Presentation</vt:lpstr>
      <vt:lpstr>PART V</vt:lpstr>
      <vt:lpstr>PowerPoint Presentation</vt:lpstr>
      <vt:lpstr>PowerPoint Presentation</vt:lpstr>
      <vt:lpstr>PowerPoint Presentation</vt:lpstr>
      <vt:lpstr>PowerPoint Presentation</vt:lpstr>
      <vt:lpstr>PowerPoint Presentation</vt:lpstr>
      <vt:lpstr>Example Internet Storefront Event Response Table</vt:lpstr>
      <vt:lpstr>DFD of the Internet Storefront Event Response Table (from previous slide)</vt:lpstr>
      <vt:lpstr>PowerPoint Presentation</vt:lpstr>
      <vt:lpstr>PowerPoint Presentation</vt:lpstr>
      <vt:lpstr>PART VI</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acidfed</dc:creator>
  <cp:lastModifiedBy>sharin</cp:lastModifiedBy>
  <cp:revision>152</cp:revision>
  <cp:lastPrinted>2019-08-27T13:42:14Z</cp:lastPrinted>
  <dcterms:created xsi:type="dcterms:W3CDTF">2019-01-15T04:04:43Z</dcterms:created>
  <dcterms:modified xsi:type="dcterms:W3CDTF">2020-11-17T01:58:33Z</dcterms:modified>
</cp:coreProperties>
</file>