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tiff" ContentType="image/tiff"/>
  <Default Extension="vml" ContentType="application/vnd.openxmlformats-officedocument.vmlDrawing"/>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ink/ink1.xml" ContentType="application/inkml+xml"/>
  <Override PartName="/ppt/notesSlides/notesSlide1.xml" ContentType="application/vnd.openxmlformats-officedocument.presentationml.notesSlide+xml"/>
  <Override PartName="/ppt/notesSlides/notesSlide2.xml" ContentType="application/vnd.openxmlformats-officedocument.presentationml.notesSlide+xml"/>
  <Override PartName="/ppt/ink/ink2.xml" ContentType="application/inkml+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31.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32.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33.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34.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35.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36.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41.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0"/>
  </p:notesMasterIdLst>
  <p:sldIdLst>
    <p:sldId id="263" r:id="rId2"/>
    <p:sldId id="369" r:id="rId3"/>
    <p:sldId id="266" r:id="rId4"/>
    <p:sldId id="294" r:id="rId5"/>
    <p:sldId id="336" r:id="rId6"/>
    <p:sldId id="337" r:id="rId7"/>
    <p:sldId id="338" r:id="rId8"/>
    <p:sldId id="340" r:id="rId9"/>
    <p:sldId id="341" r:id="rId10"/>
    <p:sldId id="342" r:id="rId11"/>
    <p:sldId id="339" r:id="rId12"/>
    <p:sldId id="343" r:id="rId13"/>
    <p:sldId id="344" r:id="rId14"/>
    <p:sldId id="345" r:id="rId15"/>
    <p:sldId id="346" r:id="rId16"/>
    <p:sldId id="295" r:id="rId17"/>
    <p:sldId id="296" r:id="rId18"/>
    <p:sldId id="297" r:id="rId19"/>
    <p:sldId id="298" r:id="rId20"/>
    <p:sldId id="358" r:id="rId21"/>
    <p:sldId id="299" r:id="rId22"/>
    <p:sldId id="300" r:id="rId23"/>
    <p:sldId id="363" r:id="rId24"/>
    <p:sldId id="362" r:id="rId25"/>
    <p:sldId id="301" r:id="rId26"/>
    <p:sldId id="302" r:id="rId27"/>
    <p:sldId id="361" r:id="rId28"/>
    <p:sldId id="303" r:id="rId29"/>
    <p:sldId id="304" r:id="rId30"/>
    <p:sldId id="305" r:id="rId31"/>
    <p:sldId id="306" r:id="rId32"/>
    <p:sldId id="307" r:id="rId33"/>
    <p:sldId id="370" r:id="rId34"/>
    <p:sldId id="308" r:id="rId35"/>
    <p:sldId id="347" r:id="rId36"/>
    <p:sldId id="348" r:id="rId37"/>
    <p:sldId id="365" r:id="rId38"/>
    <p:sldId id="311" r:id="rId39"/>
    <p:sldId id="312" r:id="rId40"/>
    <p:sldId id="314" r:id="rId41"/>
    <p:sldId id="316" r:id="rId42"/>
    <p:sldId id="317" r:id="rId43"/>
    <p:sldId id="318" r:id="rId44"/>
    <p:sldId id="319" r:id="rId45"/>
    <p:sldId id="320" r:id="rId46"/>
    <p:sldId id="321" r:id="rId47"/>
    <p:sldId id="322" r:id="rId48"/>
    <p:sldId id="323" r:id="rId49"/>
    <p:sldId id="324" r:id="rId50"/>
    <p:sldId id="371" r:id="rId51"/>
    <p:sldId id="349" r:id="rId52"/>
    <p:sldId id="350" r:id="rId53"/>
    <p:sldId id="366" r:id="rId54"/>
    <p:sldId id="351" r:id="rId55"/>
    <p:sldId id="331" r:id="rId56"/>
    <p:sldId id="355" r:id="rId57"/>
    <p:sldId id="356" r:id="rId58"/>
    <p:sldId id="326" r:id="rId59"/>
    <p:sldId id="327" r:id="rId60"/>
    <p:sldId id="328" r:id="rId61"/>
    <p:sldId id="329" r:id="rId62"/>
    <p:sldId id="330" r:id="rId63"/>
    <p:sldId id="367" r:id="rId64"/>
    <p:sldId id="352" r:id="rId65"/>
    <p:sldId id="368" r:id="rId66"/>
    <p:sldId id="335" r:id="rId67"/>
    <p:sldId id="292" r:id="rId68"/>
    <p:sldId id="364" r:id="rId69"/>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40F3E"/>
    <a:srgbClr val="E19F31"/>
    <a:srgbClr val="BDB3D0"/>
    <a:srgbClr val="FF26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00" autoAdjust="0"/>
    <p:restoredTop sz="94660"/>
  </p:normalViewPr>
  <p:slideViewPr>
    <p:cSldViewPr snapToGrid="0">
      <p:cViewPr varScale="1">
        <p:scale>
          <a:sx n="155" d="100"/>
          <a:sy n="155" d="100"/>
        </p:scale>
        <p:origin x="162" y="330"/>
      </p:cViewPr>
      <p:guideLst/>
    </p:cSldViewPr>
  </p:slideViewPr>
  <p:notesTextViewPr>
    <p:cViewPr>
      <p:scale>
        <a:sx n="1" d="1"/>
        <a:sy n="1" d="1"/>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presProps" Target="presProps.xml"/></Relationships>
</file>

<file path=ppt/diagrams/_rels/data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image" Target="../media/image29.png"/><Relationship Id="rId5" Type="http://schemas.openxmlformats.org/officeDocument/2006/relationships/image" Target="../media/image33.png"/><Relationship Id="rId4" Type="http://schemas.openxmlformats.org/officeDocument/2006/relationships/image" Target="../media/image32.png"/></Relationships>
</file>

<file path=ppt/diagrams/_rels/data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image" Target="../media/image37.png"/></Relationships>
</file>

<file path=ppt/diagrams/_rels/data11.xml.rels><?xml version="1.0" encoding="UTF-8" standalone="yes"?>
<Relationships xmlns="http://schemas.openxmlformats.org/package/2006/relationships"><Relationship Id="rId3" Type="http://schemas.openxmlformats.org/officeDocument/2006/relationships/image" Target="../media/image49.png"/><Relationship Id="rId7" Type="http://schemas.openxmlformats.org/officeDocument/2006/relationships/image" Target="../media/image53.jpg"/><Relationship Id="rId2" Type="http://schemas.openxmlformats.org/officeDocument/2006/relationships/image" Target="../media/image48.png"/><Relationship Id="rId1" Type="http://schemas.openxmlformats.org/officeDocument/2006/relationships/image" Target="../media/image47.jpg"/><Relationship Id="rId6" Type="http://schemas.openxmlformats.org/officeDocument/2006/relationships/image" Target="../media/image52.jpg"/><Relationship Id="rId5" Type="http://schemas.openxmlformats.org/officeDocument/2006/relationships/image" Target="../media/image51.gif"/><Relationship Id="rId4" Type="http://schemas.openxmlformats.org/officeDocument/2006/relationships/image" Target="../media/image50.png"/></Relationships>
</file>

<file path=ppt/diagrams/_rels/drawing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image" Target="../media/image29.png"/><Relationship Id="rId5" Type="http://schemas.openxmlformats.org/officeDocument/2006/relationships/image" Target="../media/image33.png"/><Relationship Id="rId4" Type="http://schemas.openxmlformats.org/officeDocument/2006/relationships/image" Target="../media/image32.png"/></Relationships>
</file>

<file path=ppt/diagrams/_rels/drawing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image" Target="../media/image37.png"/></Relationships>
</file>

<file path=ppt/diagrams/_rels/drawing11.xml.rels><?xml version="1.0" encoding="UTF-8" standalone="yes"?>
<Relationships xmlns="http://schemas.openxmlformats.org/package/2006/relationships"><Relationship Id="rId3" Type="http://schemas.openxmlformats.org/officeDocument/2006/relationships/image" Target="../media/image49.png"/><Relationship Id="rId7" Type="http://schemas.openxmlformats.org/officeDocument/2006/relationships/image" Target="../media/image53.jpg"/><Relationship Id="rId2" Type="http://schemas.openxmlformats.org/officeDocument/2006/relationships/image" Target="../media/image48.png"/><Relationship Id="rId1" Type="http://schemas.openxmlformats.org/officeDocument/2006/relationships/image" Target="../media/image47.jpg"/><Relationship Id="rId6" Type="http://schemas.openxmlformats.org/officeDocument/2006/relationships/image" Target="../media/image52.jpg"/><Relationship Id="rId5" Type="http://schemas.openxmlformats.org/officeDocument/2006/relationships/image" Target="../media/image51.gif"/><Relationship Id="rId4" Type="http://schemas.openxmlformats.org/officeDocument/2006/relationships/image" Target="../media/image50.png"/></Relationships>
</file>

<file path=ppt/diagrams/colors1.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58E386D-8233-BB4C-A167-36F2D42E4E50}" type="doc">
      <dgm:prSet loTypeId="urn:microsoft.com/office/officeart/2005/8/layout/vList2" loCatId="list" qsTypeId="urn:microsoft.com/office/officeart/2005/8/quickstyle/simple1" qsCatId="simple" csTypeId="urn:microsoft.com/office/officeart/2005/8/colors/colorful3" csCatId="colorful"/>
      <dgm:spPr/>
      <dgm:t>
        <a:bodyPr/>
        <a:lstStyle/>
        <a:p>
          <a:endParaRPr lang="en-GB"/>
        </a:p>
      </dgm:t>
    </dgm:pt>
    <dgm:pt modelId="{33EF6692-40F7-C54D-B485-FC41D97A40F3}">
      <dgm:prSet/>
      <dgm:spPr/>
      <dgm:t>
        <a:bodyPr/>
        <a:lstStyle/>
        <a:p>
          <a:r>
            <a:rPr lang="en-US"/>
            <a:t>Organization as systems, is composed of subsystems and so on.</a:t>
          </a:r>
          <a:endParaRPr lang="en-MY"/>
        </a:p>
      </dgm:t>
    </dgm:pt>
    <dgm:pt modelId="{ADC2D896-0DF3-4B44-87CD-7AD92C95CEAB}" type="parTrans" cxnId="{FF26FDFF-0C81-C945-AC5D-BFE7043BFB81}">
      <dgm:prSet/>
      <dgm:spPr/>
      <dgm:t>
        <a:bodyPr/>
        <a:lstStyle/>
        <a:p>
          <a:endParaRPr lang="en-GB"/>
        </a:p>
      </dgm:t>
    </dgm:pt>
    <dgm:pt modelId="{299B4516-D43C-E64B-985E-135D36F94B1A}" type="sibTrans" cxnId="{FF26FDFF-0C81-C945-AC5D-BFE7043BFB81}">
      <dgm:prSet/>
      <dgm:spPr/>
      <dgm:t>
        <a:bodyPr/>
        <a:lstStyle/>
        <a:p>
          <a:endParaRPr lang="en-GB"/>
        </a:p>
      </dgm:t>
    </dgm:pt>
    <dgm:pt modelId="{87659993-AEAB-C842-A258-800F3A9810CB}">
      <dgm:prSet/>
      <dgm:spPr/>
      <dgm:t>
        <a:bodyPr/>
        <a:lstStyle/>
        <a:p>
          <a:r>
            <a:rPr lang="en-US"/>
            <a:t>It is mainly involves levels of management and culture.</a:t>
          </a:r>
          <a:endParaRPr lang="en-MY"/>
        </a:p>
      </dgm:t>
    </dgm:pt>
    <dgm:pt modelId="{0DFB1944-0418-3441-85A3-C5609208ACC9}" type="parTrans" cxnId="{E01ABA3D-C1A5-AC4F-BF89-2C05E0B0C0F9}">
      <dgm:prSet/>
      <dgm:spPr/>
      <dgm:t>
        <a:bodyPr/>
        <a:lstStyle/>
        <a:p>
          <a:endParaRPr lang="en-GB"/>
        </a:p>
      </dgm:t>
    </dgm:pt>
    <dgm:pt modelId="{918E6A08-6BED-784C-ACEE-A57458DE4887}" type="sibTrans" cxnId="{E01ABA3D-C1A5-AC4F-BF89-2C05E0B0C0F9}">
      <dgm:prSet/>
      <dgm:spPr/>
      <dgm:t>
        <a:bodyPr/>
        <a:lstStyle/>
        <a:p>
          <a:endParaRPr lang="en-GB"/>
        </a:p>
      </dgm:t>
    </dgm:pt>
    <dgm:pt modelId="{BF50025C-089A-D046-BB53-B2D712B1DAC7}">
      <dgm:prSet/>
      <dgm:spPr/>
      <dgm:t>
        <a:bodyPr/>
        <a:lstStyle/>
        <a:p>
          <a:r>
            <a:rPr lang="en-US"/>
            <a:t>These will impact the information system development.</a:t>
          </a:r>
          <a:endParaRPr lang="en-MY"/>
        </a:p>
      </dgm:t>
    </dgm:pt>
    <dgm:pt modelId="{45F9B3CF-AB45-C34C-932F-D0DE5AEC0706}" type="parTrans" cxnId="{52707AEF-B940-A841-B30E-B4C005052DF1}">
      <dgm:prSet/>
      <dgm:spPr/>
      <dgm:t>
        <a:bodyPr/>
        <a:lstStyle/>
        <a:p>
          <a:endParaRPr lang="en-GB"/>
        </a:p>
      </dgm:t>
    </dgm:pt>
    <dgm:pt modelId="{4F710F08-3997-064A-8A82-109327015EF7}" type="sibTrans" cxnId="{52707AEF-B940-A841-B30E-B4C005052DF1}">
      <dgm:prSet/>
      <dgm:spPr/>
      <dgm:t>
        <a:bodyPr/>
        <a:lstStyle/>
        <a:p>
          <a:endParaRPr lang="en-GB"/>
        </a:p>
      </dgm:t>
    </dgm:pt>
    <dgm:pt modelId="{A829D81B-CDBC-2343-996E-93647B3BB9A3}">
      <dgm:prSet/>
      <dgm:spPr/>
      <dgm:t>
        <a:bodyPr/>
        <a:lstStyle/>
        <a:p>
          <a:r>
            <a:rPr lang="en-US"/>
            <a:t>The different levels of management will produce the different levels of decisions.</a:t>
          </a:r>
          <a:endParaRPr lang="en-MY"/>
        </a:p>
      </dgm:t>
    </dgm:pt>
    <dgm:pt modelId="{B23F5C30-B4B8-C04F-A330-2E677D28DD8E}" type="parTrans" cxnId="{B4F6B363-F841-954E-9357-879B45612869}">
      <dgm:prSet/>
      <dgm:spPr/>
      <dgm:t>
        <a:bodyPr/>
        <a:lstStyle/>
        <a:p>
          <a:endParaRPr lang="en-GB"/>
        </a:p>
      </dgm:t>
    </dgm:pt>
    <dgm:pt modelId="{D03AE1A6-5001-454A-B787-3870CE06BAF2}" type="sibTrans" cxnId="{B4F6B363-F841-954E-9357-879B45612869}">
      <dgm:prSet/>
      <dgm:spPr/>
      <dgm:t>
        <a:bodyPr/>
        <a:lstStyle/>
        <a:p>
          <a:endParaRPr lang="en-GB"/>
        </a:p>
      </dgm:t>
    </dgm:pt>
    <dgm:pt modelId="{E21D9F5C-7AB8-CA42-90E4-74F8BB967B55}">
      <dgm:prSet/>
      <dgm:spPr/>
      <dgm:t>
        <a:bodyPr/>
        <a:lstStyle/>
        <a:p>
          <a:r>
            <a:rPr lang="en-US"/>
            <a:t>The culture influences the way people in subsystems interrelate.</a:t>
          </a:r>
          <a:endParaRPr lang="en-MY"/>
        </a:p>
      </dgm:t>
    </dgm:pt>
    <dgm:pt modelId="{55F0745E-2255-B846-9CD3-F4ADB89C82C2}" type="parTrans" cxnId="{5CA06DCD-4D95-5B40-912B-9CB4417460E2}">
      <dgm:prSet/>
      <dgm:spPr/>
      <dgm:t>
        <a:bodyPr/>
        <a:lstStyle/>
        <a:p>
          <a:endParaRPr lang="en-GB"/>
        </a:p>
      </dgm:t>
    </dgm:pt>
    <dgm:pt modelId="{E7AB9A6B-85F2-7F4B-A283-5A45FB9B00CD}" type="sibTrans" cxnId="{5CA06DCD-4D95-5B40-912B-9CB4417460E2}">
      <dgm:prSet/>
      <dgm:spPr/>
      <dgm:t>
        <a:bodyPr/>
        <a:lstStyle/>
        <a:p>
          <a:endParaRPr lang="en-GB"/>
        </a:p>
      </dgm:t>
    </dgm:pt>
    <dgm:pt modelId="{F0051B8A-04A3-6D4B-9D93-295F73E442B8}" type="pres">
      <dgm:prSet presAssocID="{358E386D-8233-BB4C-A167-36F2D42E4E50}" presName="linear" presStyleCnt="0">
        <dgm:presLayoutVars>
          <dgm:animLvl val="lvl"/>
          <dgm:resizeHandles val="exact"/>
        </dgm:presLayoutVars>
      </dgm:prSet>
      <dgm:spPr/>
    </dgm:pt>
    <dgm:pt modelId="{EAD92A59-EEE6-384E-B051-A4D0656FB009}" type="pres">
      <dgm:prSet presAssocID="{33EF6692-40F7-C54D-B485-FC41D97A40F3}" presName="parentText" presStyleLbl="node1" presStyleIdx="0" presStyleCnt="5">
        <dgm:presLayoutVars>
          <dgm:chMax val="0"/>
          <dgm:bulletEnabled val="1"/>
        </dgm:presLayoutVars>
      </dgm:prSet>
      <dgm:spPr/>
    </dgm:pt>
    <dgm:pt modelId="{5D9E5072-7661-1843-BE31-6CA7F07F5F2A}" type="pres">
      <dgm:prSet presAssocID="{299B4516-D43C-E64B-985E-135D36F94B1A}" presName="spacer" presStyleCnt="0"/>
      <dgm:spPr/>
    </dgm:pt>
    <dgm:pt modelId="{328EA61D-1B88-BC4D-9BD2-91C1B5BCE592}" type="pres">
      <dgm:prSet presAssocID="{87659993-AEAB-C842-A258-800F3A9810CB}" presName="parentText" presStyleLbl="node1" presStyleIdx="1" presStyleCnt="5">
        <dgm:presLayoutVars>
          <dgm:chMax val="0"/>
          <dgm:bulletEnabled val="1"/>
        </dgm:presLayoutVars>
      </dgm:prSet>
      <dgm:spPr/>
    </dgm:pt>
    <dgm:pt modelId="{261FBD70-26BF-E347-AD75-832DE6BEADBF}" type="pres">
      <dgm:prSet presAssocID="{918E6A08-6BED-784C-ACEE-A57458DE4887}" presName="spacer" presStyleCnt="0"/>
      <dgm:spPr/>
    </dgm:pt>
    <dgm:pt modelId="{3B28EE7C-BB20-6C48-B26C-0CA8F16BB3CB}" type="pres">
      <dgm:prSet presAssocID="{BF50025C-089A-D046-BB53-B2D712B1DAC7}" presName="parentText" presStyleLbl="node1" presStyleIdx="2" presStyleCnt="5">
        <dgm:presLayoutVars>
          <dgm:chMax val="0"/>
          <dgm:bulletEnabled val="1"/>
        </dgm:presLayoutVars>
      </dgm:prSet>
      <dgm:spPr/>
    </dgm:pt>
    <dgm:pt modelId="{73DE2F63-6232-E645-AA5F-D99D654728FB}" type="pres">
      <dgm:prSet presAssocID="{4F710F08-3997-064A-8A82-109327015EF7}" presName="spacer" presStyleCnt="0"/>
      <dgm:spPr/>
    </dgm:pt>
    <dgm:pt modelId="{EF18D6B8-95FC-2F46-8D93-6F198DFFCBC1}" type="pres">
      <dgm:prSet presAssocID="{A829D81B-CDBC-2343-996E-93647B3BB9A3}" presName="parentText" presStyleLbl="node1" presStyleIdx="3" presStyleCnt="5">
        <dgm:presLayoutVars>
          <dgm:chMax val="0"/>
          <dgm:bulletEnabled val="1"/>
        </dgm:presLayoutVars>
      </dgm:prSet>
      <dgm:spPr/>
    </dgm:pt>
    <dgm:pt modelId="{C6492104-199D-554C-A431-F6CF3CEA8F0F}" type="pres">
      <dgm:prSet presAssocID="{D03AE1A6-5001-454A-B787-3870CE06BAF2}" presName="spacer" presStyleCnt="0"/>
      <dgm:spPr/>
    </dgm:pt>
    <dgm:pt modelId="{94B944F6-B167-C347-883B-D121A29DAC8F}" type="pres">
      <dgm:prSet presAssocID="{E21D9F5C-7AB8-CA42-90E4-74F8BB967B55}" presName="parentText" presStyleLbl="node1" presStyleIdx="4" presStyleCnt="5">
        <dgm:presLayoutVars>
          <dgm:chMax val="0"/>
          <dgm:bulletEnabled val="1"/>
        </dgm:presLayoutVars>
      </dgm:prSet>
      <dgm:spPr/>
    </dgm:pt>
  </dgm:ptLst>
  <dgm:cxnLst>
    <dgm:cxn modelId="{6553B73A-0E93-B242-8C88-3D62439BFB94}" type="presOf" srcId="{E21D9F5C-7AB8-CA42-90E4-74F8BB967B55}" destId="{94B944F6-B167-C347-883B-D121A29DAC8F}" srcOrd="0" destOrd="0" presId="urn:microsoft.com/office/officeart/2005/8/layout/vList2"/>
    <dgm:cxn modelId="{E01ABA3D-C1A5-AC4F-BF89-2C05E0B0C0F9}" srcId="{358E386D-8233-BB4C-A167-36F2D42E4E50}" destId="{87659993-AEAB-C842-A258-800F3A9810CB}" srcOrd="1" destOrd="0" parTransId="{0DFB1944-0418-3441-85A3-C5609208ACC9}" sibTransId="{918E6A08-6BED-784C-ACEE-A57458DE4887}"/>
    <dgm:cxn modelId="{B4F6B363-F841-954E-9357-879B45612869}" srcId="{358E386D-8233-BB4C-A167-36F2D42E4E50}" destId="{A829D81B-CDBC-2343-996E-93647B3BB9A3}" srcOrd="3" destOrd="0" parTransId="{B23F5C30-B4B8-C04F-A330-2E677D28DD8E}" sibTransId="{D03AE1A6-5001-454A-B787-3870CE06BAF2}"/>
    <dgm:cxn modelId="{0B8FB275-67CC-DE41-8A7A-75BDC6060C42}" type="presOf" srcId="{358E386D-8233-BB4C-A167-36F2D42E4E50}" destId="{F0051B8A-04A3-6D4B-9D93-295F73E442B8}" srcOrd="0" destOrd="0" presId="urn:microsoft.com/office/officeart/2005/8/layout/vList2"/>
    <dgm:cxn modelId="{EBA320B3-B1D0-C948-80AB-C00FF0A48EBD}" type="presOf" srcId="{87659993-AEAB-C842-A258-800F3A9810CB}" destId="{328EA61D-1B88-BC4D-9BD2-91C1B5BCE592}" srcOrd="0" destOrd="0" presId="urn:microsoft.com/office/officeart/2005/8/layout/vList2"/>
    <dgm:cxn modelId="{D24F1EBF-66B7-0E49-AAE4-A45E5FB782A5}" type="presOf" srcId="{A829D81B-CDBC-2343-996E-93647B3BB9A3}" destId="{EF18D6B8-95FC-2F46-8D93-6F198DFFCBC1}" srcOrd="0" destOrd="0" presId="urn:microsoft.com/office/officeart/2005/8/layout/vList2"/>
    <dgm:cxn modelId="{5CA06DCD-4D95-5B40-912B-9CB4417460E2}" srcId="{358E386D-8233-BB4C-A167-36F2D42E4E50}" destId="{E21D9F5C-7AB8-CA42-90E4-74F8BB967B55}" srcOrd="4" destOrd="0" parTransId="{55F0745E-2255-B846-9CD3-F4ADB89C82C2}" sibTransId="{E7AB9A6B-85F2-7F4B-A283-5A45FB9B00CD}"/>
    <dgm:cxn modelId="{2F91FFE7-49A4-7F40-B1BF-26BA37A1CFB7}" type="presOf" srcId="{33EF6692-40F7-C54D-B485-FC41D97A40F3}" destId="{EAD92A59-EEE6-384E-B051-A4D0656FB009}" srcOrd="0" destOrd="0" presId="urn:microsoft.com/office/officeart/2005/8/layout/vList2"/>
    <dgm:cxn modelId="{52707AEF-B940-A841-B30E-B4C005052DF1}" srcId="{358E386D-8233-BB4C-A167-36F2D42E4E50}" destId="{BF50025C-089A-D046-BB53-B2D712B1DAC7}" srcOrd="2" destOrd="0" parTransId="{45F9B3CF-AB45-C34C-932F-D0DE5AEC0706}" sibTransId="{4F710F08-3997-064A-8A82-109327015EF7}"/>
    <dgm:cxn modelId="{35831DF1-A3D0-2A43-8AB4-6D0176CD00AB}" type="presOf" srcId="{BF50025C-089A-D046-BB53-B2D712B1DAC7}" destId="{3B28EE7C-BB20-6C48-B26C-0CA8F16BB3CB}" srcOrd="0" destOrd="0" presId="urn:microsoft.com/office/officeart/2005/8/layout/vList2"/>
    <dgm:cxn modelId="{FF26FDFF-0C81-C945-AC5D-BFE7043BFB81}" srcId="{358E386D-8233-BB4C-A167-36F2D42E4E50}" destId="{33EF6692-40F7-C54D-B485-FC41D97A40F3}" srcOrd="0" destOrd="0" parTransId="{ADC2D896-0DF3-4B44-87CD-7AD92C95CEAB}" sibTransId="{299B4516-D43C-E64B-985E-135D36F94B1A}"/>
    <dgm:cxn modelId="{272460D6-86BB-F348-B492-211650049931}" type="presParOf" srcId="{F0051B8A-04A3-6D4B-9D93-295F73E442B8}" destId="{EAD92A59-EEE6-384E-B051-A4D0656FB009}" srcOrd="0" destOrd="0" presId="urn:microsoft.com/office/officeart/2005/8/layout/vList2"/>
    <dgm:cxn modelId="{1960235D-4C65-2B4C-BA30-3CD8F74A6BDF}" type="presParOf" srcId="{F0051B8A-04A3-6D4B-9D93-295F73E442B8}" destId="{5D9E5072-7661-1843-BE31-6CA7F07F5F2A}" srcOrd="1" destOrd="0" presId="urn:microsoft.com/office/officeart/2005/8/layout/vList2"/>
    <dgm:cxn modelId="{CF71CB61-974D-774C-B4BE-BC127B921486}" type="presParOf" srcId="{F0051B8A-04A3-6D4B-9D93-295F73E442B8}" destId="{328EA61D-1B88-BC4D-9BD2-91C1B5BCE592}" srcOrd="2" destOrd="0" presId="urn:microsoft.com/office/officeart/2005/8/layout/vList2"/>
    <dgm:cxn modelId="{9901F4C8-7E0F-7140-B795-884AFB4D214F}" type="presParOf" srcId="{F0051B8A-04A3-6D4B-9D93-295F73E442B8}" destId="{261FBD70-26BF-E347-AD75-832DE6BEADBF}" srcOrd="3" destOrd="0" presId="urn:microsoft.com/office/officeart/2005/8/layout/vList2"/>
    <dgm:cxn modelId="{66E8BBB4-50D8-2947-A1C0-2970F1E92A2C}" type="presParOf" srcId="{F0051B8A-04A3-6D4B-9D93-295F73E442B8}" destId="{3B28EE7C-BB20-6C48-B26C-0CA8F16BB3CB}" srcOrd="4" destOrd="0" presId="urn:microsoft.com/office/officeart/2005/8/layout/vList2"/>
    <dgm:cxn modelId="{0C2FD7DE-153E-EC42-97C0-D97202750BC2}" type="presParOf" srcId="{F0051B8A-04A3-6D4B-9D93-295F73E442B8}" destId="{73DE2F63-6232-E645-AA5F-D99D654728FB}" srcOrd="5" destOrd="0" presId="urn:microsoft.com/office/officeart/2005/8/layout/vList2"/>
    <dgm:cxn modelId="{B26EC856-8EE2-4A49-9991-39B790368C2C}" type="presParOf" srcId="{F0051B8A-04A3-6D4B-9D93-295F73E442B8}" destId="{EF18D6B8-95FC-2F46-8D93-6F198DFFCBC1}" srcOrd="6" destOrd="0" presId="urn:microsoft.com/office/officeart/2005/8/layout/vList2"/>
    <dgm:cxn modelId="{CEB224DB-C394-844A-BCA1-BC1ED68BA2B7}" type="presParOf" srcId="{F0051B8A-04A3-6D4B-9D93-295F73E442B8}" destId="{C6492104-199D-554C-A431-F6CF3CEA8F0F}" srcOrd="7" destOrd="0" presId="urn:microsoft.com/office/officeart/2005/8/layout/vList2"/>
    <dgm:cxn modelId="{AD0CEE14-4E2A-FA4C-A7D1-6977826459B4}" type="presParOf" srcId="{F0051B8A-04A3-6D4B-9D93-295F73E442B8}" destId="{94B944F6-B167-C347-883B-D121A29DAC8F}" srcOrd="8"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9FC9B70-EAE7-4A4A-94F9-E9909C02CAB5}" type="doc">
      <dgm:prSet loTypeId="urn:microsoft.com/office/officeart/2008/layout/CircularPictureCallout" loCatId="list" qsTypeId="urn:microsoft.com/office/officeart/2005/8/quickstyle/simple1" qsCatId="simple" csTypeId="urn:microsoft.com/office/officeart/2005/8/colors/accent1_2" csCatId="accent1" phldr="1"/>
      <dgm:spPr/>
      <dgm:t>
        <a:bodyPr/>
        <a:lstStyle/>
        <a:p>
          <a:endParaRPr lang="en-GB"/>
        </a:p>
      </dgm:t>
    </dgm:pt>
    <dgm:pt modelId="{9F1E0C8C-408D-5F4C-8FE3-61FAD2F31A18}">
      <dgm:prSet/>
      <dgm:spPr/>
      <dgm:t>
        <a:bodyPr/>
        <a:lstStyle/>
        <a:p>
          <a:endParaRPr lang="en-MY" dirty="0"/>
        </a:p>
      </dgm:t>
    </dgm:pt>
    <dgm:pt modelId="{3EFF76C1-AA74-924E-A16F-BF09D177F1A4}" type="parTrans" cxnId="{18FFB387-0C89-1141-9A74-827CCFE5FCAE}">
      <dgm:prSet/>
      <dgm:spPr/>
      <dgm:t>
        <a:bodyPr/>
        <a:lstStyle/>
        <a:p>
          <a:endParaRPr lang="en-GB"/>
        </a:p>
      </dgm:t>
    </dgm:pt>
    <dgm:pt modelId="{BC3BF317-E2B9-3840-BB0B-F14E0F07AE8F}" type="sibTrans" cxnId="{18FFB387-0C89-1141-9A74-827CCFE5FCAE}">
      <dgm:prSet/>
      <dgm:spPr>
        <a:blipFill>
          <a:blip xmlns:r="http://schemas.openxmlformats.org/officeDocument/2006/relationships" r:embed="rId1">
            <a:extLst>
              <a:ext uri="{28A0092B-C50C-407E-A947-70E740481C1C}">
                <a14:useLocalDpi xmlns:a14="http://schemas.microsoft.com/office/drawing/2010/main" val="0"/>
              </a:ext>
            </a:extLst>
          </a:blip>
          <a:srcRect/>
          <a:stretch>
            <a:fillRect/>
          </a:stretch>
        </a:blipFill>
      </dgm:spPr>
      <dgm:t>
        <a:bodyPr/>
        <a:lstStyle/>
        <a:p>
          <a:endParaRPr lang="en-GB"/>
        </a:p>
      </dgm:t>
    </dgm:pt>
    <dgm:pt modelId="{73B46439-13D8-B949-A1A2-8E83B8B094D3}">
      <dgm:prSet custT="1"/>
      <dgm:spPr/>
      <dgm:t>
        <a:bodyPr/>
        <a:lstStyle/>
        <a:p>
          <a:r>
            <a:rPr lang="en-US" sz="2000" dirty="0"/>
            <a:t>Increasing user awareness of the availability of a service, product, industry, person, or group</a:t>
          </a:r>
          <a:endParaRPr lang="en-MY" sz="2000" dirty="0"/>
        </a:p>
      </dgm:t>
    </dgm:pt>
    <dgm:pt modelId="{49DA626A-FB00-634B-9F61-9B53C4184D49}" type="parTrans" cxnId="{0F03B696-DA5E-794D-9A37-B084A36DA9A3}">
      <dgm:prSet/>
      <dgm:spPr/>
      <dgm:t>
        <a:bodyPr/>
        <a:lstStyle/>
        <a:p>
          <a:endParaRPr lang="en-GB"/>
        </a:p>
      </dgm:t>
    </dgm:pt>
    <dgm:pt modelId="{49BD90F7-8BE9-A840-A71B-55CB28CA9D58}" type="sibTrans" cxnId="{0F03B696-DA5E-794D-9A37-B084A36DA9A3}">
      <dgm:prSet/>
      <dgm:spPr>
        <a:blipFill dpi="0" rotWithShape="1">
          <a:blip xmlns:r="http://schemas.openxmlformats.org/officeDocument/2006/relationships" r:embed="rId2">
            <a:duotone>
              <a:schemeClr val="accent1">
                <a:shade val="45000"/>
                <a:satMod val="135000"/>
              </a:schemeClr>
              <a:prstClr val="white"/>
            </a:duotone>
            <a:extLst>
              <a:ext uri="{28A0092B-C50C-407E-A947-70E740481C1C}">
                <a14:useLocalDpi xmlns:a14="http://schemas.microsoft.com/office/drawing/2010/main" val="0"/>
              </a:ext>
            </a:extLst>
          </a:blip>
          <a:srcRect/>
          <a:stretch>
            <a:fillRect l="8456" t="6410" r="9508" b="11553"/>
          </a:stretch>
        </a:blipFill>
        <a:ln>
          <a:solidFill>
            <a:schemeClr val="accent1">
              <a:lumMod val="50000"/>
            </a:schemeClr>
          </a:solidFill>
        </a:ln>
      </dgm:spPr>
      <dgm:t>
        <a:bodyPr/>
        <a:lstStyle/>
        <a:p>
          <a:endParaRPr lang="en-GB"/>
        </a:p>
      </dgm:t>
    </dgm:pt>
    <dgm:pt modelId="{54158E57-9ABF-1A41-AE06-0BD7C53EDBC2}">
      <dgm:prSet custT="1"/>
      <dgm:spPr/>
      <dgm:t>
        <a:bodyPr/>
        <a:lstStyle/>
        <a:p>
          <a:r>
            <a:rPr lang="en-US" sz="2000" dirty="0"/>
            <a:t>The possibility of 24-hour access for users</a:t>
          </a:r>
          <a:endParaRPr lang="en-MY" sz="2000" dirty="0"/>
        </a:p>
      </dgm:t>
    </dgm:pt>
    <dgm:pt modelId="{92EC5E49-7A8A-EB41-AF57-FF95492CF6A6}" type="parTrans" cxnId="{9D380C3A-9E8E-4947-A6DC-99B3BC8D5157}">
      <dgm:prSet/>
      <dgm:spPr/>
      <dgm:t>
        <a:bodyPr/>
        <a:lstStyle/>
        <a:p>
          <a:endParaRPr lang="en-GB"/>
        </a:p>
      </dgm:t>
    </dgm:pt>
    <dgm:pt modelId="{B0D637D4-6B02-2049-9FB8-01CACE370D2E}" type="sibTrans" cxnId="{9D380C3A-9E8E-4947-A6DC-99B3BC8D5157}">
      <dgm:prSet/>
      <dgm:spPr>
        <a:blipFill>
          <a:blip xmlns:r="http://schemas.openxmlformats.org/officeDocument/2006/relationships" r:embed="rId3">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a:blipFill>
        <a:ln>
          <a:solidFill>
            <a:schemeClr val="accent1">
              <a:lumMod val="50000"/>
            </a:schemeClr>
          </a:solidFill>
        </a:ln>
      </dgm:spPr>
      <dgm:t>
        <a:bodyPr/>
        <a:lstStyle/>
        <a:p>
          <a:endParaRPr lang="en-GB"/>
        </a:p>
      </dgm:t>
    </dgm:pt>
    <dgm:pt modelId="{985505BB-E681-1940-B9C5-AE36778AE09D}">
      <dgm:prSet custT="1"/>
      <dgm:spPr/>
      <dgm:t>
        <a:bodyPr/>
        <a:lstStyle/>
        <a:p>
          <a:r>
            <a:rPr lang="en-US" sz="2000" dirty="0"/>
            <a:t>Improving the usefulness and usability of interface design</a:t>
          </a:r>
          <a:endParaRPr lang="en-MY" sz="2000" dirty="0"/>
        </a:p>
      </dgm:t>
    </dgm:pt>
    <dgm:pt modelId="{F1CD561B-2D77-EA49-818A-1955AE7C3B05}" type="parTrans" cxnId="{4F7161E9-9FA1-874D-A1D2-918E339348F2}">
      <dgm:prSet/>
      <dgm:spPr/>
      <dgm:t>
        <a:bodyPr/>
        <a:lstStyle/>
        <a:p>
          <a:endParaRPr lang="en-GB"/>
        </a:p>
      </dgm:t>
    </dgm:pt>
    <dgm:pt modelId="{88B05AA9-542E-1143-AE65-05BD11B9C91F}" type="sibTrans" cxnId="{4F7161E9-9FA1-874D-A1D2-918E339348F2}">
      <dgm:prSet/>
      <dgm:spPr>
        <a:blipFill dpi="0" rotWithShape="1">
          <a:blip xmlns:r="http://schemas.openxmlformats.org/officeDocument/2006/relationships" r:embed="rId4">
            <a:duotone>
              <a:schemeClr val="accent6">
                <a:shade val="45000"/>
                <a:satMod val="135000"/>
              </a:schemeClr>
              <a:prstClr val="white"/>
            </a:duotone>
            <a:extLst>
              <a:ext uri="{28A0092B-C50C-407E-A947-70E740481C1C}">
                <a14:useLocalDpi xmlns:a14="http://schemas.microsoft.com/office/drawing/2010/main"/>
              </a:ext>
            </a:extLst>
          </a:blip>
          <a:srcRect/>
          <a:stretch>
            <a:fillRect l="5052" t="18320" r="6802" b="-6466"/>
          </a:stretch>
        </a:blipFill>
        <a:ln>
          <a:solidFill>
            <a:schemeClr val="accent1">
              <a:lumMod val="50000"/>
            </a:schemeClr>
          </a:solidFill>
        </a:ln>
      </dgm:spPr>
      <dgm:t>
        <a:bodyPr/>
        <a:lstStyle/>
        <a:p>
          <a:endParaRPr lang="en-GB"/>
        </a:p>
      </dgm:t>
    </dgm:pt>
    <dgm:pt modelId="{BF119926-1608-C04D-8510-2985F9C73041}">
      <dgm:prSet custT="1"/>
      <dgm:spPr/>
      <dgm:t>
        <a:bodyPr/>
        <a:lstStyle/>
        <a:p>
          <a:r>
            <a:rPr lang="en-US" sz="2000" dirty="0"/>
            <a:t>Creating a system that can extend globally rather than remain local, thus reaching people in remote locations without worry of the time zone in which they are located</a:t>
          </a:r>
          <a:endParaRPr lang="en-MY" sz="2000" dirty="0"/>
        </a:p>
      </dgm:t>
    </dgm:pt>
    <dgm:pt modelId="{7245CEDA-85C7-0644-B692-5D10661882BB}" type="parTrans" cxnId="{DB74E49F-8EC6-854A-B067-7D13569AAD3D}">
      <dgm:prSet/>
      <dgm:spPr/>
      <dgm:t>
        <a:bodyPr/>
        <a:lstStyle/>
        <a:p>
          <a:endParaRPr lang="en-GB"/>
        </a:p>
      </dgm:t>
    </dgm:pt>
    <dgm:pt modelId="{1CB8AA02-B88F-164F-A0A8-0BC7C26A4B9F}" type="sibTrans" cxnId="{DB74E49F-8EC6-854A-B067-7D13569AAD3D}">
      <dgm:prSet/>
      <dgm:spPr>
        <a:blipFill>
          <a:blip xmlns:r="http://schemas.openxmlformats.org/officeDocument/2006/relationships" r:embed="rId5">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a:blipFill>
        <a:ln>
          <a:solidFill>
            <a:schemeClr val="accent1">
              <a:lumMod val="50000"/>
            </a:schemeClr>
          </a:solidFill>
        </a:ln>
      </dgm:spPr>
      <dgm:t>
        <a:bodyPr/>
        <a:lstStyle/>
        <a:p>
          <a:endParaRPr lang="en-GB"/>
        </a:p>
      </dgm:t>
    </dgm:pt>
    <dgm:pt modelId="{628E53A6-4D9E-664D-8420-1557BE574A65}" type="pres">
      <dgm:prSet presAssocID="{79FC9B70-EAE7-4A4A-94F9-E9909C02CAB5}" presName="Name0" presStyleCnt="0">
        <dgm:presLayoutVars>
          <dgm:chMax val="7"/>
          <dgm:chPref val="7"/>
          <dgm:dir/>
        </dgm:presLayoutVars>
      </dgm:prSet>
      <dgm:spPr/>
    </dgm:pt>
    <dgm:pt modelId="{7AAF084D-4501-084D-BCFB-E9CDCB2F0804}" type="pres">
      <dgm:prSet presAssocID="{79FC9B70-EAE7-4A4A-94F9-E9909C02CAB5}" presName="Name1" presStyleCnt="0"/>
      <dgm:spPr/>
    </dgm:pt>
    <dgm:pt modelId="{11978A09-A54A-8747-8FFA-F2DD7AAF45EA}" type="pres">
      <dgm:prSet presAssocID="{BC3BF317-E2B9-3840-BB0B-F14E0F07AE8F}" presName="picture_1" presStyleCnt="0"/>
      <dgm:spPr/>
    </dgm:pt>
    <dgm:pt modelId="{5F9CBDC9-D070-B548-B425-345ED2E5B633}" type="pres">
      <dgm:prSet presAssocID="{BC3BF317-E2B9-3840-BB0B-F14E0F07AE8F}" presName="pictureRepeatNode" presStyleLbl="alignImgPlace1" presStyleIdx="0" presStyleCnt="5" custScaleX="98347" custLinFactNeighborX="-14" custLinFactNeighborY="10016"/>
      <dgm:spPr/>
    </dgm:pt>
    <dgm:pt modelId="{E6F75372-7D2A-844F-8963-86F830FE14A2}" type="pres">
      <dgm:prSet presAssocID="{9F1E0C8C-408D-5F4C-8FE3-61FAD2F31A18}" presName="text_1" presStyleLbl="node1" presStyleIdx="0" presStyleCnt="0">
        <dgm:presLayoutVars>
          <dgm:bulletEnabled val="1"/>
        </dgm:presLayoutVars>
      </dgm:prSet>
      <dgm:spPr/>
    </dgm:pt>
    <dgm:pt modelId="{DB32CBF2-67FD-C843-8588-D3435CCF65C2}" type="pres">
      <dgm:prSet presAssocID="{49BD90F7-8BE9-A840-A71B-55CB28CA9D58}" presName="picture_2" presStyleCnt="0"/>
      <dgm:spPr/>
    </dgm:pt>
    <dgm:pt modelId="{BC3602F2-FC4A-0545-BFF5-36219B64503F}" type="pres">
      <dgm:prSet presAssocID="{49BD90F7-8BE9-A840-A71B-55CB28CA9D58}" presName="pictureRepeatNode" presStyleLbl="alignImgPlace1" presStyleIdx="1" presStyleCnt="5" custLinFactNeighborX="48993" custLinFactNeighborY="1645"/>
      <dgm:spPr/>
    </dgm:pt>
    <dgm:pt modelId="{243CB4C0-5775-8346-8EB0-E4FD6FB6A80A}" type="pres">
      <dgm:prSet presAssocID="{73B46439-13D8-B949-A1A2-8E83B8B094D3}" presName="line_2" presStyleLbl="parChTrans1D1" presStyleIdx="0" presStyleCnt="4"/>
      <dgm:spPr/>
    </dgm:pt>
    <dgm:pt modelId="{9F9CC913-9ED4-F84A-9D75-66345042E5A5}" type="pres">
      <dgm:prSet presAssocID="{73B46439-13D8-B949-A1A2-8E83B8B094D3}" presName="textparent_2" presStyleLbl="node1" presStyleIdx="0" presStyleCnt="0"/>
      <dgm:spPr/>
    </dgm:pt>
    <dgm:pt modelId="{D4AC5F8E-19CB-0447-9A72-DAAFDE935157}" type="pres">
      <dgm:prSet presAssocID="{73B46439-13D8-B949-A1A2-8E83B8B094D3}" presName="text_2" presStyleLbl="revTx" presStyleIdx="0" presStyleCnt="4" custScaleX="106122" custLinFactNeighborX="12818">
        <dgm:presLayoutVars>
          <dgm:bulletEnabled val="1"/>
        </dgm:presLayoutVars>
      </dgm:prSet>
      <dgm:spPr/>
    </dgm:pt>
    <dgm:pt modelId="{48B1DA6C-E4CE-7345-A3BE-A3244AE09564}" type="pres">
      <dgm:prSet presAssocID="{B0D637D4-6B02-2049-9FB8-01CACE370D2E}" presName="picture_3" presStyleCnt="0"/>
      <dgm:spPr/>
    </dgm:pt>
    <dgm:pt modelId="{38C19090-81B6-DC46-A0D7-CA95E84E00FE}" type="pres">
      <dgm:prSet presAssocID="{B0D637D4-6B02-2049-9FB8-01CACE370D2E}" presName="pictureRepeatNode" presStyleLbl="alignImgPlace1" presStyleIdx="2" presStyleCnt="5" custLinFactNeighborX="49881" custLinFactNeighborY="5431"/>
      <dgm:spPr/>
    </dgm:pt>
    <dgm:pt modelId="{6073056E-A3F9-B340-90EF-6BB9836DCEE9}" type="pres">
      <dgm:prSet presAssocID="{54158E57-9ABF-1A41-AE06-0BD7C53EDBC2}" presName="line_3" presStyleLbl="parChTrans1D1" presStyleIdx="1" presStyleCnt="4"/>
      <dgm:spPr/>
    </dgm:pt>
    <dgm:pt modelId="{87FFABAE-67A2-EA4B-AA88-5A186E0B2D09}" type="pres">
      <dgm:prSet presAssocID="{54158E57-9ABF-1A41-AE06-0BD7C53EDBC2}" presName="textparent_3" presStyleLbl="node1" presStyleIdx="0" presStyleCnt="0"/>
      <dgm:spPr/>
    </dgm:pt>
    <dgm:pt modelId="{8BD37749-DFD0-A541-A9CF-04BC074C8453}" type="pres">
      <dgm:prSet presAssocID="{54158E57-9ABF-1A41-AE06-0BD7C53EDBC2}" presName="text_3" presStyleLbl="revTx" presStyleIdx="1" presStyleCnt="4" custScaleX="247878" custLinFactNeighborX="26301" custLinFactNeighborY="4822">
        <dgm:presLayoutVars>
          <dgm:bulletEnabled val="1"/>
        </dgm:presLayoutVars>
      </dgm:prSet>
      <dgm:spPr/>
    </dgm:pt>
    <dgm:pt modelId="{2D4A123C-D3C6-204E-8E2E-E778E2EF99B7}" type="pres">
      <dgm:prSet presAssocID="{88B05AA9-542E-1143-AE65-05BD11B9C91F}" presName="picture_4" presStyleCnt="0"/>
      <dgm:spPr/>
    </dgm:pt>
    <dgm:pt modelId="{F7DE7B3D-A33C-6F40-8A51-C8BC2DA988A3}" type="pres">
      <dgm:prSet presAssocID="{88B05AA9-542E-1143-AE65-05BD11B9C91F}" presName="pictureRepeatNode" presStyleLbl="alignImgPlace1" presStyleIdx="3" presStyleCnt="5" custLinFactX="24384" custLinFactY="14920" custLinFactNeighborX="100000" custLinFactNeighborY="100000"/>
      <dgm:spPr/>
    </dgm:pt>
    <dgm:pt modelId="{C70EBD8D-AD7B-DC47-9039-F0C02C044724}" type="pres">
      <dgm:prSet presAssocID="{985505BB-E681-1940-B9C5-AE36778AE09D}" presName="line_4" presStyleLbl="parChTrans1D1" presStyleIdx="2" presStyleCnt="4"/>
      <dgm:spPr/>
    </dgm:pt>
    <dgm:pt modelId="{7FEE1AA5-EE85-BB41-BF4F-3C5BA29F4839}" type="pres">
      <dgm:prSet presAssocID="{985505BB-E681-1940-B9C5-AE36778AE09D}" presName="textparent_4" presStyleLbl="node1" presStyleIdx="0" presStyleCnt="0"/>
      <dgm:spPr/>
    </dgm:pt>
    <dgm:pt modelId="{F32F9357-EE80-A14F-8BA8-50A412855A8C}" type="pres">
      <dgm:prSet presAssocID="{985505BB-E681-1940-B9C5-AE36778AE09D}" presName="text_4" presStyleLbl="revTx" presStyleIdx="2" presStyleCnt="4" custScaleX="136065" custLinFactY="5278" custLinFactNeighborX="51634" custLinFactNeighborY="100000">
        <dgm:presLayoutVars>
          <dgm:bulletEnabled val="1"/>
        </dgm:presLayoutVars>
      </dgm:prSet>
      <dgm:spPr/>
    </dgm:pt>
    <dgm:pt modelId="{AA5194C2-5CB0-904B-B304-9333969331AF}" type="pres">
      <dgm:prSet presAssocID="{1CB8AA02-B88F-164F-A0A8-0BC7C26A4B9F}" presName="picture_5" presStyleCnt="0"/>
      <dgm:spPr/>
    </dgm:pt>
    <dgm:pt modelId="{5823AA89-C89C-4941-994D-5536EDECA49F}" type="pres">
      <dgm:prSet presAssocID="{1CB8AA02-B88F-164F-A0A8-0BC7C26A4B9F}" presName="pictureRepeatNode" presStyleLbl="alignImgPlace1" presStyleIdx="4" presStyleCnt="5" custLinFactY="-7943" custLinFactNeighborX="-25245" custLinFactNeighborY="-100000"/>
      <dgm:spPr/>
    </dgm:pt>
    <dgm:pt modelId="{70D976B7-D618-CC40-AD94-2298C576AF77}" type="pres">
      <dgm:prSet presAssocID="{BF119926-1608-C04D-8510-2985F9C73041}" presName="line_5" presStyleLbl="parChTrans1D1" presStyleIdx="3" presStyleCnt="4"/>
      <dgm:spPr/>
    </dgm:pt>
    <dgm:pt modelId="{5A229475-E596-6645-9311-FEEDEC436A68}" type="pres">
      <dgm:prSet presAssocID="{BF119926-1608-C04D-8510-2985F9C73041}" presName="textparent_5" presStyleLbl="node1" presStyleIdx="0" presStyleCnt="0"/>
      <dgm:spPr/>
    </dgm:pt>
    <dgm:pt modelId="{63B12DE5-09B2-8549-96D1-CAAA2B4ECCCD}" type="pres">
      <dgm:prSet presAssocID="{BF119926-1608-C04D-8510-2985F9C73041}" presName="text_5" presStyleLbl="revTx" presStyleIdx="3" presStyleCnt="4" custScaleX="331990" custScaleY="117860" custLinFactY="-27564" custLinFactNeighborX="-25148" custLinFactNeighborY="-100000">
        <dgm:presLayoutVars>
          <dgm:bulletEnabled val="1"/>
        </dgm:presLayoutVars>
      </dgm:prSet>
      <dgm:spPr/>
    </dgm:pt>
  </dgm:ptLst>
  <dgm:cxnLst>
    <dgm:cxn modelId="{D5C8FD04-E591-EA48-96AF-B2ECB783EDF5}" type="presOf" srcId="{9F1E0C8C-408D-5F4C-8FE3-61FAD2F31A18}" destId="{E6F75372-7D2A-844F-8963-86F830FE14A2}" srcOrd="0" destOrd="0" presId="urn:microsoft.com/office/officeart/2008/layout/CircularPictureCallout"/>
    <dgm:cxn modelId="{D7425D22-0D49-B94F-AC6E-340EB6160314}" type="presOf" srcId="{79FC9B70-EAE7-4A4A-94F9-E9909C02CAB5}" destId="{628E53A6-4D9E-664D-8420-1557BE574A65}" srcOrd="0" destOrd="0" presId="urn:microsoft.com/office/officeart/2008/layout/CircularPictureCallout"/>
    <dgm:cxn modelId="{BA9E9E34-E2DF-2C4B-A68F-6AE4EE2737F7}" type="presOf" srcId="{73B46439-13D8-B949-A1A2-8E83B8B094D3}" destId="{D4AC5F8E-19CB-0447-9A72-DAAFDE935157}" srcOrd="0" destOrd="0" presId="urn:microsoft.com/office/officeart/2008/layout/CircularPictureCallout"/>
    <dgm:cxn modelId="{9D380C3A-9E8E-4947-A6DC-99B3BC8D5157}" srcId="{79FC9B70-EAE7-4A4A-94F9-E9909C02CAB5}" destId="{54158E57-9ABF-1A41-AE06-0BD7C53EDBC2}" srcOrd="2" destOrd="0" parTransId="{92EC5E49-7A8A-EB41-AF57-FF95492CF6A6}" sibTransId="{B0D637D4-6B02-2049-9FB8-01CACE370D2E}"/>
    <dgm:cxn modelId="{03965A3A-B243-2F4B-AC5B-43592BD4A303}" type="presOf" srcId="{985505BB-E681-1940-B9C5-AE36778AE09D}" destId="{F32F9357-EE80-A14F-8BA8-50A412855A8C}" srcOrd="0" destOrd="0" presId="urn:microsoft.com/office/officeart/2008/layout/CircularPictureCallout"/>
    <dgm:cxn modelId="{605DEE3E-A0E9-3C49-9099-C1A45E4F6FBD}" type="presOf" srcId="{BF119926-1608-C04D-8510-2985F9C73041}" destId="{63B12DE5-09B2-8549-96D1-CAAA2B4ECCCD}" srcOrd="0" destOrd="0" presId="urn:microsoft.com/office/officeart/2008/layout/CircularPictureCallout"/>
    <dgm:cxn modelId="{F2F1416D-005C-D449-8F5D-AD2D2E25EF4F}" type="presOf" srcId="{1CB8AA02-B88F-164F-A0A8-0BC7C26A4B9F}" destId="{5823AA89-C89C-4941-994D-5536EDECA49F}" srcOrd="0" destOrd="0" presId="urn:microsoft.com/office/officeart/2008/layout/CircularPictureCallout"/>
    <dgm:cxn modelId="{18FFB387-0C89-1141-9A74-827CCFE5FCAE}" srcId="{79FC9B70-EAE7-4A4A-94F9-E9909C02CAB5}" destId="{9F1E0C8C-408D-5F4C-8FE3-61FAD2F31A18}" srcOrd="0" destOrd="0" parTransId="{3EFF76C1-AA74-924E-A16F-BF09D177F1A4}" sibTransId="{BC3BF317-E2B9-3840-BB0B-F14E0F07AE8F}"/>
    <dgm:cxn modelId="{0F03B696-DA5E-794D-9A37-B084A36DA9A3}" srcId="{79FC9B70-EAE7-4A4A-94F9-E9909C02CAB5}" destId="{73B46439-13D8-B949-A1A2-8E83B8B094D3}" srcOrd="1" destOrd="0" parTransId="{49DA626A-FB00-634B-9F61-9B53C4184D49}" sibTransId="{49BD90F7-8BE9-A840-A71B-55CB28CA9D58}"/>
    <dgm:cxn modelId="{ED10BB99-C417-334F-B6F2-27470355A095}" type="presOf" srcId="{54158E57-9ABF-1A41-AE06-0BD7C53EDBC2}" destId="{8BD37749-DFD0-A541-A9CF-04BC074C8453}" srcOrd="0" destOrd="0" presId="urn:microsoft.com/office/officeart/2008/layout/CircularPictureCallout"/>
    <dgm:cxn modelId="{B05F019B-B42B-B349-BDA8-3A40CCF15C9A}" type="presOf" srcId="{88B05AA9-542E-1143-AE65-05BD11B9C91F}" destId="{F7DE7B3D-A33C-6F40-8A51-C8BC2DA988A3}" srcOrd="0" destOrd="0" presId="urn:microsoft.com/office/officeart/2008/layout/CircularPictureCallout"/>
    <dgm:cxn modelId="{DB74E49F-8EC6-854A-B067-7D13569AAD3D}" srcId="{79FC9B70-EAE7-4A4A-94F9-E9909C02CAB5}" destId="{BF119926-1608-C04D-8510-2985F9C73041}" srcOrd="4" destOrd="0" parTransId="{7245CEDA-85C7-0644-B692-5D10661882BB}" sibTransId="{1CB8AA02-B88F-164F-A0A8-0BC7C26A4B9F}"/>
    <dgm:cxn modelId="{3BDBB2A9-1682-C940-B4EB-D10576291D4B}" type="presOf" srcId="{49BD90F7-8BE9-A840-A71B-55CB28CA9D58}" destId="{BC3602F2-FC4A-0545-BFF5-36219B64503F}" srcOrd="0" destOrd="0" presId="urn:microsoft.com/office/officeart/2008/layout/CircularPictureCallout"/>
    <dgm:cxn modelId="{4F7161E9-9FA1-874D-A1D2-918E339348F2}" srcId="{79FC9B70-EAE7-4A4A-94F9-E9909C02CAB5}" destId="{985505BB-E681-1940-B9C5-AE36778AE09D}" srcOrd="3" destOrd="0" parTransId="{F1CD561B-2D77-EA49-818A-1955AE7C3B05}" sibTransId="{88B05AA9-542E-1143-AE65-05BD11B9C91F}"/>
    <dgm:cxn modelId="{2FB958E9-FC43-B34A-BB1B-40C97F407EDB}" type="presOf" srcId="{BC3BF317-E2B9-3840-BB0B-F14E0F07AE8F}" destId="{5F9CBDC9-D070-B548-B425-345ED2E5B633}" srcOrd="0" destOrd="0" presId="urn:microsoft.com/office/officeart/2008/layout/CircularPictureCallout"/>
    <dgm:cxn modelId="{5EC544FC-834E-EC4A-A4FE-EE4BD98C1B6D}" type="presOf" srcId="{B0D637D4-6B02-2049-9FB8-01CACE370D2E}" destId="{38C19090-81B6-DC46-A0D7-CA95E84E00FE}" srcOrd="0" destOrd="0" presId="urn:microsoft.com/office/officeart/2008/layout/CircularPictureCallout"/>
    <dgm:cxn modelId="{C5D06493-6C03-B642-ACD8-DB1260E536BE}" type="presParOf" srcId="{628E53A6-4D9E-664D-8420-1557BE574A65}" destId="{7AAF084D-4501-084D-BCFB-E9CDCB2F0804}" srcOrd="0" destOrd="0" presId="urn:microsoft.com/office/officeart/2008/layout/CircularPictureCallout"/>
    <dgm:cxn modelId="{03E52B6D-6BEB-2240-89AF-E91E707B8CD6}" type="presParOf" srcId="{7AAF084D-4501-084D-BCFB-E9CDCB2F0804}" destId="{11978A09-A54A-8747-8FFA-F2DD7AAF45EA}" srcOrd="0" destOrd="0" presId="urn:microsoft.com/office/officeart/2008/layout/CircularPictureCallout"/>
    <dgm:cxn modelId="{6E0231DE-B352-4C43-9428-DC12100A0185}" type="presParOf" srcId="{11978A09-A54A-8747-8FFA-F2DD7AAF45EA}" destId="{5F9CBDC9-D070-B548-B425-345ED2E5B633}" srcOrd="0" destOrd="0" presId="urn:microsoft.com/office/officeart/2008/layout/CircularPictureCallout"/>
    <dgm:cxn modelId="{83500D08-09FF-0B4C-B004-E2C177A23358}" type="presParOf" srcId="{7AAF084D-4501-084D-BCFB-E9CDCB2F0804}" destId="{E6F75372-7D2A-844F-8963-86F830FE14A2}" srcOrd="1" destOrd="0" presId="urn:microsoft.com/office/officeart/2008/layout/CircularPictureCallout"/>
    <dgm:cxn modelId="{357E3E41-AF74-CD48-AD7A-D164059F8278}" type="presParOf" srcId="{7AAF084D-4501-084D-BCFB-E9CDCB2F0804}" destId="{DB32CBF2-67FD-C843-8588-D3435CCF65C2}" srcOrd="2" destOrd="0" presId="urn:microsoft.com/office/officeart/2008/layout/CircularPictureCallout"/>
    <dgm:cxn modelId="{69105002-AABC-3940-99E7-DD067B5A825B}" type="presParOf" srcId="{DB32CBF2-67FD-C843-8588-D3435CCF65C2}" destId="{BC3602F2-FC4A-0545-BFF5-36219B64503F}" srcOrd="0" destOrd="0" presId="urn:microsoft.com/office/officeart/2008/layout/CircularPictureCallout"/>
    <dgm:cxn modelId="{787AD7F3-3CA2-AE41-B611-01F880E81DC2}" type="presParOf" srcId="{7AAF084D-4501-084D-BCFB-E9CDCB2F0804}" destId="{243CB4C0-5775-8346-8EB0-E4FD6FB6A80A}" srcOrd="3" destOrd="0" presId="urn:microsoft.com/office/officeart/2008/layout/CircularPictureCallout"/>
    <dgm:cxn modelId="{9C24275B-E09B-C547-86E6-C4CB1C6F6F9C}" type="presParOf" srcId="{7AAF084D-4501-084D-BCFB-E9CDCB2F0804}" destId="{9F9CC913-9ED4-F84A-9D75-66345042E5A5}" srcOrd="4" destOrd="0" presId="urn:microsoft.com/office/officeart/2008/layout/CircularPictureCallout"/>
    <dgm:cxn modelId="{16D531D0-B994-AE4E-90D9-9E054C913FE7}" type="presParOf" srcId="{9F9CC913-9ED4-F84A-9D75-66345042E5A5}" destId="{D4AC5F8E-19CB-0447-9A72-DAAFDE935157}" srcOrd="0" destOrd="0" presId="urn:microsoft.com/office/officeart/2008/layout/CircularPictureCallout"/>
    <dgm:cxn modelId="{1EFEAF22-7B6A-3645-8484-5C7AEECA3DF2}" type="presParOf" srcId="{7AAF084D-4501-084D-BCFB-E9CDCB2F0804}" destId="{48B1DA6C-E4CE-7345-A3BE-A3244AE09564}" srcOrd="5" destOrd="0" presId="urn:microsoft.com/office/officeart/2008/layout/CircularPictureCallout"/>
    <dgm:cxn modelId="{9DC56F2A-350E-AA40-A97F-D4BD3E251CC4}" type="presParOf" srcId="{48B1DA6C-E4CE-7345-A3BE-A3244AE09564}" destId="{38C19090-81B6-DC46-A0D7-CA95E84E00FE}" srcOrd="0" destOrd="0" presId="urn:microsoft.com/office/officeart/2008/layout/CircularPictureCallout"/>
    <dgm:cxn modelId="{2CA2484E-247F-7A46-8A48-0B79A3C68106}" type="presParOf" srcId="{7AAF084D-4501-084D-BCFB-E9CDCB2F0804}" destId="{6073056E-A3F9-B340-90EF-6BB9836DCEE9}" srcOrd="6" destOrd="0" presId="urn:microsoft.com/office/officeart/2008/layout/CircularPictureCallout"/>
    <dgm:cxn modelId="{3C07A6C7-B4EE-8849-B370-09CA7DB743D3}" type="presParOf" srcId="{7AAF084D-4501-084D-BCFB-E9CDCB2F0804}" destId="{87FFABAE-67A2-EA4B-AA88-5A186E0B2D09}" srcOrd="7" destOrd="0" presId="urn:microsoft.com/office/officeart/2008/layout/CircularPictureCallout"/>
    <dgm:cxn modelId="{A3E31847-CB90-ED4F-B1E4-A4F05E14CA76}" type="presParOf" srcId="{87FFABAE-67A2-EA4B-AA88-5A186E0B2D09}" destId="{8BD37749-DFD0-A541-A9CF-04BC074C8453}" srcOrd="0" destOrd="0" presId="urn:microsoft.com/office/officeart/2008/layout/CircularPictureCallout"/>
    <dgm:cxn modelId="{727AE98F-0F9C-F84D-BC84-B21C5CA8AAE7}" type="presParOf" srcId="{7AAF084D-4501-084D-BCFB-E9CDCB2F0804}" destId="{2D4A123C-D3C6-204E-8E2E-E778E2EF99B7}" srcOrd="8" destOrd="0" presId="urn:microsoft.com/office/officeart/2008/layout/CircularPictureCallout"/>
    <dgm:cxn modelId="{192C5A47-FF91-B249-9AC3-B50B1E9A68EE}" type="presParOf" srcId="{2D4A123C-D3C6-204E-8E2E-E778E2EF99B7}" destId="{F7DE7B3D-A33C-6F40-8A51-C8BC2DA988A3}" srcOrd="0" destOrd="0" presId="urn:microsoft.com/office/officeart/2008/layout/CircularPictureCallout"/>
    <dgm:cxn modelId="{1AEC3A9B-B179-EA41-82E5-06DEA4D9D545}" type="presParOf" srcId="{7AAF084D-4501-084D-BCFB-E9CDCB2F0804}" destId="{C70EBD8D-AD7B-DC47-9039-F0C02C044724}" srcOrd="9" destOrd="0" presId="urn:microsoft.com/office/officeart/2008/layout/CircularPictureCallout"/>
    <dgm:cxn modelId="{905D3EAB-F05C-4649-93E4-48AAC819AC3F}" type="presParOf" srcId="{7AAF084D-4501-084D-BCFB-E9CDCB2F0804}" destId="{7FEE1AA5-EE85-BB41-BF4F-3C5BA29F4839}" srcOrd="10" destOrd="0" presId="urn:microsoft.com/office/officeart/2008/layout/CircularPictureCallout"/>
    <dgm:cxn modelId="{EAC862ED-0F86-044E-BA92-41CFB0C26B0F}" type="presParOf" srcId="{7FEE1AA5-EE85-BB41-BF4F-3C5BA29F4839}" destId="{F32F9357-EE80-A14F-8BA8-50A412855A8C}" srcOrd="0" destOrd="0" presId="urn:microsoft.com/office/officeart/2008/layout/CircularPictureCallout"/>
    <dgm:cxn modelId="{4E05D04D-5E6D-D44F-88C9-7A18BB619189}" type="presParOf" srcId="{7AAF084D-4501-084D-BCFB-E9CDCB2F0804}" destId="{AA5194C2-5CB0-904B-B304-9333969331AF}" srcOrd="11" destOrd="0" presId="urn:microsoft.com/office/officeart/2008/layout/CircularPictureCallout"/>
    <dgm:cxn modelId="{4EEAB960-33D3-4D4B-8F5D-BA512484CC36}" type="presParOf" srcId="{AA5194C2-5CB0-904B-B304-9333969331AF}" destId="{5823AA89-C89C-4941-994D-5536EDECA49F}" srcOrd="0" destOrd="0" presId="urn:microsoft.com/office/officeart/2008/layout/CircularPictureCallout"/>
    <dgm:cxn modelId="{6C7963BF-0E21-A445-B33C-ACBF81C5726C}" type="presParOf" srcId="{7AAF084D-4501-084D-BCFB-E9CDCB2F0804}" destId="{70D976B7-D618-CC40-AD94-2298C576AF77}" srcOrd="12" destOrd="0" presId="urn:microsoft.com/office/officeart/2008/layout/CircularPictureCallout"/>
    <dgm:cxn modelId="{BF8FF94C-7F05-0342-BEF4-75EF68127879}" type="presParOf" srcId="{7AAF084D-4501-084D-BCFB-E9CDCB2F0804}" destId="{5A229475-E596-6645-9311-FEEDEC436A68}" srcOrd="13" destOrd="0" presId="urn:microsoft.com/office/officeart/2008/layout/CircularPictureCallout"/>
    <dgm:cxn modelId="{B9ED4F36-E291-6A4D-A770-C70136AA38AF}" type="presParOf" srcId="{5A229475-E596-6645-9311-FEEDEC436A68}" destId="{63B12DE5-09B2-8549-96D1-CAAA2B4ECCCD}" srcOrd="0" destOrd="0" presId="urn:microsoft.com/office/officeart/2008/layout/CircularPictureCallou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58E5F7C-0DEB-0743-8619-F047DEABCC1E}" type="doc">
      <dgm:prSet loTypeId="urn:microsoft.com/office/officeart/2008/layout/BendingPictureCaptionList" loCatId="list" qsTypeId="urn:microsoft.com/office/officeart/2005/8/quickstyle/simple1" qsCatId="simple" csTypeId="urn:microsoft.com/office/officeart/2005/8/colors/colorful2" csCatId="colorful" phldr="1"/>
      <dgm:spPr/>
      <dgm:t>
        <a:bodyPr/>
        <a:lstStyle/>
        <a:p>
          <a:endParaRPr lang="en-GB"/>
        </a:p>
      </dgm:t>
    </dgm:pt>
    <dgm:pt modelId="{29D00C45-AC94-1745-9C88-6B430674267D}">
      <dgm:prSet custT="1"/>
      <dgm:spPr/>
      <dgm:t>
        <a:bodyPr anchor="t"/>
        <a:lstStyle/>
        <a:p>
          <a:pPr algn="ctr"/>
          <a:r>
            <a:rPr lang="en-US" sz="1800" dirty="0"/>
            <a:t>ENVIRONMENT</a:t>
          </a:r>
        </a:p>
        <a:p>
          <a:pPr algn="l"/>
          <a:r>
            <a:rPr lang="en-US" sz="1800" dirty="0"/>
            <a:t>System analyst (SA) studies the problems and needs of an organization to determine how people, data, process, communications and information technology can best accomplish improvements for the business (organizations) </a:t>
          </a:r>
          <a:endParaRPr lang="en-MY" sz="1800" dirty="0"/>
        </a:p>
      </dgm:t>
    </dgm:pt>
    <dgm:pt modelId="{0E09C628-A1BE-E041-9CA2-788CA471B8C4}" type="parTrans" cxnId="{02F1BF56-EAD8-714A-8914-9C0EC9F2503C}">
      <dgm:prSet/>
      <dgm:spPr/>
      <dgm:t>
        <a:bodyPr/>
        <a:lstStyle/>
        <a:p>
          <a:endParaRPr lang="en-GB"/>
        </a:p>
      </dgm:t>
    </dgm:pt>
    <dgm:pt modelId="{D3C825C3-ED52-5640-AE77-86C58EB9464F}" type="sibTrans" cxnId="{02F1BF56-EAD8-714A-8914-9C0EC9F2503C}">
      <dgm:prSet/>
      <dgm:spPr/>
      <dgm:t>
        <a:bodyPr/>
        <a:lstStyle/>
        <a:p>
          <a:endParaRPr lang="en-GB"/>
        </a:p>
      </dgm:t>
    </dgm:pt>
    <dgm:pt modelId="{8673EAF8-6B74-A04E-A7F6-395FA8051632}">
      <dgm:prSet custT="1"/>
      <dgm:spPr/>
      <dgm:t>
        <a:bodyPr/>
        <a:lstStyle/>
        <a:p>
          <a:pPr algn="ctr">
            <a:buNone/>
          </a:pPr>
          <a:r>
            <a:rPr lang="en-US" sz="1800" dirty="0"/>
            <a:t>ROLES</a:t>
          </a:r>
          <a:endParaRPr lang="en-MY" sz="1800" dirty="0"/>
        </a:p>
      </dgm:t>
    </dgm:pt>
    <dgm:pt modelId="{7520DC05-DB50-084C-AAB1-9A731445429D}" type="parTrans" cxnId="{9F14AE04-4971-0D4E-B914-4D6D30CE826B}">
      <dgm:prSet/>
      <dgm:spPr/>
      <dgm:t>
        <a:bodyPr/>
        <a:lstStyle/>
        <a:p>
          <a:endParaRPr lang="en-GB"/>
        </a:p>
      </dgm:t>
    </dgm:pt>
    <dgm:pt modelId="{E0743C94-BDDF-7143-A088-5E0C29621347}" type="sibTrans" cxnId="{9F14AE04-4971-0D4E-B914-4D6D30CE826B}">
      <dgm:prSet/>
      <dgm:spPr/>
      <dgm:t>
        <a:bodyPr/>
        <a:lstStyle/>
        <a:p>
          <a:endParaRPr lang="en-GB"/>
        </a:p>
      </dgm:t>
    </dgm:pt>
    <dgm:pt modelId="{00BE210B-0CD9-E649-BFE5-A96767B8A602}">
      <dgm:prSet custT="1"/>
      <dgm:spPr/>
      <dgm:t>
        <a:bodyPr/>
        <a:lstStyle/>
        <a:p>
          <a:pPr algn="l"/>
          <a:r>
            <a:rPr lang="en-US" sz="1800" dirty="0"/>
            <a:t>The analyst must be able to work with people of all descriptions and be experienced in working with computers</a:t>
          </a:r>
          <a:endParaRPr lang="en-MY" sz="1800" dirty="0"/>
        </a:p>
      </dgm:t>
    </dgm:pt>
    <dgm:pt modelId="{788394D4-79EF-4643-9228-715157B14CF8}" type="parTrans" cxnId="{005FCE70-460C-784D-A8FF-FAE9B531B944}">
      <dgm:prSet/>
      <dgm:spPr/>
      <dgm:t>
        <a:bodyPr/>
        <a:lstStyle/>
        <a:p>
          <a:endParaRPr lang="en-GB"/>
        </a:p>
      </dgm:t>
    </dgm:pt>
    <dgm:pt modelId="{CB6777E0-4C65-604B-9434-3F6A982E7076}" type="sibTrans" cxnId="{005FCE70-460C-784D-A8FF-FAE9B531B944}">
      <dgm:prSet/>
      <dgm:spPr/>
      <dgm:t>
        <a:bodyPr/>
        <a:lstStyle/>
        <a:p>
          <a:endParaRPr lang="en-GB"/>
        </a:p>
      </dgm:t>
    </dgm:pt>
    <dgm:pt modelId="{20CB1801-9E21-0B45-9151-76727F091956}">
      <dgm:prSet custT="1"/>
      <dgm:spPr/>
      <dgm:t>
        <a:bodyPr/>
        <a:lstStyle/>
        <a:p>
          <a:pPr algn="l"/>
          <a:r>
            <a:rPr lang="en-US" sz="1800" dirty="0"/>
            <a:t>Three primary roles:</a:t>
          </a:r>
          <a:endParaRPr lang="en-MY" sz="1800" dirty="0"/>
        </a:p>
      </dgm:t>
    </dgm:pt>
    <dgm:pt modelId="{C667C35C-FBDB-9942-8437-6DD65C6AC6FA}" type="parTrans" cxnId="{EFF21E85-4B50-5546-92C9-1E067952993D}">
      <dgm:prSet/>
      <dgm:spPr/>
      <dgm:t>
        <a:bodyPr/>
        <a:lstStyle/>
        <a:p>
          <a:endParaRPr lang="en-GB"/>
        </a:p>
      </dgm:t>
    </dgm:pt>
    <dgm:pt modelId="{FC72FDC7-B865-F64E-96C0-D57A1097D6E8}" type="sibTrans" cxnId="{EFF21E85-4B50-5546-92C9-1E067952993D}">
      <dgm:prSet/>
      <dgm:spPr/>
      <dgm:t>
        <a:bodyPr/>
        <a:lstStyle/>
        <a:p>
          <a:endParaRPr lang="en-GB"/>
        </a:p>
      </dgm:t>
    </dgm:pt>
    <dgm:pt modelId="{54561EEC-779D-FD42-9F4F-3087CD611826}">
      <dgm:prSet custT="1"/>
      <dgm:spPr/>
      <dgm:t>
        <a:bodyPr/>
        <a:lstStyle/>
        <a:p>
          <a:pPr algn="ctr"/>
          <a:r>
            <a:rPr lang="en-US" sz="1800" dirty="0"/>
            <a:t>QUALITIES</a:t>
          </a:r>
          <a:endParaRPr lang="en-MY" sz="1800" dirty="0"/>
        </a:p>
      </dgm:t>
    </dgm:pt>
    <dgm:pt modelId="{826DA2D2-397A-1847-821D-E362CC1C5464}" type="parTrans" cxnId="{B62A4DA4-066A-B243-8A54-171AB3FC0BCB}">
      <dgm:prSet/>
      <dgm:spPr/>
      <dgm:t>
        <a:bodyPr/>
        <a:lstStyle/>
        <a:p>
          <a:endParaRPr lang="en-GB"/>
        </a:p>
      </dgm:t>
    </dgm:pt>
    <dgm:pt modelId="{44A51703-52BC-FD4D-B589-5D68BBA27575}" type="sibTrans" cxnId="{B62A4DA4-066A-B243-8A54-171AB3FC0BCB}">
      <dgm:prSet/>
      <dgm:spPr/>
      <dgm:t>
        <a:bodyPr/>
        <a:lstStyle/>
        <a:p>
          <a:endParaRPr lang="en-GB"/>
        </a:p>
      </dgm:t>
    </dgm:pt>
    <dgm:pt modelId="{4730F8AE-48A1-9F4E-9532-8DE82EBF4416}">
      <dgm:prSet custT="1"/>
      <dgm:spPr/>
      <dgm:t>
        <a:bodyPr/>
        <a:lstStyle/>
        <a:p>
          <a:pPr algn="l"/>
          <a:r>
            <a:rPr lang="en-US" sz="1800" dirty="0"/>
            <a:t>Problem solver</a:t>
          </a:r>
          <a:endParaRPr lang="en-MY" sz="1800" dirty="0"/>
        </a:p>
      </dgm:t>
    </dgm:pt>
    <dgm:pt modelId="{7020F0DB-DCFA-C24D-AECD-5C444CB19276}" type="parTrans" cxnId="{6B9E13C6-5E49-CB4A-B45A-1B6560D57C0C}">
      <dgm:prSet/>
      <dgm:spPr/>
      <dgm:t>
        <a:bodyPr/>
        <a:lstStyle/>
        <a:p>
          <a:endParaRPr lang="en-GB"/>
        </a:p>
      </dgm:t>
    </dgm:pt>
    <dgm:pt modelId="{6128FF2D-19BD-744C-B409-F548A5D0FDC6}" type="sibTrans" cxnId="{6B9E13C6-5E49-CB4A-B45A-1B6560D57C0C}">
      <dgm:prSet/>
      <dgm:spPr/>
      <dgm:t>
        <a:bodyPr/>
        <a:lstStyle/>
        <a:p>
          <a:endParaRPr lang="en-GB"/>
        </a:p>
      </dgm:t>
    </dgm:pt>
    <dgm:pt modelId="{61268800-957B-D743-8D58-6E06511A7DDB}">
      <dgm:prSet custT="1"/>
      <dgm:spPr/>
      <dgm:t>
        <a:bodyPr/>
        <a:lstStyle/>
        <a:p>
          <a:pPr algn="l"/>
          <a:r>
            <a:rPr lang="en-US" sz="1800" dirty="0"/>
            <a:t>Communicator</a:t>
          </a:r>
          <a:endParaRPr lang="en-MY" sz="1800" dirty="0"/>
        </a:p>
      </dgm:t>
    </dgm:pt>
    <dgm:pt modelId="{998B467D-5DC6-7342-9943-C790779E128B}" type="parTrans" cxnId="{704CFF64-FF7F-8542-AABB-C566B1F24754}">
      <dgm:prSet/>
      <dgm:spPr/>
      <dgm:t>
        <a:bodyPr/>
        <a:lstStyle/>
        <a:p>
          <a:endParaRPr lang="en-GB"/>
        </a:p>
      </dgm:t>
    </dgm:pt>
    <dgm:pt modelId="{2708A40F-4CE4-2646-A432-CEB1D0B010FE}" type="sibTrans" cxnId="{704CFF64-FF7F-8542-AABB-C566B1F24754}">
      <dgm:prSet/>
      <dgm:spPr/>
      <dgm:t>
        <a:bodyPr/>
        <a:lstStyle/>
        <a:p>
          <a:endParaRPr lang="en-GB"/>
        </a:p>
      </dgm:t>
    </dgm:pt>
    <dgm:pt modelId="{79554ECB-DF69-B34C-888A-8371ABE54EAF}">
      <dgm:prSet custT="1"/>
      <dgm:spPr/>
      <dgm:t>
        <a:bodyPr/>
        <a:lstStyle/>
        <a:p>
          <a:pPr algn="l"/>
          <a:r>
            <a:rPr lang="en-US" sz="1800"/>
            <a:t>Strong personal and professional ethics</a:t>
          </a:r>
          <a:endParaRPr lang="en-MY" sz="1800"/>
        </a:p>
      </dgm:t>
    </dgm:pt>
    <dgm:pt modelId="{3D5C4B2B-79D1-2A44-BE38-312858AC31CC}" type="parTrans" cxnId="{95D2E651-B8CF-254E-A775-1C7E4D60A64F}">
      <dgm:prSet/>
      <dgm:spPr/>
      <dgm:t>
        <a:bodyPr/>
        <a:lstStyle/>
        <a:p>
          <a:endParaRPr lang="en-GB"/>
        </a:p>
      </dgm:t>
    </dgm:pt>
    <dgm:pt modelId="{DDF57FD2-931B-A149-829E-9976F1050A51}" type="sibTrans" cxnId="{95D2E651-B8CF-254E-A775-1C7E4D60A64F}">
      <dgm:prSet/>
      <dgm:spPr/>
      <dgm:t>
        <a:bodyPr/>
        <a:lstStyle/>
        <a:p>
          <a:endParaRPr lang="en-GB"/>
        </a:p>
      </dgm:t>
    </dgm:pt>
    <dgm:pt modelId="{67CCDDB5-3AE6-A042-9865-37A0C44F6F28}">
      <dgm:prSet custT="1"/>
      <dgm:spPr/>
      <dgm:t>
        <a:bodyPr/>
        <a:lstStyle/>
        <a:p>
          <a:pPr algn="l"/>
          <a:r>
            <a:rPr lang="en-US" sz="1800" dirty="0"/>
            <a:t>Self-disciplined and self-motivated</a:t>
          </a:r>
          <a:endParaRPr lang="en-MY" sz="1800" dirty="0"/>
        </a:p>
      </dgm:t>
    </dgm:pt>
    <dgm:pt modelId="{024D78A1-526A-E541-A1F5-A693806F8FE7}" type="parTrans" cxnId="{53B93196-DE63-A049-8B31-2AF28AC8DB2A}">
      <dgm:prSet/>
      <dgm:spPr/>
      <dgm:t>
        <a:bodyPr/>
        <a:lstStyle/>
        <a:p>
          <a:endParaRPr lang="en-GB"/>
        </a:p>
      </dgm:t>
    </dgm:pt>
    <dgm:pt modelId="{5F52957E-4A37-AD4C-A050-C6383ADE6E29}" type="sibTrans" cxnId="{53B93196-DE63-A049-8B31-2AF28AC8DB2A}">
      <dgm:prSet/>
      <dgm:spPr/>
      <dgm:t>
        <a:bodyPr/>
        <a:lstStyle/>
        <a:p>
          <a:endParaRPr lang="en-GB"/>
        </a:p>
      </dgm:t>
    </dgm:pt>
    <dgm:pt modelId="{28519C36-246D-AC4B-AA95-66D8942F595D}">
      <dgm:prSet custT="1"/>
      <dgm:spPr/>
      <dgm:t>
        <a:bodyPr/>
        <a:lstStyle/>
        <a:p>
          <a:pPr algn="l">
            <a:buFont typeface="+mj-lt"/>
            <a:buAutoNum type="arabicPeriod"/>
          </a:pPr>
          <a:r>
            <a:rPr lang="en-US" sz="1800" dirty="0"/>
            <a:t> Consultant</a:t>
          </a:r>
          <a:endParaRPr lang="en-MY" sz="1800" dirty="0"/>
        </a:p>
      </dgm:t>
    </dgm:pt>
    <dgm:pt modelId="{C89F8E3F-BC37-AE45-90D0-41DB87BB63E1}" type="parTrans" cxnId="{BA3612CE-51EA-494D-A814-E1C14596D06C}">
      <dgm:prSet/>
      <dgm:spPr/>
      <dgm:t>
        <a:bodyPr/>
        <a:lstStyle/>
        <a:p>
          <a:endParaRPr lang="en-GB"/>
        </a:p>
      </dgm:t>
    </dgm:pt>
    <dgm:pt modelId="{BE82E770-8250-0049-A669-1B496390D2B9}" type="sibTrans" cxnId="{BA3612CE-51EA-494D-A814-E1C14596D06C}">
      <dgm:prSet/>
      <dgm:spPr/>
      <dgm:t>
        <a:bodyPr/>
        <a:lstStyle/>
        <a:p>
          <a:endParaRPr lang="en-GB"/>
        </a:p>
      </dgm:t>
    </dgm:pt>
    <dgm:pt modelId="{8D1DEBB5-38C2-AB48-90E3-C9915A14186D}">
      <dgm:prSet custT="1"/>
      <dgm:spPr/>
      <dgm:t>
        <a:bodyPr/>
        <a:lstStyle/>
        <a:p>
          <a:pPr algn="l">
            <a:buFont typeface="+mj-lt"/>
            <a:buAutoNum type="arabicPeriod"/>
          </a:pPr>
          <a:r>
            <a:rPr lang="en-US" sz="1800" dirty="0"/>
            <a:t>Supporting Expert</a:t>
          </a:r>
          <a:endParaRPr lang="en-MY" sz="1800" dirty="0"/>
        </a:p>
      </dgm:t>
    </dgm:pt>
    <dgm:pt modelId="{A3384712-6286-EF4C-91DF-381757549E8D}" type="parTrans" cxnId="{095241BD-C7B2-2F4C-8835-80F0B5D3F8FC}">
      <dgm:prSet/>
      <dgm:spPr/>
      <dgm:t>
        <a:bodyPr/>
        <a:lstStyle/>
        <a:p>
          <a:endParaRPr lang="en-GB"/>
        </a:p>
      </dgm:t>
    </dgm:pt>
    <dgm:pt modelId="{CB9902BF-C8EC-244D-8A97-A35284593B67}" type="sibTrans" cxnId="{095241BD-C7B2-2F4C-8835-80F0B5D3F8FC}">
      <dgm:prSet/>
      <dgm:spPr/>
      <dgm:t>
        <a:bodyPr/>
        <a:lstStyle/>
        <a:p>
          <a:endParaRPr lang="en-GB"/>
        </a:p>
      </dgm:t>
    </dgm:pt>
    <dgm:pt modelId="{1E9D5148-39D1-7F4F-A431-BCB4B152A48D}">
      <dgm:prSet custT="1"/>
      <dgm:spPr/>
      <dgm:t>
        <a:bodyPr/>
        <a:lstStyle/>
        <a:p>
          <a:pPr algn="l">
            <a:buFont typeface="+mj-lt"/>
            <a:buAutoNum type="arabicPeriod"/>
          </a:pPr>
          <a:r>
            <a:rPr lang="en-US" sz="1800" dirty="0"/>
            <a:t>Agent of change</a:t>
          </a:r>
          <a:endParaRPr lang="en-MY" sz="1800" dirty="0"/>
        </a:p>
      </dgm:t>
    </dgm:pt>
    <dgm:pt modelId="{A02E08B7-2E3C-4048-B545-62AF146EDB3D}" type="parTrans" cxnId="{007955CB-42C2-2B4D-B0BD-59A20F686197}">
      <dgm:prSet/>
      <dgm:spPr/>
      <dgm:t>
        <a:bodyPr/>
        <a:lstStyle/>
        <a:p>
          <a:endParaRPr lang="en-GB"/>
        </a:p>
      </dgm:t>
    </dgm:pt>
    <dgm:pt modelId="{532EEB0B-9A07-434E-8049-8522B2FF5E16}" type="sibTrans" cxnId="{007955CB-42C2-2B4D-B0BD-59A20F686197}">
      <dgm:prSet/>
      <dgm:spPr/>
      <dgm:t>
        <a:bodyPr/>
        <a:lstStyle/>
        <a:p>
          <a:endParaRPr lang="en-GB"/>
        </a:p>
      </dgm:t>
    </dgm:pt>
    <dgm:pt modelId="{4AA2BA26-890B-7244-9CC5-2B58C01B12CE}" type="pres">
      <dgm:prSet presAssocID="{958E5F7C-0DEB-0743-8619-F047DEABCC1E}" presName="Name0" presStyleCnt="0">
        <dgm:presLayoutVars>
          <dgm:dir/>
          <dgm:resizeHandles val="exact"/>
        </dgm:presLayoutVars>
      </dgm:prSet>
      <dgm:spPr/>
    </dgm:pt>
    <dgm:pt modelId="{3A10A02D-1F4B-2944-855D-E1BBBF75FAE4}" type="pres">
      <dgm:prSet presAssocID="{29D00C45-AC94-1745-9C88-6B430674267D}" presName="composite" presStyleCnt="0"/>
      <dgm:spPr/>
    </dgm:pt>
    <dgm:pt modelId="{DCA92014-126F-C44E-98FA-6E86B7201943}" type="pres">
      <dgm:prSet presAssocID="{29D00C45-AC94-1745-9C88-6B430674267D}" presName="rect1" presStyleLbl="bgImgPlace1" presStyleIdx="0" presStyleCnt="3" custScaleY="76284" custLinFactNeighborY="-21472"/>
      <dgm:spPr>
        <a:blipFill dpi="0" rotWithShape="1">
          <a:blip xmlns:r="http://schemas.openxmlformats.org/officeDocument/2006/relationships" r:embed="rId1">
            <a:duotone>
              <a:schemeClr val="accent2">
                <a:shade val="45000"/>
                <a:satMod val="135000"/>
              </a:schemeClr>
              <a:prstClr val="white"/>
            </a:duotone>
            <a:extLst>
              <a:ext uri="{28A0092B-C50C-407E-A947-70E740481C1C}">
                <a14:useLocalDpi xmlns:a14="http://schemas.microsoft.com/office/drawing/2010/main" val="0"/>
              </a:ext>
            </a:extLst>
          </a:blip>
          <a:srcRect/>
          <a:stretch>
            <a:fillRect l="15081" t="-940" r="9693" b="-9224"/>
          </a:stretch>
        </a:blipFill>
      </dgm:spPr>
    </dgm:pt>
    <dgm:pt modelId="{C5836E97-1727-BD4A-9C19-FCA0BDC033D9}" type="pres">
      <dgm:prSet presAssocID="{29D00C45-AC94-1745-9C88-6B430674267D}" presName="wedgeRectCallout1" presStyleLbl="node1" presStyleIdx="0" presStyleCnt="3" custScaleX="106201" custScaleY="299122" custLinFactNeighborX="3927" custLinFactNeighborY="38110">
        <dgm:presLayoutVars>
          <dgm:bulletEnabled val="1"/>
        </dgm:presLayoutVars>
      </dgm:prSet>
      <dgm:spPr/>
    </dgm:pt>
    <dgm:pt modelId="{FE79C0B3-D0EC-ED40-B4CF-65E48D883CBA}" type="pres">
      <dgm:prSet presAssocID="{D3C825C3-ED52-5640-AE77-86C58EB9464F}" presName="sibTrans" presStyleCnt="0"/>
      <dgm:spPr/>
    </dgm:pt>
    <dgm:pt modelId="{D70DD429-3F73-CB4B-9AB2-68B0B9E8C595}" type="pres">
      <dgm:prSet presAssocID="{8673EAF8-6B74-A04E-A7F6-395FA8051632}" presName="composite" presStyleCnt="0"/>
      <dgm:spPr/>
    </dgm:pt>
    <dgm:pt modelId="{9A7C1F13-0719-3849-9286-94B1E92B0141}" type="pres">
      <dgm:prSet presAssocID="{8673EAF8-6B74-A04E-A7F6-395FA8051632}" presName="rect1" presStyleLbl="bgImgPlace1" presStyleIdx="1" presStyleCnt="3" custScaleY="76284" custLinFactNeighborX="297" custLinFactNeighborY="-15507"/>
      <dgm:spPr>
        <a:blipFill dpi="0" rotWithShape="1">
          <a:blip xmlns:r="http://schemas.openxmlformats.org/officeDocument/2006/relationships" r:embed="rId2">
            <a:duotone>
              <a:schemeClr val="accent2">
                <a:shade val="45000"/>
                <a:satMod val="135000"/>
              </a:schemeClr>
              <a:prstClr val="white"/>
            </a:duotone>
            <a:extLst>
              <a:ext uri="{28A0092B-C50C-407E-A947-70E740481C1C}">
                <a14:useLocalDpi xmlns:a14="http://schemas.microsoft.com/office/drawing/2010/main" val="0"/>
              </a:ext>
            </a:extLst>
          </a:blip>
          <a:srcRect/>
          <a:stretch>
            <a:fillRect l="10255" t="-5775" r="17903" b="-12047"/>
          </a:stretch>
        </a:blipFill>
      </dgm:spPr>
    </dgm:pt>
    <dgm:pt modelId="{1A2FC67D-F5F1-2D44-8622-EFBA866AEAB6}" type="pres">
      <dgm:prSet presAssocID="{8673EAF8-6B74-A04E-A7F6-395FA8051632}" presName="wedgeRectCallout1" presStyleLbl="node1" presStyleIdx="1" presStyleCnt="3" custScaleX="106535" custScaleY="300065" custLinFactNeighborX="4116" custLinFactNeighborY="37608">
        <dgm:presLayoutVars>
          <dgm:bulletEnabled val="1"/>
        </dgm:presLayoutVars>
      </dgm:prSet>
      <dgm:spPr/>
    </dgm:pt>
    <dgm:pt modelId="{1EDDC673-4BE1-F847-9D95-67D7BADE115A}" type="pres">
      <dgm:prSet presAssocID="{E0743C94-BDDF-7143-A088-5E0C29621347}" presName="sibTrans" presStyleCnt="0"/>
      <dgm:spPr/>
    </dgm:pt>
    <dgm:pt modelId="{FE8C3B29-9F00-9B46-9D89-7A5D28C97D61}" type="pres">
      <dgm:prSet presAssocID="{54561EEC-779D-FD42-9F4F-3087CD611826}" presName="composite" presStyleCnt="0"/>
      <dgm:spPr/>
    </dgm:pt>
    <dgm:pt modelId="{E09E1954-D170-0048-B57E-81C31C32E994}" type="pres">
      <dgm:prSet presAssocID="{54561EEC-779D-FD42-9F4F-3087CD611826}" presName="rect1" presStyleLbl="bgImgPlace1" presStyleIdx="2" presStyleCnt="3" custScaleY="76284" custLinFactNeighborX="-1208" custLinFactNeighborY="-15425"/>
      <dgm:spPr>
        <a:blipFill dpi="0" rotWithShape="1">
          <a:blip xmlns:r="http://schemas.openxmlformats.org/officeDocument/2006/relationships" r:embed="rId3">
            <a:duotone>
              <a:schemeClr val="accent2">
                <a:shade val="45000"/>
                <a:satMod val="135000"/>
              </a:schemeClr>
              <a:prstClr val="white"/>
            </a:duotone>
            <a:extLst>
              <a:ext uri="{28A0092B-C50C-407E-A947-70E740481C1C}">
                <a14:useLocalDpi xmlns:a14="http://schemas.microsoft.com/office/drawing/2010/main" val="0"/>
              </a:ext>
            </a:extLst>
          </a:blip>
          <a:srcRect/>
          <a:stretch>
            <a:fillRect l="17795" t="1182" r="5451" b="-10212"/>
          </a:stretch>
        </a:blipFill>
      </dgm:spPr>
    </dgm:pt>
    <dgm:pt modelId="{8612B65F-4CFB-F148-83F0-5292AB58AD29}" type="pres">
      <dgm:prSet presAssocID="{54561EEC-779D-FD42-9F4F-3087CD611826}" presName="wedgeRectCallout1" presStyleLbl="node1" presStyleIdx="2" presStyleCnt="3" custScaleX="106871" custScaleY="301003" custLinFactNeighborX="509" custLinFactNeighborY="37372">
        <dgm:presLayoutVars>
          <dgm:bulletEnabled val="1"/>
        </dgm:presLayoutVars>
      </dgm:prSet>
      <dgm:spPr/>
    </dgm:pt>
  </dgm:ptLst>
  <dgm:cxnLst>
    <dgm:cxn modelId="{6C314D04-F86D-8E4E-BFCB-1152DE38B0D6}" type="presOf" srcId="{20CB1801-9E21-0B45-9151-76727F091956}" destId="{1A2FC67D-F5F1-2D44-8622-EFBA866AEAB6}" srcOrd="0" destOrd="2" presId="urn:microsoft.com/office/officeart/2008/layout/BendingPictureCaptionList"/>
    <dgm:cxn modelId="{9F14AE04-4971-0D4E-B914-4D6D30CE826B}" srcId="{958E5F7C-0DEB-0743-8619-F047DEABCC1E}" destId="{8673EAF8-6B74-A04E-A7F6-395FA8051632}" srcOrd="1" destOrd="0" parTransId="{7520DC05-DB50-084C-AAB1-9A731445429D}" sibTransId="{E0743C94-BDDF-7143-A088-5E0C29621347}"/>
    <dgm:cxn modelId="{7C049406-B93B-5B45-80C6-B0659497D74C}" type="presOf" srcId="{8673EAF8-6B74-A04E-A7F6-395FA8051632}" destId="{1A2FC67D-F5F1-2D44-8622-EFBA866AEAB6}" srcOrd="0" destOrd="0" presId="urn:microsoft.com/office/officeart/2008/layout/BendingPictureCaptionList"/>
    <dgm:cxn modelId="{B229F31B-7567-924F-BA0C-DC9404B49F46}" type="presOf" srcId="{00BE210B-0CD9-E649-BFE5-A96767B8A602}" destId="{1A2FC67D-F5F1-2D44-8622-EFBA866AEAB6}" srcOrd="0" destOrd="1" presId="urn:microsoft.com/office/officeart/2008/layout/BendingPictureCaptionList"/>
    <dgm:cxn modelId="{D1597230-049A-3247-BF59-C9532B02BDE5}" type="presOf" srcId="{29D00C45-AC94-1745-9C88-6B430674267D}" destId="{C5836E97-1727-BD4A-9C19-FCA0BDC033D9}" srcOrd="0" destOrd="0" presId="urn:microsoft.com/office/officeart/2008/layout/BendingPictureCaptionList"/>
    <dgm:cxn modelId="{28B9C43E-273A-2045-92BB-03DBC19C6998}" type="presOf" srcId="{4730F8AE-48A1-9F4E-9532-8DE82EBF4416}" destId="{8612B65F-4CFB-F148-83F0-5292AB58AD29}" srcOrd="0" destOrd="1" presId="urn:microsoft.com/office/officeart/2008/layout/BendingPictureCaptionList"/>
    <dgm:cxn modelId="{38150061-ACD0-AA4A-9003-AA6377005EB1}" type="presOf" srcId="{54561EEC-779D-FD42-9F4F-3087CD611826}" destId="{8612B65F-4CFB-F148-83F0-5292AB58AD29}" srcOrd="0" destOrd="0" presId="urn:microsoft.com/office/officeart/2008/layout/BendingPictureCaptionList"/>
    <dgm:cxn modelId="{704CFF64-FF7F-8542-AABB-C566B1F24754}" srcId="{54561EEC-779D-FD42-9F4F-3087CD611826}" destId="{61268800-957B-D743-8D58-6E06511A7DDB}" srcOrd="1" destOrd="0" parTransId="{998B467D-5DC6-7342-9943-C790779E128B}" sibTransId="{2708A40F-4CE4-2646-A432-CEB1D0B010FE}"/>
    <dgm:cxn modelId="{005FCE70-460C-784D-A8FF-FAE9B531B944}" srcId="{8673EAF8-6B74-A04E-A7F6-395FA8051632}" destId="{00BE210B-0CD9-E649-BFE5-A96767B8A602}" srcOrd="0" destOrd="0" parTransId="{788394D4-79EF-4643-9228-715157B14CF8}" sibTransId="{CB6777E0-4C65-604B-9434-3F6A982E7076}"/>
    <dgm:cxn modelId="{95D2E651-B8CF-254E-A775-1C7E4D60A64F}" srcId="{54561EEC-779D-FD42-9F4F-3087CD611826}" destId="{79554ECB-DF69-B34C-888A-8371ABE54EAF}" srcOrd="2" destOrd="0" parTransId="{3D5C4B2B-79D1-2A44-BE38-312858AC31CC}" sibTransId="{DDF57FD2-931B-A149-829E-9976F1050A51}"/>
    <dgm:cxn modelId="{02F1BF56-EAD8-714A-8914-9C0EC9F2503C}" srcId="{958E5F7C-0DEB-0743-8619-F047DEABCC1E}" destId="{29D00C45-AC94-1745-9C88-6B430674267D}" srcOrd="0" destOrd="0" parTransId="{0E09C628-A1BE-E041-9CA2-788CA471B8C4}" sibTransId="{D3C825C3-ED52-5640-AE77-86C58EB9464F}"/>
    <dgm:cxn modelId="{DF967277-8E7B-B446-981D-C7A4F097A543}" type="presOf" srcId="{8D1DEBB5-38C2-AB48-90E3-C9915A14186D}" destId="{1A2FC67D-F5F1-2D44-8622-EFBA866AEAB6}" srcOrd="0" destOrd="4" presId="urn:microsoft.com/office/officeart/2008/layout/BendingPictureCaptionList"/>
    <dgm:cxn modelId="{EFF21E85-4B50-5546-92C9-1E067952993D}" srcId="{8673EAF8-6B74-A04E-A7F6-395FA8051632}" destId="{20CB1801-9E21-0B45-9151-76727F091956}" srcOrd="1" destOrd="0" parTransId="{C667C35C-FBDB-9942-8437-6DD65C6AC6FA}" sibTransId="{FC72FDC7-B865-F64E-96C0-D57A1097D6E8}"/>
    <dgm:cxn modelId="{056C6086-E592-A042-9846-9554E53C559F}" type="presOf" srcId="{79554ECB-DF69-B34C-888A-8371ABE54EAF}" destId="{8612B65F-4CFB-F148-83F0-5292AB58AD29}" srcOrd="0" destOrd="3" presId="urn:microsoft.com/office/officeart/2008/layout/BendingPictureCaptionList"/>
    <dgm:cxn modelId="{1F8EFA8B-1D87-2442-9ACA-BC9DEFC419F6}" type="presOf" srcId="{67CCDDB5-3AE6-A042-9865-37A0C44F6F28}" destId="{8612B65F-4CFB-F148-83F0-5292AB58AD29}" srcOrd="0" destOrd="4" presId="urn:microsoft.com/office/officeart/2008/layout/BendingPictureCaptionList"/>
    <dgm:cxn modelId="{53B93196-DE63-A049-8B31-2AF28AC8DB2A}" srcId="{54561EEC-779D-FD42-9F4F-3087CD611826}" destId="{67CCDDB5-3AE6-A042-9865-37A0C44F6F28}" srcOrd="3" destOrd="0" parTransId="{024D78A1-526A-E541-A1F5-A693806F8FE7}" sibTransId="{5F52957E-4A37-AD4C-A050-C6383ADE6E29}"/>
    <dgm:cxn modelId="{5E90B59D-AE8C-9449-891D-B72BDE195C97}" type="presOf" srcId="{61268800-957B-D743-8D58-6E06511A7DDB}" destId="{8612B65F-4CFB-F148-83F0-5292AB58AD29}" srcOrd="0" destOrd="2" presId="urn:microsoft.com/office/officeart/2008/layout/BendingPictureCaptionList"/>
    <dgm:cxn modelId="{784736A2-3FE2-EC4B-A3F6-422F63FBFE2C}" type="presOf" srcId="{1E9D5148-39D1-7F4F-A431-BCB4B152A48D}" destId="{1A2FC67D-F5F1-2D44-8622-EFBA866AEAB6}" srcOrd="0" destOrd="5" presId="urn:microsoft.com/office/officeart/2008/layout/BendingPictureCaptionList"/>
    <dgm:cxn modelId="{B62A4DA4-066A-B243-8A54-171AB3FC0BCB}" srcId="{958E5F7C-0DEB-0743-8619-F047DEABCC1E}" destId="{54561EEC-779D-FD42-9F4F-3087CD611826}" srcOrd="2" destOrd="0" parTransId="{826DA2D2-397A-1847-821D-E362CC1C5464}" sibTransId="{44A51703-52BC-FD4D-B589-5D68BBA27575}"/>
    <dgm:cxn modelId="{095241BD-C7B2-2F4C-8835-80F0B5D3F8FC}" srcId="{8673EAF8-6B74-A04E-A7F6-395FA8051632}" destId="{8D1DEBB5-38C2-AB48-90E3-C9915A14186D}" srcOrd="3" destOrd="0" parTransId="{A3384712-6286-EF4C-91DF-381757549E8D}" sibTransId="{CB9902BF-C8EC-244D-8A97-A35284593B67}"/>
    <dgm:cxn modelId="{6B9E13C6-5E49-CB4A-B45A-1B6560D57C0C}" srcId="{54561EEC-779D-FD42-9F4F-3087CD611826}" destId="{4730F8AE-48A1-9F4E-9532-8DE82EBF4416}" srcOrd="0" destOrd="0" parTransId="{7020F0DB-DCFA-C24D-AECD-5C444CB19276}" sibTransId="{6128FF2D-19BD-744C-B409-F548A5D0FDC6}"/>
    <dgm:cxn modelId="{007955CB-42C2-2B4D-B0BD-59A20F686197}" srcId="{8673EAF8-6B74-A04E-A7F6-395FA8051632}" destId="{1E9D5148-39D1-7F4F-A431-BCB4B152A48D}" srcOrd="4" destOrd="0" parTransId="{A02E08B7-2E3C-4048-B545-62AF146EDB3D}" sibTransId="{532EEB0B-9A07-434E-8049-8522B2FF5E16}"/>
    <dgm:cxn modelId="{BA3612CE-51EA-494D-A814-E1C14596D06C}" srcId="{8673EAF8-6B74-A04E-A7F6-395FA8051632}" destId="{28519C36-246D-AC4B-AA95-66D8942F595D}" srcOrd="2" destOrd="0" parTransId="{C89F8E3F-BC37-AE45-90D0-41DB87BB63E1}" sibTransId="{BE82E770-8250-0049-A669-1B496390D2B9}"/>
    <dgm:cxn modelId="{1AD05DD0-35AD-4F4F-B536-9F6A11F78849}" type="presOf" srcId="{958E5F7C-0DEB-0743-8619-F047DEABCC1E}" destId="{4AA2BA26-890B-7244-9CC5-2B58C01B12CE}" srcOrd="0" destOrd="0" presId="urn:microsoft.com/office/officeart/2008/layout/BendingPictureCaptionList"/>
    <dgm:cxn modelId="{06ADE7EA-56D8-264F-A9FD-BCAD30837A61}" type="presOf" srcId="{28519C36-246D-AC4B-AA95-66D8942F595D}" destId="{1A2FC67D-F5F1-2D44-8622-EFBA866AEAB6}" srcOrd="0" destOrd="3" presId="urn:microsoft.com/office/officeart/2008/layout/BendingPictureCaptionList"/>
    <dgm:cxn modelId="{1D35988F-C365-9B4F-A9C7-EAE20C2FEB52}" type="presParOf" srcId="{4AA2BA26-890B-7244-9CC5-2B58C01B12CE}" destId="{3A10A02D-1F4B-2944-855D-E1BBBF75FAE4}" srcOrd="0" destOrd="0" presId="urn:microsoft.com/office/officeart/2008/layout/BendingPictureCaptionList"/>
    <dgm:cxn modelId="{51EB4D94-F418-1646-B068-061268B0A53A}" type="presParOf" srcId="{3A10A02D-1F4B-2944-855D-E1BBBF75FAE4}" destId="{DCA92014-126F-C44E-98FA-6E86B7201943}" srcOrd="0" destOrd="0" presId="urn:microsoft.com/office/officeart/2008/layout/BendingPictureCaptionList"/>
    <dgm:cxn modelId="{A9D6301F-0B0C-F145-A0F8-67A2CAEB0762}" type="presParOf" srcId="{3A10A02D-1F4B-2944-855D-E1BBBF75FAE4}" destId="{C5836E97-1727-BD4A-9C19-FCA0BDC033D9}" srcOrd="1" destOrd="0" presId="urn:microsoft.com/office/officeart/2008/layout/BendingPictureCaptionList"/>
    <dgm:cxn modelId="{5612C230-C334-2744-ACDB-47DF91681372}" type="presParOf" srcId="{4AA2BA26-890B-7244-9CC5-2B58C01B12CE}" destId="{FE79C0B3-D0EC-ED40-B4CF-65E48D883CBA}" srcOrd="1" destOrd="0" presId="urn:microsoft.com/office/officeart/2008/layout/BendingPictureCaptionList"/>
    <dgm:cxn modelId="{B82C7C00-ED50-084B-85F0-9A596D5E6835}" type="presParOf" srcId="{4AA2BA26-890B-7244-9CC5-2B58C01B12CE}" destId="{D70DD429-3F73-CB4B-9AB2-68B0B9E8C595}" srcOrd="2" destOrd="0" presId="urn:microsoft.com/office/officeart/2008/layout/BendingPictureCaptionList"/>
    <dgm:cxn modelId="{7B26881B-99DB-CF41-B854-F066A4F82CEC}" type="presParOf" srcId="{D70DD429-3F73-CB4B-9AB2-68B0B9E8C595}" destId="{9A7C1F13-0719-3849-9286-94B1E92B0141}" srcOrd="0" destOrd="0" presId="urn:microsoft.com/office/officeart/2008/layout/BendingPictureCaptionList"/>
    <dgm:cxn modelId="{46DC7CF4-A863-4F4A-BB70-574B0D3E6621}" type="presParOf" srcId="{D70DD429-3F73-CB4B-9AB2-68B0B9E8C595}" destId="{1A2FC67D-F5F1-2D44-8622-EFBA866AEAB6}" srcOrd="1" destOrd="0" presId="urn:microsoft.com/office/officeart/2008/layout/BendingPictureCaptionList"/>
    <dgm:cxn modelId="{6E48466B-82E6-E849-B7FA-8E6F98CCF75B}" type="presParOf" srcId="{4AA2BA26-890B-7244-9CC5-2B58C01B12CE}" destId="{1EDDC673-4BE1-F847-9D95-67D7BADE115A}" srcOrd="3" destOrd="0" presId="urn:microsoft.com/office/officeart/2008/layout/BendingPictureCaptionList"/>
    <dgm:cxn modelId="{019C36E3-938C-0746-A1CD-EA0A99F28DAA}" type="presParOf" srcId="{4AA2BA26-890B-7244-9CC5-2B58C01B12CE}" destId="{FE8C3B29-9F00-9B46-9D89-7A5D28C97D61}" srcOrd="4" destOrd="0" presId="urn:microsoft.com/office/officeart/2008/layout/BendingPictureCaptionList"/>
    <dgm:cxn modelId="{E396978D-1108-C64A-B258-139F19FC18FD}" type="presParOf" srcId="{FE8C3B29-9F00-9B46-9D89-7A5D28C97D61}" destId="{E09E1954-D170-0048-B57E-81C31C32E994}" srcOrd="0" destOrd="0" presId="urn:microsoft.com/office/officeart/2008/layout/BendingPictureCaptionList"/>
    <dgm:cxn modelId="{27E66B3F-9DE2-D749-B3EB-05992246C284}" type="presParOf" srcId="{FE8C3B29-9F00-9B46-9D89-7A5D28C97D61}" destId="{8612B65F-4CFB-F148-83F0-5292AB58AD29}" srcOrd="1" destOrd="0" presId="urn:microsoft.com/office/officeart/2008/layout/BendingPictureCap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8CC89FDC-C1CB-C54C-A48B-E028D058899E}" type="doc">
      <dgm:prSet loTypeId="urn:microsoft.com/office/officeart/2005/8/layout/vList2" loCatId="list" qsTypeId="urn:microsoft.com/office/officeart/2005/8/quickstyle/simple1" qsCatId="simple" csTypeId="urn:microsoft.com/office/officeart/2005/8/colors/colorful1" csCatId="colorful"/>
      <dgm:spPr/>
      <dgm:t>
        <a:bodyPr/>
        <a:lstStyle/>
        <a:p>
          <a:endParaRPr lang="en-GB"/>
        </a:p>
      </dgm:t>
    </dgm:pt>
    <dgm:pt modelId="{44DF4F95-0D4A-FD44-99A8-D15DD2117A00}">
      <dgm:prSet/>
      <dgm:spPr/>
      <dgm:t>
        <a:bodyPr/>
        <a:lstStyle/>
        <a:p>
          <a:r>
            <a:rPr lang="en-US" dirty="0"/>
            <a:t>ACTIVITY:</a:t>
          </a:r>
          <a:endParaRPr lang="en-MY" dirty="0"/>
        </a:p>
      </dgm:t>
    </dgm:pt>
    <dgm:pt modelId="{DBB95B3D-7D3F-EE45-A990-84F5561B9884}" type="parTrans" cxnId="{1FBA4B6C-FF66-C848-BB74-5F3CD1BDAB9D}">
      <dgm:prSet/>
      <dgm:spPr/>
      <dgm:t>
        <a:bodyPr/>
        <a:lstStyle/>
        <a:p>
          <a:endParaRPr lang="en-GB"/>
        </a:p>
      </dgm:t>
    </dgm:pt>
    <dgm:pt modelId="{8AAEC0AD-BF6F-AA4B-A566-AA2F08213252}" type="sibTrans" cxnId="{1FBA4B6C-FF66-C848-BB74-5F3CD1BDAB9D}">
      <dgm:prSet/>
      <dgm:spPr/>
      <dgm:t>
        <a:bodyPr/>
        <a:lstStyle/>
        <a:p>
          <a:endParaRPr lang="en-GB"/>
        </a:p>
      </dgm:t>
    </dgm:pt>
    <dgm:pt modelId="{478EA239-9DA0-E145-8AB4-A2CB36044145}">
      <dgm:prSet/>
      <dgm:spPr/>
      <dgm:t>
        <a:bodyPr/>
        <a:lstStyle/>
        <a:p>
          <a:r>
            <a:rPr lang="en-US"/>
            <a:t>Interviewing user management</a:t>
          </a:r>
          <a:endParaRPr lang="en-MY"/>
        </a:p>
      </dgm:t>
    </dgm:pt>
    <dgm:pt modelId="{8A9FFB8B-6B02-7F4C-8487-832D8B34915B}" type="parTrans" cxnId="{A6AC1292-919B-FA43-ADE5-23CE65D1927C}">
      <dgm:prSet/>
      <dgm:spPr/>
      <dgm:t>
        <a:bodyPr/>
        <a:lstStyle/>
        <a:p>
          <a:endParaRPr lang="en-GB"/>
        </a:p>
      </dgm:t>
    </dgm:pt>
    <dgm:pt modelId="{9524FF81-AAD1-8A4F-BAA0-055C1D852B42}" type="sibTrans" cxnId="{A6AC1292-919B-FA43-ADE5-23CE65D1927C}">
      <dgm:prSet/>
      <dgm:spPr/>
      <dgm:t>
        <a:bodyPr/>
        <a:lstStyle/>
        <a:p>
          <a:endParaRPr lang="en-GB"/>
        </a:p>
      </dgm:t>
    </dgm:pt>
    <dgm:pt modelId="{B8185CB2-5AA6-D74A-807E-A663C217F9FF}">
      <dgm:prSet/>
      <dgm:spPr/>
      <dgm:t>
        <a:bodyPr/>
        <a:lstStyle/>
        <a:p>
          <a:r>
            <a:rPr lang="en-US"/>
            <a:t>Summarizing the knowledge obtained</a:t>
          </a:r>
          <a:endParaRPr lang="en-MY"/>
        </a:p>
      </dgm:t>
    </dgm:pt>
    <dgm:pt modelId="{E0A8B3C9-6CAC-4044-9A0F-3056EBD0CCF2}" type="parTrans" cxnId="{A93D98BF-B9B8-B140-A7BC-8F045BA556E3}">
      <dgm:prSet/>
      <dgm:spPr/>
      <dgm:t>
        <a:bodyPr/>
        <a:lstStyle/>
        <a:p>
          <a:endParaRPr lang="en-GB"/>
        </a:p>
      </dgm:t>
    </dgm:pt>
    <dgm:pt modelId="{26EE0D41-228C-F944-A06F-CDC20AAC5F29}" type="sibTrans" cxnId="{A93D98BF-B9B8-B140-A7BC-8F045BA556E3}">
      <dgm:prSet/>
      <dgm:spPr/>
      <dgm:t>
        <a:bodyPr/>
        <a:lstStyle/>
        <a:p>
          <a:endParaRPr lang="en-GB"/>
        </a:p>
      </dgm:t>
    </dgm:pt>
    <dgm:pt modelId="{0D8A96B8-A3BF-BF40-9875-6104B2305DB1}">
      <dgm:prSet/>
      <dgm:spPr/>
      <dgm:t>
        <a:bodyPr/>
        <a:lstStyle/>
        <a:p>
          <a:r>
            <a:rPr lang="en-US"/>
            <a:t>Estimating the scope of the project</a:t>
          </a:r>
          <a:endParaRPr lang="en-MY"/>
        </a:p>
      </dgm:t>
    </dgm:pt>
    <dgm:pt modelId="{8D6E39AA-7340-224A-ABA7-4BBFC7B54CA8}" type="parTrans" cxnId="{2CF5965C-C35E-3043-A118-56CBD0ECE9AE}">
      <dgm:prSet/>
      <dgm:spPr/>
      <dgm:t>
        <a:bodyPr/>
        <a:lstStyle/>
        <a:p>
          <a:endParaRPr lang="en-GB"/>
        </a:p>
      </dgm:t>
    </dgm:pt>
    <dgm:pt modelId="{7D87437B-3E2E-4743-B9DD-3A7A0588C823}" type="sibTrans" cxnId="{2CF5965C-C35E-3043-A118-56CBD0ECE9AE}">
      <dgm:prSet/>
      <dgm:spPr/>
      <dgm:t>
        <a:bodyPr/>
        <a:lstStyle/>
        <a:p>
          <a:endParaRPr lang="en-GB"/>
        </a:p>
      </dgm:t>
    </dgm:pt>
    <dgm:pt modelId="{E9BDC4F2-6542-7245-B963-7838F2EE748C}">
      <dgm:prSet/>
      <dgm:spPr/>
      <dgm:t>
        <a:bodyPr/>
        <a:lstStyle/>
        <a:p>
          <a:r>
            <a:rPr lang="en-US"/>
            <a:t>Documenting the results</a:t>
          </a:r>
          <a:endParaRPr lang="en-MY"/>
        </a:p>
      </dgm:t>
    </dgm:pt>
    <dgm:pt modelId="{37C82628-5F90-854B-A387-A78AA13F9CB2}" type="parTrans" cxnId="{63A186E4-D39E-AD4C-B28B-59A28007759B}">
      <dgm:prSet/>
      <dgm:spPr/>
      <dgm:t>
        <a:bodyPr/>
        <a:lstStyle/>
        <a:p>
          <a:endParaRPr lang="en-GB"/>
        </a:p>
      </dgm:t>
    </dgm:pt>
    <dgm:pt modelId="{D817F212-89A0-B04F-9435-2E7B450261DF}" type="sibTrans" cxnId="{63A186E4-D39E-AD4C-B28B-59A28007759B}">
      <dgm:prSet/>
      <dgm:spPr/>
      <dgm:t>
        <a:bodyPr/>
        <a:lstStyle/>
        <a:p>
          <a:endParaRPr lang="en-GB"/>
        </a:p>
      </dgm:t>
    </dgm:pt>
    <dgm:pt modelId="{6575EE73-3506-5F4B-A0D0-82FBD75660AD}">
      <dgm:prSet/>
      <dgm:spPr/>
      <dgm:t>
        <a:bodyPr/>
        <a:lstStyle/>
        <a:p>
          <a:r>
            <a:rPr lang="en-US"/>
            <a:t>OUTPUT: FEASIBILITY REPORT  	</a:t>
          </a:r>
          <a:endParaRPr lang="en-MY"/>
        </a:p>
      </dgm:t>
    </dgm:pt>
    <dgm:pt modelId="{927B89F1-9D5E-B045-B8CA-60D6729C1C56}" type="parTrans" cxnId="{3ABF8D6E-2A50-3A4A-9130-4551947DAF91}">
      <dgm:prSet/>
      <dgm:spPr/>
      <dgm:t>
        <a:bodyPr/>
        <a:lstStyle/>
        <a:p>
          <a:endParaRPr lang="en-GB"/>
        </a:p>
      </dgm:t>
    </dgm:pt>
    <dgm:pt modelId="{3D07C734-F180-5343-A5C9-B3FB5B0C8FA5}" type="sibTrans" cxnId="{3ABF8D6E-2A50-3A4A-9130-4551947DAF91}">
      <dgm:prSet/>
      <dgm:spPr/>
      <dgm:t>
        <a:bodyPr/>
        <a:lstStyle/>
        <a:p>
          <a:endParaRPr lang="en-GB"/>
        </a:p>
      </dgm:t>
    </dgm:pt>
    <dgm:pt modelId="{C6EF1AD2-3B9A-174A-8C19-3C4B6B4A1664}">
      <dgm:prSet/>
      <dgm:spPr/>
      <dgm:t>
        <a:bodyPr/>
        <a:lstStyle/>
        <a:p>
          <a:r>
            <a:rPr lang="en-US"/>
            <a:t>containing problem definition and objective summaries from which management can make a decision on whether to proceed with the proposed project (come out with your system  proposal)</a:t>
          </a:r>
          <a:endParaRPr lang="en-MY"/>
        </a:p>
      </dgm:t>
    </dgm:pt>
    <dgm:pt modelId="{5D860CFE-D4C8-6B44-97FF-73C3C53F240C}" type="parTrans" cxnId="{E312D51E-4163-5A40-AC6D-50903BE6E02C}">
      <dgm:prSet/>
      <dgm:spPr/>
      <dgm:t>
        <a:bodyPr/>
        <a:lstStyle/>
        <a:p>
          <a:endParaRPr lang="en-GB"/>
        </a:p>
      </dgm:t>
    </dgm:pt>
    <dgm:pt modelId="{F5903A5B-864C-514B-BC5C-DEEFEC7CF65B}" type="sibTrans" cxnId="{E312D51E-4163-5A40-AC6D-50903BE6E02C}">
      <dgm:prSet/>
      <dgm:spPr/>
      <dgm:t>
        <a:bodyPr/>
        <a:lstStyle/>
        <a:p>
          <a:endParaRPr lang="en-GB"/>
        </a:p>
      </dgm:t>
    </dgm:pt>
    <dgm:pt modelId="{B8734984-EC8A-0747-ADAA-BFA85C695ED5}" type="pres">
      <dgm:prSet presAssocID="{8CC89FDC-C1CB-C54C-A48B-E028D058899E}" presName="linear" presStyleCnt="0">
        <dgm:presLayoutVars>
          <dgm:animLvl val="lvl"/>
          <dgm:resizeHandles val="exact"/>
        </dgm:presLayoutVars>
      </dgm:prSet>
      <dgm:spPr/>
    </dgm:pt>
    <dgm:pt modelId="{67BF04D1-2540-A440-8889-ED95DDB91B74}" type="pres">
      <dgm:prSet presAssocID="{44DF4F95-0D4A-FD44-99A8-D15DD2117A00}" presName="parentText" presStyleLbl="node1" presStyleIdx="0" presStyleCnt="2">
        <dgm:presLayoutVars>
          <dgm:chMax val="0"/>
          <dgm:bulletEnabled val="1"/>
        </dgm:presLayoutVars>
      </dgm:prSet>
      <dgm:spPr/>
    </dgm:pt>
    <dgm:pt modelId="{7B438633-1722-3A4C-95BA-EC73A3744890}" type="pres">
      <dgm:prSet presAssocID="{44DF4F95-0D4A-FD44-99A8-D15DD2117A00}" presName="childText" presStyleLbl="revTx" presStyleIdx="0" presStyleCnt="2">
        <dgm:presLayoutVars>
          <dgm:bulletEnabled val="1"/>
        </dgm:presLayoutVars>
      </dgm:prSet>
      <dgm:spPr/>
    </dgm:pt>
    <dgm:pt modelId="{61DB2743-BDE1-2F48-A9DD-9391637E68F8}" type="pres">
      <dgm:prSet presAssocID="{6575EE73-3506-5F4B-A0D0-82FBD75660AD}" presName="parentText" presStyleLbl="node1" presStyleIdx="1" presStyleCnt="2">
        <dgm:presLayoutVars>
          <dgm:chMax val="0"/>
          <dgm:bulletEnabled val="1"/>
        </dgm:presLayoutVars>
      </dgm:prSet>
      <dgm:spPr/>
    </dgm:pt>
    <dgm:pt modelId="{DE6D4777-C566-9745-84D1-D1EF658C2B1E}" type="pres">
      <dgm:prSet presAssocID="{6575EE73-3506-5F4B-A0D0-82FBD75660AD}" presName="childText" presStyleLbl="revTx" presStyleIdx="1" presStyleCnt="2">
        <dgm:presLayoutVars>
          <dgm:bulletEnabled val="1"/>
        </dgm:presLayoutVars>
      </dgm:prSet>
      <dgm:spPr/>
    </dgm:pt>
  </dgm:ptLst>
  <dgm:cxnLst>
    <dgm:cxn modelId="{3C263610-87D6-664E-9116-4B2ED58A4C9F}" type="presOf" srcId="{B8185CB2-5AA6-D74A-807E-A663C217F9FF}" destId="{7B438633-1722-3A4C-95BA-EC73A3744890}" srcOrd="0" destOrd="1" presId="urn:microsoft.com/office/officeart/2005/8/layout/vList2"/>
    <dgm:cxn modelId="{E312D51E-4163-5A40-AC6D-50903BE6E02C}" srcId="{6575EE73-3506-5F4B-A0D0-82FBD75660AD}" destId="{C6EF1AD2-3B9A-174A-8C19-3C4B6B4A1664}" srcOrd="0" destOrd="0" parTransId="{5D860CFE-D4C8-6B44-97FF-73C3C53F240C}" sibTransId="{F5903A5B-864C-514B-BC5C-DEEFEC7CF65B}"/>
    <dgm:cxn modelId="{2CF5965C-C35E-3043-A118-56CBD0ECE9AE}" srcId="{44DF4F95-0D4A-FD44-99A8-D15DD2117A00}" destId="{0D8A96B8-A3BF-BF40-9875-6104B2305DB1}" srcOrd="2" destOrd="0" parTransId="{8D6E39AA-7340-224A-ABA7-4BBFC7B54CA8}" sibTransId="{7D87437B-3E2E-4743-B9DD-3A7A0588C823}"/>
    <dgm:cxn modelId="{B568D764-17BA-D94A-BF17-F777A08D796C}" type="presOf" srcId="{8CC89FDC-C1CB-C54C-A48B-E028D058899E}" destId="{B8734984-EC8A-0747-ADAA-BFA85C695ED5}" srcOrd="0" destOrd="0" presId="urn:microsoft.com/office/officeart/2005/8/layout/vList2"/>
    <dgm:cxn modelId="{E0DDA267-CFC2-A34E-82F1-533704AD781C}" type="presOf" srcId="{0D8A96B8-A3BF-BF40-9875-6104B2305DB1}" destId="{7B438633-1722-3A4C-95BA-EC73A3744890}" srcOrd="0" destOrd="2" presId="urn:microsoft.com/office/officeart/2005/8/layout/vList2"/>
    <dgm:cxn modelId="{0F2DBF48-E667-6F4E-8E31-38C8B48B5B37}" type="presOf" srcId="{E9BDC4F2-6542-7245-B963-7838F2EE748C}" destId="{7B438633-1722-3A4C-95BA-EC73A3744890}" srcOrd="0" destOrd="3" presId="urn:microsoft.com/office/officeart/2005/8/layout/vList2"/>
    <dgm:cxn modelId="{1FBA4B6C-FF66-C848-BB74-5F3CD1BDAB9D}" srcId="{8CC89FDC-C1CB-C54C-A48B-E028D058899E}" destId="{44DF4F95-0D4A-FD44-99A8-D15DD2117A00}" srcOrd="0" destOrd="0" parTransId="{DBB95B3D-7D3F-EE45-A990-84F5561B9884}" sibTransId="{8AAEC0AD-BF6F-AA4B-A566-AA2F08213252}"/>
    <dgm:cxn modelId="{3ABF8D6E-2A50-3A4A-9130-4551947DAF91}" srcId="{8CC89FDC-C1CB-C54C-A48B-E028D058899E}" destId="{6575EE73-3506-5F4B-A0D0-82FBD75660AD}" srcOrd="1" destOrd="0" parTransId="{927B89F1-9D5E-B045-B8CA-60D6729C1C56}" sibTransId="{3D07C734-F180-5343-A5C9-B3FB5B0C8FA5}"/>
    <dgm:cxn modelId="{75E53055-96A0-E941-BD25-AF90E9AE2C97}" type="presOf" srcId="{6575EE73-3506-5F4B-A0D0-82FBD75660AD}" destId="{61DB2743-BDE1-2F48-A9DD-9391637E68F8}" srcOrd="0" destOrd="0" presId="urn:microsoft.com/office/officeart/2005/8/layout/vList2"/>
    <dgm:cxn modelId="{A6AC1292-919B-FA43-ADE5-23CE65D1927C}" srcId="{44DF4F95-0D4A-FD44-99A8-D15DD2117A00}" destId="{478EA239-9DA0-E145-8AB4-A2CB36044145}" srcOrd="0" destOrd="0" parTransId="{8A9FFB8B-6B02-7F4C-8487-832D8B34915B}" sibTransId="{9524FF81-AAD1-8A4F-BAA0-055C1D852B42}"/>
    <dgm:cxn modelId="{7DE1CC95-557D-A540-AA2F-8E178D8F44F7}" type="presOf" srcId="{44DF4F95-0D4A-FD44-99A8-D15DD2117A00}" destId="{67BF04D1-2540-A440-8889-ED95DDB91B74}" srcOrd="0" destOrd="0" presId="urn:microsoft.com/office/officeart/2005/8/layout/vList2"/>
    <dgm:cxn modelId="{65DFE7B4-C31C-D840-91A2-356700B50BFD}" type="presOf" srcId="{478EA239-9DA0-E145-8AB4-A2CB36044145}" destId="{7B438633-1722-3A4C-95BA-EC73A3744890}" srcOrd="0" destOrd="0" presId="urn:microsoft.com/office/officeart/2005/8/layout/vList2"/>
    <dgm:cxn modelId="{A93D98BF-B9B8-B140-A7BC-8F045BA556E3}" srcId="{44DF4F95-0D4A-FD44-99A8-D15DD2117A00}" destId="{B8185CB2-5AA6-D74A-807E-A663C217F9FF}" srcOrd="1" destOrd="0" parTransId="{E0A8B3C9-6CAC-4044-9A0F-3056EBD0CCF2}" sibTransId="{26EE0D41-228C-F944-A06F-CDC20AAC5F29}"/>
    <dgm:cxn modelId="{63A186E4-D39E-AD4C-B28B-59A28007759B}" srcId="{44DF4F95-0D4A-FD44-99A8-D15DD2117A00}" destId="{E9BDC4F2-6542-7245-B963-7838F2EE748C}" srcOrd="3" destOrd="0" parTransId="{37C82628-5F90-854B-A387-A78AA13F9CB2}" sibTransId="{D817F212-89A0-B04F-9435-2E7B450261DF}"/>
    <dgm:cxn modelId="{3AE5AFE8-E23E-5B42-A421-6BD116DA5FC3}" type="presOf" srcId="{C6EF1AD2-3B9A-174A-8C19-3C4B6B4A1664}" destId="{DE6D4777-C566-9745-84D1-D1EF658C2B1E}" srcOrd="0" destOrd="0" presId="urn:microsoft.com/office/officeart/2005/8/layout/vList2"/>
    <dgm:cxn modelId="{BEACBCB5-6CF7-BB47-B891-994B14D16E97}" type="presParOf" srcId="{B8734984-EC8A-0747-ADAA-BFA85C695ED5}" destId="{67BF04D1-2540-A440-8889-ED95DDB91B74}" srcOrd="0" destOrd="0" presId="urn:microsoft.com/office/officeart/2005/8/layout/vList2"/>
    <dgm:cxn modelId="{58EA7570-BA2C-1F4B-80C3-3AA45EFA9F1E}" type="presParOf" srcId="{B8734984-EC8A-0747-ADAA-BFA85C695ED5}" destId="{7B438633-1722-3A4C-95BA-EC73A3744890}" srcOrd="1" destOrd="0" presId="urn:microsoft.com/office/officeart/2005/8/layout/vList2"/>
    <dgm:cxn modelId="{771516E3-86F3-FD4C-9368-885CB9C76960}" type="presParOf" srcId="{B8734984-EC8A-0747-ADAA-BFA85C695ED5}" destId="{61DB2743-BDE1-2F48-A9DD-9391637E68F8}" srcOrd="2" destOrd="0" presId="urn:microsoft.com/office/officeart/2005/8/layout/vList2"/>
    <dgm:cxn modelId="{19A858D6-FF25-8443-87ED-7BB3CE418E72}" type="presParOf" srcId="{B8734984-EC8A-0747-ADAA-BFA85C695ED5}" destId="{DE6D4777-C566-9745-84D1-D1EF658C2B1E}" srcOrd="3"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158A3A30-C18B-C94F-B7FE-47B1C405216F}" type="doc">
      <dgm:prSet loTypeId="urn:microsoft.com/office/officeart/2005/8/layout/vList2" loCatId="list" qsTypeId="urn:microsoft.com/office/officeart/2005/8/quickstyle/simple1" qsCatId="simple" csTypeId="urn:microsoft.com/office/officeart/2005/8/colors/colorful1" csCatId="colorful" phldr="1"/>
      <dgm:spPr/>
      <dgm:t>
        <a:bodyPr/>
        <a:lstStyle/>
        <a:p>
          <a:endParaRPr lang="en-GB"/>
        </a:p>
      </dgm:t>
    </dgm:pt>
    <dgm:pt modelId="{C275672C-257B-A343-91E5-4D33C09926FB}">
      <dgm:prSet custT="1"/>
      <dgm:spPr/>
      <dgm:t>
        <a:bodyPr/>
        <a:lstStyle/>
        <a:p>
          <a:r>
            <a:rPr lang="en-US" sz="3100" dirty="0"/>
            <a:t>Activity:</a:t>
          </a:r>
          <a:endParaRPr lang="en-MY" sz="3100" dirty="0"/>
        </a:p>
      </dgm:t>
    </dgm:pt>
    <dgm:pt modelId="{2341FB62-38CC-CA40-A44E-5047E02065DD}" type="parTrans" cxnId="{C8321423-27D8-3F4A-BB60-84C645061F7B}">
      <dgm:prSet/>
      <dgm:spPr/>
      <dgm:t>
        <a:bodyPr/>
        <a:lstStyle/>
        <a:p>
          <a:endParaRPr lang="en-GB"/>
        </a:p>
      </dgm:t>
    </dgm:pt>
    <dgm:pt modelId="{71679670-79CB-904E-999E-89380F7D676B}" type="sibTrans" cxnId="{C8321423-27D8-3F4A-BB60-84C645061F7B}">
      <dgm:prSet/>
      <dgm:spPr/>
      <dgm:t>
        <a:bodyPr/>
        <a:lstStyle/>
        <a:p>
          <a:endParaRPr lang="en-GB"/>
        </a:p>
      </dgm:t>
    </dgm:pt>
    <dgm:pt modelId="{D371C4FF-F8FD-3642-ABB5-BBEBFCCCE067}">
      <dgm:prSet/>
      <dgm:spPr/>
      <dgm:t>
        <a:bodyPr/>
        <a:lstStyle/>
        <a:p>
          <a:r>
            <a:rPr lang="en-US"/>
            <a:t>Interviewing</a:t>
          </a:r>
          <a:endParaRPr lang="en-MY"/>
        </a:p>
      </dgm:t>
    </dgm:pt>
    <dgm:pt modelId="{98AE3763-1B97-4A4F-8FA0-2BAE6510D356}" type="parTrans" cxnId="{0821D82C-6D22-C844-871A-141060339DA9}">
      <dgm:prSet/>
      <dgm:spPr/>
      <dgm:t>
        <a:bodyPr/>
        <a:lstStyle/>
        <a:p>
          <a:endParaRPr lang="en-GB"/>
        </a:p>
      </dgm:t>
    </dgm:pt>
    <dgm:pt modelId="{9257D7C1-C608-CE41-9785-CC59567C841B}" type="sibTrans" cxnId="{0821D82C-6D22-C844-871A-141060339DA9}">
      <dgm:prSet/>
      <dgm:spPr/>
      <dgm:t>
        <a:bodyPr/>
        <a:lstStyle/>
        <a:p>
          <a:endParaRPr lang="en-GB"/>
        </a:p>
      </dgm:t>
    </dgm:pt>
    <dgm:pt modelId="{722C83CA-587B-3D43-AEC2-1956E0F503C4}">
      <dgm:prSet/>
      <dgm:spPr/>
      <dgm:t>
        <a:bodyPr/>
        <a:lstStyle/>
        <a:p>
          <a:r>
            <a:rPr lang="en-US"/>
            <a:t>Sampling and investing hard data</a:t>
          </a:r>
          <a:endParaRPr lang="en-MY"/>
        </a:p>
      </dgm:t>
    </dgm:pt>
    <dgm:pt modelId="{DF6440BA-4E49-9F48-847B-0470400739F0}" type="parTrans" cxnId="{6F421EC8-A1CA-C34B-9929-B2E0DED33B63}">
      <dgm:prSet/>
      <dgm:spPr/>
      <dgm:t>
        <a:bodyPr/>
        <a:lstStyle/>
        <a:p>
          <a:endParaRPr lang="en-GB"/>
        </a:p>
      </dgm:t>
    </dgm:pt>
    <dgm:pt modelId="{FE1AD2B7-8E8D-CC4C-9299-DEA92A7B5C64}" type="sibTrans" cxnId="{6F421EC8-A1CA-C34B-9929-B2E0DED33B63}">
      <dgm:prSet/>
      <dgm:spPr/>
      <dgm:t>
        <a:bodyPr/>
        <a:lstStyle/>
        <a:p>
          <a:endParaRPr lang="en-GB"/>
        </a:p>
      </dgm:t>
    </dgm:pt>
    <dgm:pt modelId="{BF96A847-C51B-6346-ACE4-A8B17FC42718}">
      <dgm:prSet/>
      <dgm:spPr/>
      <dgm:t>
        <a:bodyPr/>
        <a:lstStyle/>
        <a:p>
          <a:r>
            <a:rPr lang="en-US"/>
            <a:t>Questionnaires</a:t>
          </a:r>
          <a:endParaRPr lang="en-MY"/>
        </a:p>
      </dgm:t>
    </dgm:pt>
    <dgm:pt modelId="{144F944A-581F-0B49-8595-EACD19483F37}" type="parTrans" cxnId="{C2EB2EEA-5D9D-4C49-BAAE-B4794104183F}">
      <dgm:prSet/>
      <dgm:spPr/>
      <dgm:t>
        <a:bodyPr/>
        <a:lstStyle/>
        <a:p>
          <a:endParaRPr lang="en-GB"/>
        </a:p>
      </dgm:t>
    </dgm:pt>
    <dgm:pt modelId="{DF019670-FEFA-A54D-87AE-A0930A01CC05}" type="sibTrans" cxnId="{C2EB2EEA-5D9D-4C49-BAAE-B4794104183F}">
      <dgm:prSet/>
      <dgm:spPr/>
      <dgm:t>
        <a:bodyPr/>
        <a:lstStyle/>
        <a:p>
          <a:endParaRPr lang="en-GB"/>
        </a:p>
      </dgm:t>
    </dgm:pt>
    <dgm:pt modelId="{C920469C-62FC-5A40-8B4C-1BDE6B255C35}">
      <dgm:prSet/>
      <dgm:spPr/>
      <dgm:t>
        <a:bodyPr/>
        <a:lstStyle/>
        <a:p>
          <a:r>
            <a:rPr lang="en-US"/>
            <a:t>Observe the decision maker’s behavior and environment</a:t>
          </a:r>
          <a:endParaRPr lang="en-MY"/>
        </a:p>
      </dgm:t>
    </dgm:pt>
    <dgm:pt modelId="{2FAA13E4-3B7E-524F-87B0-E989BB700DA4}" type="parTrans" cxnId="{3B8191CF-0EC9-BC4B-937B-BE704B5DD072}">
      <dgm:prSet/>
      <dgm:spPr/>
      <dgm:t>
        <a:bodyPr/>
        <a:lstStyle/>
        <a:p>
          <a:endParaRPr lang="en-GB"/>
        </a:p>
      </dgm:t>
    </dgm:pt>
    <dgm:pt modelId="{C7D941CF-8D51-D84E-A73F-3B43E4CBB0BC}" type="sibTrans" cxnId="{3B8191CF-0EC9-BC4B-937B-BE704B5DD072}">
      <dgm:prSet/>
      <dgm:spPr/>
      <dgm:t>
        <a:bodyPr/>
        <a:lstStyle/>
        <a:p>
          <a:endParaRPr lang="en-GB"/>
        </a:p>
      </dgm:t>
    </dgm:pt>
    <dgm:pt modelId="{F4492D85-C687-9843-9BDE-8693D72C8338}">
      <dgm:prSet/>
      <dgm:spPr/>
      <dgm:t>
        <a:bodyPr/>
        <a:lstStyle/>
        <a:p>
          <a:r>
            <a:rPr lang="en-US"/>
            <a:t>Prototyping</a:t>
          </a:r>
          <a:endParaRPr lang="en-MY"/>
        </a:p>
      </dgm:t>
    </dgm:pt>
    <dgm:pt modelId="{183BFCB1-62CF-7742-90F0-ED88A39A86C3}" type="parTrans" cxnId="{7A8508F2-3001-E745-8D7C-DA3D1DB72984}">
      <dgm:prSet/>
      <dgm:spPr/>
      <dgm:t>
        <a:bodyPr/>
        <a:lstStyle/>
        <a:p>
          <a:endParaRPr lang="en-GB"/>
        </a:p>
      </dgm:t>
    </dgm:pt>
    <dgm:pt modelId="{BC26F463-AA7D-7240-97FC-C130972B5956}" type="sibTrans" cxnId="{7A8508F2-3001-E745-8D7C-DA3D1DB72984}">
      <dgm:prSet/>
      <dgm:spPr/>
      <dgm:t>
        <a:bodyPr/>
        <a:lstStyle/>
        <a:p>
          <a:endParaRPr lang="en-GB"/>
        </a:p>
      </dgm:t>
    </dgm:pt>
    <dgm:pt modelId="{ACEE8C31-3A08-084A-A9D5-5AD34F58249F}">
      <dgm:prSet/>
      <dgm:spPr/>
      <dgm:t>
        <a:bodyPr/>
        <a:lstStyle/>
        <a:p>
          <a:r>
            <a:rPr lang="en-US"/>
            <a:t>Learn the who, what, where, when, how, and why of the current system</a:t>
          </a:r>
          <a:endParaRPr lang="en-MY"/>
        </a:p>
      </dgm:t>
    </dgm:pt>
    <dgm:pt modelId="{818678ED-145E-054F-9480-1DC156AA08FA}" type="parTrans" cxnId="{2D330526-8099-C348-A08F-6D850C323E4C}">
      <dgm:prSet/>
      <dgm:spPr/>
      <dgm:t>
        <a:bodyPr/>
        <a:lstStyle/>
        <a:p>
          <a:endParaRPr lang="en-GB"/>
        </a:p>
      </dgm:t>
    </dgm:pt>
    <dgm:pt modelId="{A35CCC0C-1178-E041-89CE-EB13FE7C0E7F}" type="sibTrans" cxnId="{2D330526-8099-C348-A08F-6D850C323E4C}">
      <dgm:prSet/>
      <dgm:spPr/>
      <dgm:t>
        <a:bodyPr/>
        <a:lstStyle/>
        <a:p>
          <a:endParaRPr lang="en-GB"/>
        </a:p>
      </dgm:t>
    </dgm:pt>
    <dgm:pt modelId="{199B8C77-E01D-7E41-AFE6-6C3BCBC274B7}">
      <dgm:prSet custT="1"/>
      <dgm:spPr/>
      <dgm:t>
        <a:bodyPr/>
        <a:lstStyle/>
        <a:p>
          <a:r>
            <a:rPr lang="en-US" sz="3100" dirty="0"/>
            <a:t>Output: </a:t>
          </a:r>
          <a:endParaRPr lang="en-MY" sz="3100" dirty="0"/>
        </a:p>
      </dgm:t>
    </dgm:pt>
    <dgm:pt modelId="{29437757-DF58-244E-8ABB-CA6A814F57C7}" type="parTrans" cxnId="{79835428-BBF8-704A-91F2-82A34A76BA8B}">
      <dgm:prSet/>
      <dgm:spPr/>
      <dgm:t>
        <a:bodyPr/>
        <a:lstStyle/>
        <a:p>
          <a:endParaRPr lang="en-GB"/>
        </a:p>
      </dgm:t>
    </dgm:pt>
    <dgm:pt modelId="{95D075C0-EAD6-4045-B412-301235EEE4A8}" type="sibTrans" cxnId="{79835428-BBF8-704A-91F2-82A34A76BA8B}">
      <dgm:prSet/>
      <dgm:spPr/>
      <dgm:t>
        <a:bodyPr/>
        <a:lstStyle/>
        <a:p>
          <a:endParaRPr lang="en-GB"/>
        </a:p>
      </dgm:t>
    </dgm:pt>
    <dgm:pt modelId="{FBBE9521-A0EE-6148-9DDD-B603940B2D5A}">
      <dgm:prSet/>
      <dgm:spPr/>
      <dgm:t>
        <a:bodyPr/>
        <a:lstStyle/>
        <a:p>
          <a:r>
            <a:rPr lang="en-US" dirty="0"/>
            <a:t>Analyst understands how users accomplish their work when interacting with a computer; and begin to know how to make the </a:t>
          </a:r>
          <a:r>
            <a:rPr lang="en-US" b="1" dirty="0">
              <a:solidFill>
                <a:schemeClr val="accent2"/>
              </a:solidFill>
            </a:rPr>
            <a:t>new system more useful and usable</a:t>
          </a:r>
          <a:r>
            <a:rPr lang="en-US" dirty="0"/>
            <a:t>. </a:t>
          </a:r>
          <a:endParaRPr lang="en-MY" dirty="0"/>
        </a:p>
      </dgm:t>
    </dgm:pt>
    <dgm:pt modelId="{62978DC2-0861-3C48-8DE3-E8AFF19A8739}" type="parTrans" cxnId="{856CA0D3-CCDD-5342-A60F-E0DD18BCD1B1}">
      <dgm:prSet/>
      <dgm:spPr/>
      <dgm:t>
        <a:bodyPr/>
        <a:lstStyle/>
        <a:p>
          <a:endParaRPr lang="en-GB"/>
        </a:p>
      </dgm:t>
    </dgm:pt>
    <dgm:pt modelId="{7A92D91A-3B8C-4849-976B-8C29889DD801}" type="sibTrans" cxnId="{856CA0D3-CCDD-5342-A60F-E0DD18BCD1B1}">
      <dgm:prSet/>
      <dgm:spPr/>
      <dgm:t>
        <a:bodyPr/>
        <a:lstStyle/>
        <a:p>
          <a:endParaRPr lang="en-GB"/>
        </a:p>
      </dgm:t>
    </dgm:pt>
    <dgm:pt modelId="{094742AC-A10C-4F4C-885A-603CBA965EB4}">
      <dgm:prSet/>
      <dgm:spPr/>
      <dgm:t>
        <a:bodyPr/>
        <a:lstStyle/>
        <a:p>
          <a:r>
            <a:rPr lang="en-US" dirty="0"/>
            <a:t>The analyst should also know the </a:t>
          </a:r>
          <a:r>
            <a:rPr lang="en-US" b="1" dirty="0">
              <a:solidFill>
                <a:schemeClr val="accent2"/>
              </a:solidFill>
            </a:rPr>
            <a:t>BUSINESS FUNCTIONS </a:t>
          </a:r>
          <a:r>
            <a:rPr lang="en-US" dirty="0"/>
            <a:t>and have complete information on the people, goals, data and procedure involved.</a:t>
          </a:r>
          <a:endParaRPr lang="en-MY" dirty="0"/>
        </a:p>
      </dgm:t>
    </dgm:pt>
    <dgm:pt modelId="{65333CF3-1614-BB42-8BFC-FB4B619C550E}" type="parTrans" cxnId="{A3D48831-6951-DA49-8C14-C81E0B50BF00}">
      <dgm:prSet/>
      <dgm:spPr/>
      <dgm:t>
        <a:bodyPr/>
        <a:lstStyle/>
        <a:p>
          <a:endParaRPr lang="en-GB"/>
        </a:p>
      </dgm:t>
    </dgm:pt>
    <dgm:pt modelId="{EA742AED-EA07-024E-8BAB-8842FD9B7E03}" type="sibTrans" cxnId="{A3D48831-6951-DA49-8C14-C81E0B50BF00}">
      <dgm:prSet/>
      <dgm:spPr/>
      <dgm:t>
        <a:bodyPr/>
        <a:lstStyle/>
        <a:p>
          <a:endParaRPr lang="en-GB"/>
        </a:p>
      </dgm:t>
    </dgm:pt>
    <dgm:pt modelId="{34E7CC03-EC1F-1040-BDE0-24B901087F68}" type="pres">
      <dgm:prSet presAssocID="{158A3A30-C18B-C94F-B7FE-47B1C405216F}" presName="linear" presStyleCnt="0">
        <dgm:presLayoutVars>
          <dgm:animLvl val="lvl"/>
          <dgm:resizeHandles val="exact"/>
        </dgm:presLayoutVars>
      </dgm:prSet>
      <dgm:spPr/>
    </dgm:pt>
    <dgm:pt modelId="{DBA2BAED-51A5-9247-BC9B-C61C3AF2BD68}" type="pres">
      <dgm:prSet presAssocID="{C275672C-257B-A343-91E5-4D33C09926FB}" presName="parentText" presStyleLbl="node1" presStyleIdx="0" presStyleCnt="2">
        <dgm:presLayoutVars>
          <dgm:chMax val="0"/>
          <dgm:bulletEnabled val="1"/>
        </dgm:presLayoutVars>
      </dgm:prSet>
      <dgm:spPr/>
    </dgm:pt>
    <dgm:pt modelId="{1E94B265-6AA5-7249-8C32-EEB54D1B101C}" type="pres">
      <dgm:prSet presAssocID="{C275672C-257B-A343-91E5-4D33C09926FB}" presName="childText" presStyleLbl="revTx" presStyleIdx="0" presStyleCnt="2">
        <dgm:presLayoutVars>
          <dgm:bulletEnabled val="1"/>
        </dgm:presLayoutVars>
      </dgm:prSet>
      <dgm:spPr/>
    </dgm:pt>
    <dgm:pt modelId="{B1C37050-D50E-7740-856F-13FA4716F04F}" type="pres">
      <dgm:prSet presAssocID="{199B8C77-E01D-7E41-AFE6-6C3BCBC274B7}" presName="parentText" presStyleLbl="node1" presStyleIdx="1" presStyleCnt="2">
        <dgm:presLayoutVars>
          <dgm:chMax val="0"/>
          <dgm:bulletEnabled val="1"/>
        </dgm:presLayoutVars>
      </dgm:prSet>
      <dgm:spPr/>
    </dgm:pt>
    <dgm:pt modelId="{ABE487D9-10B9-9042-BE83-7EB6922F4878}" type="pres">
      <dgm:prSet presAssocID="{199B8C77-E01D-7E41-AFE6-6C3BCBC274B7}" presName="childText" presStyleLbl="revTx" presStyleIdx="1" presStyleCnt="2">
        <dgm:presLayoutVars>
          <dgm:bulletEnabled val="1"/>
        </dgm:presLayoutVars>
      </dgm:prSet>
      <dgm:spPr/>
    </dgm:pt>
  </dgm:ptLst>
  <dgm:cxnLst>
    <dgm:cxn modelId="{792D9403-2692-8F43-89EB-284B3A780024}" type="presOf" srcId="{F4492D85-C687-9843-9BDE-8693D72C8338}" destId="{1E94B265-6AA5-7249-8C32-EEB54D1B101C}" srcOrd="0" destOrd="4" presId="urn:microsoft.com/office/officeart/2005/8/layout/vList2"/>
    <dgm:cxn modelId="{43FA2E07-3C0D-3C49-8FEE-4FA5C71A58FA}" type="presOf" srcId="{C920469C-62FC-5A40-8B4C-1BDE6B255C35}" destId="{1E94B265-6AA5-7249-8C32-EEB54D1B101C}" srcOrd="0" destOrd="3" presId="urn:microsoft.com/office/officeart/2005/8/layout/vList2"/>
    <dgm:cxn modelId="{C8321423-27D8-3F4A-BB60-84C645061F7B}" srcId="{158A3A30-C18B-C94F-B7FE-47B1C405216F}" destId="{C275672C-257B-A343-91E5-4D33C09926FB}" srcOrd="0" destOrd="0" parTransId="{2341FB62-38CC-CA40-A44E-5047E02065DD}" sibTransId="{71679670-79CB-904E-999E-89380F7D676B}"/>
    <dgm:cxn modelId="{2D330526-8099-C348-A08F-6D850C323E4C}" srcId="{C275672C-257B-A343-91E5-4D33C09926FB}" destId="{ACEE8C31-3A08-084A-A9D5-5AD34F58249F}" srcOrd="5" destOrd="0" parTransId="{818678ED-145E-054F-9480-1DC156AA08FA}" sibTransId="{A35CCC0C-1178-E041-89CE-EB13FE7C0E7F}"/>
    <dgm:cxn modelId="{10240F27-A6EE-BE47-A0C3-E99289E9E328}" type="presOf" srcId="{199B8C77-E01D-7E41-AFE6-6C3BCBC274B7}" destId="{B1C37050-D50E-7740-856F-13FA4716F04F}" srcOrd="0" destOrd="0" presId="urn:microsoft.com/office/officeart/2005/8/layout/vList2"/>
    <dgm:cxn modelId="{79835428-BBF8-704A-91F2-82A34A76BA8B}" srcId="{158A3A30-C18B-C94F-B7FE-47B1C405216F}" destId="{199B8C77-E01D-7E41-AFE6-6C3BCBC274B7}" srcOrd="1" destOrd="0" parTransId="{29437757-DF58-244E-8ABB-CA6A814F57C7}" sibTransId="{95D075C0-EAD6-4045-B412-301235EEE4A8}"/>
    <dgm:cxn modelId="{0821D82C-6D22-C844-871A-141060339DA9}" srcId="{C275672C-257B-A343-91E5-4D33C09926FB}" destId="{D371C4FF-F8FD-3642-ABB5-BBEBFCCCE067}" srcOrd="0" destOrd="0" parTransId="{98AE3763-1B97-4A4F-8FA0-2BAE6510D356}" sibTransId="{9257D7C1-C608-CE41-9785-CC59567C841B}"/>
    <dgm:cxn modelId="{A3D48831-6951-DA49-8C14-C81E0B50BF00}" srcId="{199B8C77-E01D-7E41-AFE6-6C3BCBC274B7}" destId="{094742AC-A10C-4F4C-885A-603CBA965EB4}" srcOrd="1" destOrd="0" parTransId="{65333CF3-1614-BB42-8BFC-FB4B619C550E}" sibTransId="{EA742AED-EA07-024E-8BAB-8842FD9B7E03}"/>
    <dgm:cxn modelId="{05DC8A32-2DAB-5C49-81D4-ABF27C46C952}" type="presOf" srcId="{FBBE9521-A0EE-6148-9DDD-B603940B2D5A}" destId="{ABE487D9-10B9-9042-BE83-7EB6922F4878}" srcOrd="0" destOrd="0" presId="urn:microsoft.com/office/officeart/2005/8/layout/vList2"/>
    <dgm:cxn modelId="{CD58F746-7CF4-B049-BABC-E3AA466695F2}" type="presOf" srcId="{D371C4FF-F8FD-3642-ABB5-BBEBFCCCE067}" destId="{1E94B265-6AA5-7249-8C32-EEB54D1B101C}" srcOrd="0" destOrd="0" presId="urn:microsoft.com/office/officeart/2005/8/layout/vList2"/>
    <dgm:cxn modelId="{704DA94A-181A-374B-9D43-FFF96AFF1DB2}" type="presOf" srcId="{722C83CA-587B-3D43-AEC2-1956E0F503C4}" destId="{1E94B265-6AA5-7249-8C32-EEB54D1B101C}" srcOrd="0" destOrd="1" presId="urn:microsoft.com/office/officeart/2005/8/layout/vList2"/>
    <dgm:cxn modelId="{BA813079-202B-ED41-9A33-B2C56695697F}" type="presOf" srcId="{ACEE8C31-3A08-084A-A9D5-5AD34F58249F}" destId="{1E94B265-6AA5-7249-8C32-EEB54D1B101C}" srcOrd="0" destOrd="5" presId="urn:microsoft.com/office/officeart/2005/8/layout/vList2"/>
    <dgm:cxn modelId="{0825ACA2-83D8-C14B-AB27-11153BA08A4A}" type="presOf" srcId="{158A3A30-C18B-C94F-B7FE-47B1C405216F}" destId="{34E7CC03-EC1F-1040-BDE0-24B901087F68}" srcOrd="0" destOrd="0" presId="urn:microsoft.com/office/officeart/2005/8/layout/vList2"/>
    <dgm:cxn modelId="{6F421EC8-A1CA-C34B-9929-B2E0DED33B63}" srcId="{C275672C-257B-A343-91E5-4D33C09926FB}" destId="{722C83CA-587B-3D43-AEC2-1956E0F503C4}" srcOrd="1" destOrd="0" parTransId="{DF6440BA-4E49-9F48-847B-0470400739F0}" sibTransId="{FE1AD2B7-8E8D-CC4C-9299-DEA92A7B5C64}"/>
    <dgm:cxn modelId="{3B8191CF-0EC9-BC4B-937B-BE704B5DD072}" srcId="{C275672C-257B-A343-91E5-4D33C09926FB}" destId="{C920469C-62FC-5A40-8B4C-1BDE6B255C35}" srcOrd="3" destOrd="0" parTransId="{2FAA13E4-3B7E-524F-87B0-E989BB700DA4}" sibTransId="{C7D941CF-8D51-D84E-A73F-3B43E4CBB0BC}"/>
    <dgm:cxn modelId="{856CA0D3-CCDD-5342-A60F-E0DD18BCD1B1}" srcId="{199B8C77-E01D-7E41-AFE6-6C3BCBC274B7}" destId="{FBBE9521-A0EE-6148-9DDD-B603940B2D5A}" srcOrd="0" destOrd="0" parTransId="{62978DC2-0861-3C48-8DE3-E8AFF19A8739}" sibTransId="{7A92D91A-3B8C-4849-976B-8C29889DD801}"/>
    <dgm:cxn modelId="{6E6538E2-44A6-BE49-9D4A-A284264B7998}" type="presOf" srcId="{BF96A847-C51B-6346-ACE4-A8B17FC42718}" destId="{1E94B265-6AA5-7249-8C32-EEB54D1B101C}" srcOrd="0" destOrd="2" presId="urn:microsoft.com/office/officeart/2005/8/layout/vList2"/>
    <dgm:cxn modelId="{C2EB2EEA-5D9D-4C49-BAAE-B4794104183F}" srcId="{C275672C-257B-A343-91E5-4D33C09926FB}" destId="{BF96A847-C51B-6346-ACE4-A8B17FC42718}" srcOrd="2" destOrd="0" parTransId="{144F944A-581F-0B49-8595-EACD19483F37}" sibTransId="{DF019670-FEFA-A54D-87AE-A0930A01CC05}"/>
    <dgm:cxn modelId="{1224B5EA-2462-994C-ADD7-BB7CAA78990B}" type="presOf" srcId="{C275672C-257B-A343-91E5-4D33C09926FB}" destId="{DBA2BAED-51A5-9247-BC9B-C61C3AF2BD68}" srcOrd="0" destOrd="0" presId="urn:microsoft.com/office/officeart/2005/8/layout/vList2"/>
    <dgm:cxn modelId="{FD5E52EB-3167-EB45-873E-9A7E4D25BE88}" type="presOf" srcId="{094742AC-A10C-4F4C-885A-603CBA965EB4}" destId="{ABE487D9-10B9-9042-BE83-7EB6922F4878}" srcOrd="0" destOrd="1" presId="urn:microsoft.com/office/officeart/2005/8/layout/vList2"/>
    <dgm:cxn modelId="{7A8508F2-3001-E745-8D7C-DA3D1DB72984}" srcId="{C275672C-257B-A343-91E5-4D33C09926FB}" destId="{F4492D85-C687-9843-9BDE-8693D72C8338}" srcOrd="4" destOrd="0" parTransId="{183BFCB1-62CF-7742-90F0-ED88A39A86C3}" sibTransId="{BC26F463-AA7D-7240-97FC-C130972B5956}"/>
    <dgm:cxn modelId="{57AB4221-72AD-AD48-9FC5-3B369470C366}" type="presParOf" srcId="{34E7CC03-EC1F-1040-BDE0-24B901087F68}" destId="{DBA2BAED-51A5-9247-BC9B-C61C3AF2BD68}" srcOrd="0" destOrd="0" presId="urn:microsoft.com/office/officeart/2005/8/layout/vList2"/>
    <dgm:cxn modelId="{3556D98C-17E9-4D42-93E6-9B5F1954E173}" type="presParOf" srcId="{34E7CC03-EC1F-1040-BDE0-24B901087F68}" destId="{1E94B265-6AA5-7249-8C32-EEB54D1B101C}" srcOrd="1" destOrd="0" presId="urn:microsoft.com/office/officeart/2005/8/layout/vList2"/>
    <dgm:cxn modelId="{77235D2A-4C40-7742-A52A-F3BB691DABCA}" type="presParOf" srcId="{34E7CC03-EC1F-1040-BDE0-24B901087F68}" destId="{B1C37050-D50E-7740-856F-13FA4716F04F}" srcOrd="2" destOrd="0" presId="urn:microsoft.com/office/officeart/2005/8/layout/vList2"/>
    <dgm:cxn modelId="{D42D163D-6598-3B4B-969A-32FAF2763EE6}" type="presParOf" srcId="{34E7CC03-EC1F-1040-BDE0-24B901087F68}" destId="{ABE487D9-10B9-9042-BE83-7EB6922F4878}" srcOrd="3"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D6386B2C-E672-B347-AA80-B376162495D8}" type="doc">
      <dgm:prSet loTypeId="urn:microsoft.com/office/officeart/2005/8/layout/vList2" loCatId="list" qsTypeId="urn:microsoft.com/office/officeart/2005/8/quickstyle/simple1" qsCatId="simple" csTypeId="urn:microsoft.com/office/officeart/2005/8/colors/colorful1" csCatId="colorful" phldr="1"/>
      <dgm:spPr/>
      <dgm:t>
        <a:bodyPr/>
        <a:lstStyle/>
        <a:p>
          <a:endParaRPr lang="en-GB"/>
        </a:p>
      </dgm:t>
    </dgm:pt>
    <dgm:pt modelId="{2CE7A395-EDD4-A543-9900-29449CBF539E}">
      <dgm:prSet custT="1"/>
      <dgm:spPr/>
      <dgm:t>
        <a:bodyPr/>
        <a:lstStyle/>
        <a:p>
          <a:r>
            <a:rPr lang="en-US" sz="3100" dirty="0"/>
            <a:t>Activity:</a:t>
          </a:r>
          <a:endParaRPr lang="en-MY" sz="3100" dirty="0"/>
        </a:p>
      </dgm:t>
    </dgm:pt>
    <dgm:pt modelId="{A489482B-91DB-2A42-B3B2-1DA680CC73E4}" type="parTrans" cxnId="{3EA62E0A-0E69-D14B-A5E0-6B55015C5AB6}">
      <dgm:prSet/>
      <dgm:spPr/>
      <dgm:t>
        <a:bodyPr/>
        <a:lstStyle/>
        <a:p>
          <a:endParaRPr lang="en-GB"/>
        </a:p>
      </dgm:t>
    </dgm:pt>
    <dgm:pt modelId="{8841784A-6D4D-864F-936E-AD34255633C5}" type="sibTrans" cxnId="{3EA62E0A-0E69-D14B-A5E0-6B55015C5AB6}">
      <dgm:prSet/>
      <dgm:spPr/>
      <dgm:t>
        <a:bodyPr/>
        <a:lstStyle/>
        <a:p>
          <a:endParaRPr lang="en-GB"/>
        </a:p>
      </dgm:t>
    </dgm:pt>
    <dgm:pt modelId="{16DE2196-30B9-194C-9D66-3BA196F92739}">
      <dgm:prSet custT="1"/>
      <dgm:spPr/>
      <dgm:t>
        <a:bodyPr/>
        <a:lstStyle/>
        <a:p>
          <a:r>
            <a:rPr lang="en-US" sz="2400" dirty="0"/>
            <a:t>Create data flow diagrams </a:t>
          </a:r>
          <a:endParaRPr lang="en-MY" sz="2400" dirty="0"/>
        </a:p>
      </dgm:t>
    </dgm:pt>
    <dgm:pt modelId="{09204B5D-EAAB-FF4F-B46B-44807A642D3A}" type="parTrans" cxnId="{80E54675-A8C1-5C46-A484-B5E72F095996}">
      <dgm:prSet/>
      <dgm:spPr/>
      <dgm:t>
        <a:bodyPr/>
        <a:lstStyle/>
        <a:p>
          <a:endParaRPr lang="en-GB"/>
        </a:p>
      </dgm:t>
    </dgm:pt>
    <dgm:pt modelId="{73A41453-4722-5647-AB1D-5DB27A78977E}" type="sibTrans" cxnId="{80E54675-A8C1-5C46-A484-B5E72F095996}">
      <dgm:prSet/>
      <dgm:spPr/>
      <dgm:t>
        <a:bodyPr/>
        <a:lstStyle/>
        <a:p>
          <a:endParaRPr lang="en-GB"/>
        </a:p>
      </dgm:t>
    </dgm:pt>
    <dgm:pt modelId="{F450C87E-618A-AA45-9E4A-2A8168233E2A}">
      <dgm:prSet custT="1"/>
      <dgm:spPr/>
      <dgm:t>
        <a:bodyPr/>
        <a:lstStyle/>
        <a:p>
          <a:r>
            <a:rPr lang="en-US" sz="2400" dirty="0"/>
            <a:t>Complete the data dictionary</a:t>
          </a:r>
          <a:endParaRPr lang="en-MY" sz="2400" dirty="0"/>
        </a:p>
      </dgm:t>
    </dgm:pt>
    <dgm:pt modelId="{D1643435-AC85-DD4C-A6B5-A474F3CDBA7F}" type="parTrans" cxnId="{E0B7B3C4-8DC6-1D4D-97CA-B16B03F4DE47}">
      <dgm:prSet/>
      <dgm:spPr/>
      <dgm:t>
        <a:bodyPr/>
        <a:lstStyle/>
        <a:p>
          <a:endParaRPr lang="en-GB"/>
        </a:p>
      </dgm:t>
    </dgm:pt>
    <dgm:pt modelId="{58AA509A-973C-1641-9DFC-BD5717FB9CA9}" type="sibTrans" cxnId="{E0B7B3C4-8DC6-1D4D-97CA-B16B03F4DE47}">
      <dgm:prSet/>
      <dgm:spPr/>
      <dgm:t>
        <a:bodyPr/>
        <a:lstStyle/>
        <a:p>
          <a:endParaRPr lang="en-GB"/>
        </a:p>
      </dgm:t>
    </dgm:pt>
    <dgm:pt modelId="{5894C3AB-C148-824C-A6B6-291E9FF43DBF}">
      <dgm:prSet custT="1"/>
      <dgm:spPr/>
      <dgm:t>
        <a:bodyPr/>
        <a:lstStyle/>
        <a:p>
          <a:r>
            <a:rPr lang="en-US" sz="2400" dirty="0"/>
            <a:t>Analyze the structured decisions made</a:t>
          </a:r>
          <a:endParaRPr lang="en-MY" sz="2400" dirty="0"/>
        </a:p>
      </dgm:t>
    </dgm:pt>
    <dgm:pt modelId="{B5920851-70A5-964C-8A1C-04DE35046657}" type="parTrans" cxnId="{C03858B9-1EC1-5B40-B75E-C01C96D543CD}">
      <dgm:prSet/>
      <dgm:spPr/>
      <dgm:t>
        <a:bodyPr/>
        <a:lstStyle/>
        <a:p>
          <a:endParaRPr lang="en-GB"/>
        </a:p>
      </dgm:t>
    </dgm:pt>
    <dgm:pt modelId="{68559E47-0660-A842-B65B-1FB96678B790}" type="sibTrans" cxnId="{C03858B9-1EC1-5B40-B75E-C01C96D543CD}">
      <dgm:prSet/>
      <dgm:spPr/>
      <dgm:t>
        <a:bodyPr/>
        <a:lstStyle/>
        <a:p>
          <a:endParaRPr lang="en-GB"/>
        </a:p>
      </dgm:t>
    </dgm:pt>
    <dgm:pt modelId="{DA587B81-5603-0A4E-B633-5D39423E6EEE}">
      <dgm:prSet custT="1"/>
      <dgm:spPr/>
      <dgm:t>
        <a:bodyPr/>
        <a:lstStyle/>
        <a:p>
          <a:r>
            <a:rPr lang="en-US" sz="2400" dirty="0"/>
            <a:t>Prepare and present the system proposal</a:t>
          </a:r>
          <a:endParaRPr lang="en-MY" sz="2400" dirty="0"/>
        </a:p>
      </dgm:t>
    </dgm:pt>
    <dgm:pt modelId="{FFD98D24-59AA-EE40-A7B5-C36BD7963D6E}" type="parTrans" cxnId="{211840D5-5FB4-F44D-9BF2-503A48BD8F18}">
      <dgm:prSet/>
      <dgm:spPr/>
      <dgm:t>
        <a:bodyPr/>
        <a:lstStyle/>
        <a:p>
          <a:endParaRPr lang="en-GB"/>
        </a:p>
      </dgm:t>
    </dgm:pt>
    <dgm:pt modelId="{4AB4C5DC-3CEF-9F4B-88D7-E2680FD5C2D2}" type="sibTrans" cxnId="{211840D5-5FB4-F44D-9BF2-503A48BD8F18}">
      <dgm:prSet/>
      <dgm:spPr/>
      <dgm:t>
        <a:bodyPr/>
        <a:lstStyle/>
        <a:p>
          <a:endParaRPr lang="en-GB"/>
        </a:p>
      </dgm:t>
    </dgm:pt>
    <dgm:pt modelId="{4B5FE4F2-0DB7-CD44-B9ED-5121476E8E43}">
      <dgm:prSet custT="1"/>
      <dgm:spPr/>
      <dgm:t>
        <a:bodyPr/>
        <a:lstStyle/>
        <a:p>
          <a:r>
            <a:rPr lang="en-US" sz="3100" dirty="0"/>
            <a:t>Output: </a:t>
          </a:r>
          <a:endParaRPr lang="en-MY" sz="3100" dirty="0"/>
        </a:p>
      </dgm:t>
    </dgm:pt>
    <dgm:pt modelId="{DB3339F9-F5AA-0B4C-BEE7-46BE71BAA4C3}" type="parTrans" cxnId="{64BEA71A-06E9-DA4B-A79D-51DC4B5AD947}">
      <dgm:prSet/>
      <dgm:spPr/>
      <dgm:t>
        <a:bodyPr/>
        <a:lstStyle/>
        <a:p>
          <a:endParaRPr lang="en-GB"/>
        </a:p>
      </dgm:t>
    </dgm:pt>
    <dgm:pt modelId="{C41080ED-B0D8-4A41-9399-38F58B76E4F9}" type="sibTrans" cxnId="{64BEA71A-06E9-DA4B-A79D-51DC4B5AD947}">
      <dgm:prSet/>
      <dgm:spPr/>
      <dgm:t>
        <a:bodyPr/>
        <a:lstStyle/>
        <a:p>
          <a:endParaRPr lang="en-GB"/>
        </a:p>
      </dgm:t>
    </dgm:pt>
    <dgm:pt modelId="{909760C8-C959-094E-AF5B-6D5A57A6107E}">
      <dgm:prSet custT="1"/>
      <dgm:spPr/>
      <dgm:t>
        <a:bodyPr/>
        <a:lstStyle/>
        <a:p>
          <a:r>
            <a:rPr lang="en-US" sz="2400" dirty="0"/>
            <a:t>Recommendation on what, if anything, should be done</a:t>
          </a:r>
          <a:endParaRPr lang="en-MY" sz="2400" dirty="0"/>
        </a:p>
      </dgm:t>
    </dgm:pt>
    <dgm:pt modelId="{12454E8D-9BC0-6749-9166-F29B3D33B90D}" type="parTrans" cxnId="{51B18E61-0A1D-704C-AE62-B22DC651D967}">
      <dgm:prSet/>
      <dgm:spPr/>
      <dgm:t>
        <a:bodyPr/>
        <a:lstStyle/>
        <a:p>
          <a:endParaRPr lang="en-GB"/>
        </a:p>
      </dgm:t>
    </dgm:pt>
    <dgm:pt modelId="{460918FD-8EBB-3048-ABF3-16BEBF04CDE5}" type="sibTrans" cxnId="{51B18E61-0A1D-704C-AE62-B22DC651D967}">
      <dgm:prSet/>
      <dgm:spPr/>
      <dgm:t>
        <a:bodyPr/>
        <a:lstStyle/>
        <a:p>
          <a:endParaRPr lang="en-GB"/>
        </a:p>
      </dgm:t>
    </dgm:pt>
    <dgm:pt modelId="{CC2A3862-61F1-3E45-9C2A-C815CFD01F74}" type="pres">
      <dgm:prSet presAssocID="{D6386B2C-E672-B347-AA80-B376162495D8}" presName="linear" presStyleCnt="0">
        <dgm:presLayoutVars>
          <dgm:animLvl val="lvl"/>
          <dgm:resizeHandles val="exact"/>
        </dgm:presLayoutVars>
      </dgm:prSet>
      <dgm:spPr/>
    </dgm:pt>
    <dgm:pt modelId="{A507E9B8-8ED3-4941-868B-EEEB1D8C6A94}" type="pres">
      <dgm:prSet presAssocID="{2CE7A395-EDD4-A543-9900-29449CBF539E}" presName="parentText" presStyleLbl="node1" presStyleIdx="0" presStyleCnt="2" custScaleY="69810">
        <dgm:presLayoutVars>
          <dgm:chMax val="0"/>
          <dgm:bulletEnabled val="1"/>
        </dgm:presLayoutVars>
      </dgm:prSet>
      <dgm:spPr/>
    </dgm:pt>
    <dgm:pt modelId="{E71F32D7-9C9C-F84E-8DF2-799046F1E7B6}" type="pres">
      <dgm:prSet presAssocID="{2CE7A395-EDD4-A543-9900-29449CBF539E}" presName="childText" presStyleLbl="revTx" presStyleIdx="0" presStyleCnt="2">
        <dgm:presLayoutVars>
          <dgm:bulletEnabled val="1"/>
        </dgm:presLayoutVars>
      </dgm:prSet>
      <dgm:spPr/>
    </dgm:pt>
    <dgm:pt modelId="{D2675DCA-7238-F94F-9BB8-6A76C00FB750}" type="pres">
      <dgm:prSet presAssocID="{4B5FE4F2-0DB7-CD44-B9ED-5121476E8E43}" presName="parentText" presStyleLbl="node1" presStyleIdx="1" presStyleCnt="2" custScaleY="60598">
        <dgm:presLayoutVars>
          <dgm:chMax val="0"/>
          <dgm:bulletEnabled val="1"/>
        </dgm:presLayoutVars>
      </dgm:prSet>
      <dgm:spPr/>
    </dgm:pt>
    <dgm:pt modelId="{B02A49EF-A7EC-3C43-852F-53F57F50CDD0}" type="pres">
      <dgm:prSet presAssocID="{4B5FE4F2-0DB7-CD44-B9ED-5121476E8E43}" presName="childText" presStyleLbl="revTx" presStyleIdx="1" presStyleCnt="2">
        <dgm:presLayoutVars>
          <dgm:bulletEnabled val="1"/>
        </dgm:presLayoutVars>
      </dgm:prSet>
      <dgm:spPr/>
    </dgm:pt>
  </dgm:ptLst>
  <dgm:cxnLst>
    <dgm:cxn modelId="{3EA62E0A-0E69-D14B-A5E0-6B55015C5AB6}" srcId="{D6386B2C-E672-B347-AA80-B376162495D8}" destId="{2CE7A395-EDD4-A543-9900-29449CBF539E}" srcOrd="0" destOrd="0" parTransId="{A489482B-91DB-2A42-B3B2-1DA680CC73E4}" sibTransId="{8841784A-6D4D-864F-936E-AD34255633C5}"/>
    <dgm:cxn modelId="{4321CD15-F82E-2045-8A47-4F0A16D8A16A}" type="presOf" srcId="{5894C3AB-C148-824C-A6B6-291E9FF43DBF}" destId="{E71F32D7-9C9C-F84E-8DF2-799046F1E7B6}" srcOrd="0" destOrd="2" presId="urn:microsoft.com/office/officeart/2005/8/layout/vList2"/>
    <dgm:cxn modelId="{64BEA71A-06E9-DA4B-A79D-51DC4B5AD947}" srcId="{D6386B2C-E672-B347-AA80-B376162495D8}" destId="{4B5FE4F2-0DB7-CD44-B9ED-5121476E8E43}" srcOrd="1" destOrd="0" parTransId="{DB3339F9-F5AA-0B4C-BEE7-46BE71BAA4C3}" sibTransId="{C41080ED-B0D8-4A41-9399-38F58B76E4F9}"/>
    <dgm:cxn modelId="{25ADE230-DFC9-F14F-9928-FD20094E8A24}" type="presOf" srcId="{D6386B2C-E672-B347-AA80-B376162495D8}" destId="{CC2A3862-61F1-3E45-9C2A-C815CFD01F74}" srcOrd="0" destOrd="0" presId="urn:microsoft.com/office/officeart/2005/8/layout/vList2"/>
    <dgm:cxn modelId="{61279C5F-ACEC-F645-B662-DE53C8A7C362}" type="presOf" srcId="{DA587B81-5603-0A4E-B633-5D39423E6EEE}" destId="{E71F32D7-9C9C-F84E-8DF2-799046F1E7B6}" srcOrd="0" destOrd="3" presId="urn:microsoft.com/office/officeart/2005/8/layout/vList2"/>
    <dgm:cxn modelId="{51B18E61-0A1D-704C-AE62-B22DC651D967}" srcId="{4B5FE4F2-0DB7-CD44-B9ED-5121476E8E43}" destId="{909760C8-C959-094E-AF5B-6D5A57A6107E}" srcOrd="0" destOrd="0" parTransId="{12454E8D-9BC0-6749-9166-F29B3D33B90D}" sibTransId="{460918FD-8EBB-3048-ABF3-16BEBF04CDE5}"/>
    <dgm:cxn modelId="{80E54675-A8C1-5C46-A484-B5E72F095996}" srcId="{2CE7A395-EDD4-A543-9900-29449CBF539E}" destId="{16DE2196-30B9-194C-9D66-3BA196F92739}" srcOrd="0" destOrd="0" parTransId="{09204B5D-EAAB-FF4F-B46B-44807A642D3A}" sibTransId="{73A41453-4722-5647-AB1D-5DB27A78977E}"/>
    <dgm:cxn modelId="{B9E0388A-D270-464A-92C8-A4BD8FE530C9}" type="presOf" srcId="{909760C8-C959-094E-AF5B-6D5A57A6107E}" destId="{B02A49EF-A7EC-3C43-852F-53F57F50CDD0}" srcOrd="0" destOrd="0" presId="urn:microsoft.com/office/officeart/2005/8/layout/vList2"/>
    <dgm:cxn modelId="{72E6D9A3-C59B-2241-AEC9-4A56588A460B}" type="presOf" srcId="{4B5FE4F2-0DB7-CD44-B9ED-5121476E8E43}" destId="{D2675DCA-7238-F94F-9BB8-6A76C00FB750}" srcOrd="0" destOrd="0" presId="urn:microsoft.com/office/officeart/2005/8/layout/vList2"/>
    <dgm:cxn modelId="{C03858B9-1EC1-5B40-B75E-C01C96D543CD}" srcId="{2CE7A395-EDD4-A543-9900-29449CBF539E}" destId="{5894C3AB-C148-824C-A6B6-291E9FF43DBF}" srcOrd="2" destOrd="0" parTransId="{B5920851-70A5-964C-8A1C-04DE35046657}" sibTransId="{68559E47-0660-A842-B65B-1FB96678B790}"/>
    <dgm:cxn modelId="{E0B7B3C4-8DC6-1D4D-97CA-B16B03F4DE47}" srcId="{2CE7A395-EDD4-A543-9900-29449CBF539E}" destId="{F450C87E-618A-AA45-9E4A-2A8168233E2A}" srcOrd="1" destOrd="0" parTransId="{D1643435-AC85-DD4C-A6B5-A474F3CDBA7F}" sibTransId="{58AA509A-973C-1641-9DFC-BD5717FB9CA9}"/>
    <dgm:cxn modelId="{0EF085CB-CC38-364C-B6E0-60BECB42E742}" type="presOf" srcId="{2CE7A395-EDD4-A543-9900-29449CBF539E}" destId="{A507E9B8-8ED3-4941-868B-EEEB1D8C6A94}" srcOrd="0" destOrd="0" presId="urn:microsoft.com/office/officeart/2005/8/layout/vList2"/>
    <dgm:cxn modelId="{A496A4CC-6E3C-8F48-B678-33255BFE262C}" type="presOf" srcId="{16DE2196-30B9-194C-9D66-3BA196F92739}" destId="{E71F32D7-9C9C-F84E-8DF2-799046F1E7B6}" srcOrd="0" destOrd="0" presId="urn:microsoft.com/office/officeart/2005/8/layout/vList2"/>
    <dgm:cxn modelId="{211840D5-5FB4-F44D-9BF2-503A48BD8F18}" srcId="{2CE7A395-EDD4-A543-9900-29449CBF539E}" destId="{DA587B81-5603-0A4E-B633-5D39423E6EEE}" srcOrd="3" destOrd="0" parTransId="{FFD98D24-59AA-EE40-A7B5-C36BD7963D6E}" sibTransId="{4AB4C5DC-3CEF-9F4B-88D7-E2680FD5C2D2}"/>
    <dgm:cxn modelId="{29D0ACE8-D51B-EA44-8C89-9F2E0019AEB3}" type="presOf" srcId="{F450C87E-618A-AA45-9E4A-2A8168233E2A}" destId="{E71F32D7-9C9C-F84E-8DF2-799046F1E7B6}" srcOrd="0" destOrd="1" presId="urn:microsoft.com/office/officeart/2005/8/layout/vList2"/>
    <dgm:cxn modelId="{1CBC8959-94C3-644A-9047-45523BBB46E7}" type="presParOf" srcId="{CC2A3862-61F1-3E45-9C2A-C815CFD01F74}" destId="{A507E9B8-8ED3-4941-868B-EEEB1D8C6A94}" srcOrd="0" destOrd="0" presId="urn:microsoft.com/office/officeart/2005/8/layout/vList2"/>
    <dgm:cxn modelId="{1465A124-8F74-7744-B02A-608CF2C90885}" type="presParOf" srcId="{CC2A3862-61F1-3E45-9C2A-C815CFD01F74}" destId="{E71F32D7-9C9C-F84E-8DF2-799046F1E7B6}" srcOrd="1" destOrd="0" presId="urn:microsoft.com/office/officeart/2005/8/layout/vList2"/>
    <dgm:cxn modelId="{7713F459-2179-4746-8AD8-375CA844069B}" type="presParOf" srcId="{CC2A3862-61F1-3E45-9C2A-C815CFD01F74}" destId="{D2675DCA-7238-F94F-9BB8-6A76C00FB750}" srcOrd="2" destOrd="0" presId="urn:microsoft.com/office/officeart/2005/8/layout/vList2"/>
    <dgm:cxn modelId="{5078E24A-BD2B-8C4C-948B-B56328F6A2EB}" type="presParOf" srcId="{CC2A3862-61F1-3E45-9C2A-C815CFD01F74}" destId="{B02A49EF-A7EC-3C43-852F-53F57F50CDD0}" srcOrd="3"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CAD5730C-0C15-2243-96F9-6A862D333A2E}" type="doc">
      <dgm:prSet loTypeId="urn:microsoft.com/office/officeart/2005/8/layout/vList2" loCatId="list" qsTypeId="urn:microsoft.com/office/officeart/2005/8/quickstyle/simple1" qsCatId="simple" csTypeId="urn:microsoft.com/office/officeart/2005/8/colors/colorful1" csCatId="colorful"/>
      <dgm:spPr/>
      <dgm:t>
        <a:bodyPr/>
        <a:lstStyle/>
        <a:p>
          <a:endParaRPr lang="en-GB"/>
        </a:p>
      </dgm:t>
    </dgm:pt>
    <dgm:pt modelId="{00ED8A2E-0B25-434E-9F40-80F069E2344D}">
      <dgm:prSet/>
      <dgm:spPr/>
      <dgm:t>
        <a:bodyPr/>
        <a:lstStyle/>
        <a:p>
          <a:r>
            <a:rPr lang="en-US"/>
            <a:t>Activity:</a:t>
          </a:r>
          <a:endParaRPr lang="en-MY"/>
        </a:p>
      </dgm:t>
    </dgm:pt>
    <dgm:pt modelId="{A4302925-0096-3645-BFD0-6DC7709529B0}" type="parTrans" cxnId="{FB62074B-59FE-0148-AA45-020EBC078A58}">
      <dgm:prSet/>
      <dgm:spPr/>
      <dgm:t>
        <a:bodyPr/>
        <a:lstStyle/>
        <a:p>
          <a:endParaRPr lang="en-GB"/>
        </a:p>
      </dgm:t>
    </dgm:pt>
    <dgm:pt modelId="{5B4B6C12-54D9-6240-9425-8290C8F5DE51}" type="sibTrans" cxnId="{FB62074B-59FE-0148-AA45-020EBC078A58}">
      <dgm:prSet/>
      <dgm:spPr/>
      <dgm:t>
        <a:bodyPr/>
        <a:lstStyle/>
        <a:p>
          <a:endParaRPr lang="en-GB"/>
        </a:p>
      </dgm:t>
    </dgm:pt>
    <dgm:pt modelId="{061B12E1-D2A2-8342-A36C-6EC4C5BEC453}">
      <dgm:prSet/>
      <dgm:spPr/>
      <dgm:t>
        <a:bodyPr/>
        <a:lstStyle/>
        <a:p>
          <a:r>
            <a:rPr lang="en-US"/>
            <a:t>Design procedures for data entry</a:t>
          </a:r>
          <a:endParaRPr lang="en-MY"/>
        </a:p>
      </dgm:t>
    </dgm:pt>
    <dgm:pt modelId="{9C209534-38B1-A243-891B-DE2E48250763}" type="parTrans" cxnId="{E7370FA4-BF2E-DA47-8F2A-161C0DF0A059}">
      <dgm:prSet/>
      <dgm:spPr/>
      <dgm:t>
        <a:bodyPr/>
        <a:lstStyle/>
        <a:p>
          <a:endParaRPr lang="en-GB"/>
        </a:p>
      </dgm:t>
    </dgm:pt>
    <dgm:pt modelId="{075C2316-F6D6-374C-8E51-6BE922227C91}" type="sibTrans" cxnId="{E7370FA4-BF2E-DA47-8F2A-161C0DF0A059}">
      <dgm:prSet/>
      <dgm:spPr/>
      <dgm:t>
        <a:bodyPr/>
        <a:lstStyle/>
        <a:p>
          <a:endParaRPr lang="en-GB"/>
        </a:p>
      </dgm:t>
    </dgm:pt>
    <dgm:pt modelId="{EC7B079F-9270-BE46-8025-DF219242A039}">
      <dgm:prSet/>
      <dgm:spPr/>
      <dgm:t>
        <a:bodyPr/>
        <a:lstStyle/>
        <a:p>
          <a:r>
            <a:rPr lang="en-US"/>
            <a:t>Design the human-computer interface</a:t>
          </a:r>
          <a:endParaRPr lang="en-MY"/>
        </a:p>
      </dgm:t>
    </dgm:pt>
    <dgm:pt modelId="{1FD4A800-34E2-194F-9992-F39ED7A07A0B}" type="parTrans" cxnId="{5EE064CC-2384-974A-9B76-A0CF0C63F764}">
      <dgm:prSet/>
      <dgm:spPr/>
      <dgm:t>
        <a:bodyPr/>
        <a:lstStyle/>
        <a:p>
          <a:endParaRPr lang="en-GB"/>
        </a:p>
      </dgm:t>
    </dgm:pt>
    <dgm:pt modelId="{0DBFF84B-A551-5B42-81E4-0148E26B3123}" type="sibTrans" cxnId="{5EE064CC-2384-974A-9B76-A0CF0C63F764}">
      <dgm:prSet/>
      <dgm:spPr/>
      <dgm:t>
        <a:bodyPr/>
        <a:lstStyle/>
        <a:p>
          <a:endParaRPr lang="en-GB"/>
        </a:p>
      </dgm:t>
    </dgm:pt>
    <dgm:pt modelId="{0FD062B9-4FF8-0140-B03D-5DEE65AA60D2}">
      <dgm:prSet/>
      <dgm:spPr/>
      <dgm:t>
        <a:bodyPr/>
        <a:lstStyle/>
        <a:p>
          <a:r>
            <a:rPr lang="en-US"/>
            <a:t>Design system controls</a:t>
          </a:r>
          <a:endParaRPr lang="en-MY"/>
        </a:p>
      </dgm:t>
    </dgm:pt>
    <dgm:pt modelId="{40897E26-C2BE-9042-979D-C8F7D705259B}" type="parTrans" cxnId="{A36CEC6C-A013-0444-A553-5E696310B9C2}">
      <dgm:prSet/>
      <dgm:spPr/>
      <dgm:t>
        <a:bodyPr/>
        <a:lstStyle/>
        <a:p>
          <a:endParaRPr lang="en-GB"/>
        </a:p>
      </dgm:t>
    </dgm:pt>
    <dgm:pt modelId="{08B05C73-7F83-0A4F-9D3F-AF52943E2C2D}" type="sibTrans" cxnId="{A36CEC6C-A013-0444-A553-5E696310B9C2}">
      <dgm:prSet/>
      <dgm:spPr/>
      <dgm:t>
        <a:bodyPr/>
        <a:lstStyle/>
        <a:p>
          <a:endParaRPr lang="en-GB"/>
        </a:p>
      </dgm:t>
    </dgm:pt>
    <dgm:pt modelId="{8E8D8191-B6D1-0748-9583-598A7DB9FA56}">
      <dgm:prSet/>
      <dgm:spPr/>
      <dgm:t>
        <a:bodyPr/>
        <a:lstStyle/>
        <a:p>
          <a:r>
            <a:rPr lang="en-US"/>
            <a:t>Design files and/or database</a:t>
          </a:r>
          <a:endParaRPr lang="en-MY"/>
        </a:p>
      </dgm:t>
    </dgm:pt>
    <dgm:pt modelId="{F92A754D-6188-0043-9D56-FD0B60EC50E0}" type="parTrans" cxnId="{0868932B-3C58-1B4D-A4FD-8235B05319FF}">
      <dgm:prSet/>
      <dgm:spPr/>
      <dgm:t>
        <a:bodyPr/>
        <a:lstStyle/>
        <a:p>
          <a:endParaRPr lang="en-GB"/>
        </a:p>
      </dgm:t>
    </dgm:pt>
    <dgm:pt modelId="{B333F1AF-7889-8D43-AAC6-BFAC056C52DC}" type="sibTrans" cxnId="{0868932B-3C58-1B4D-A4FD-8235B05319FF}">
      <dgm:prSet/>
      <dgm:spPr/>
      <dgm:t>
        <a:bodyPr/>
        <a:lstStyle/>
        <a:p>
          <a:endParaRPr lang="en-GB"/>
        </a:p>
      </dgm:t>
    </dgm:pt>
    <dgm:pt modelId="{5BFFA319-7A24-EB40-912D-7C3065A2DF7E}">
      <dgm:prSet/>
      <dgm:spPr/>
      <dgm:t>
        <a:bodyPr/>
        <a:lstStyle/>
        <a:p>
          <a:r>
            <a:rPr lang="en-US"/>
            <a:t>Design backup procedures</a:t>
          </a:r>
          <a:endParaRPr lang="en-MY"/>
        </a:p>
      </dgm:t>
    </dgm:pt>
    <dgm:pt modelId="{EC3A7425-FFAD-E140-B40C-DCC18DB13F8D}" type="parTrans" cxnId="{339CB1D0-B679-F342-8B5A-82654F4F426D}">
      <dgm:prSet/>
      <dgm:spPr/>
      <dgm:t>
        <a:bodyPr/>
        <a:lstStyle/>
        <a:p>
          <a:endParaRPr lang="en-GB"/>
        </a:p>
      </dgm:t>
    </dgm:pt>
    <dgm:pt modelId="{80B79B8E-2A5E-CC4A-A49B-66614901432B}" type="sibTrans" cxnId="{339CB1D0-B679-F342-8B5A-82654F4F426D}">
      <dgm:prSet/>
      <dgm:spPr/>
      <dgm:t>
        <a:bodyPr/>
        <a:lstStyle/>
        <a:p>
          <a:endParaRPr lang="en-GB"/>
        </a:p>
      </dgm:t>
    </dgm:pt>
    <dgm:pt modelId="{36E11015-50CC-F24C-B8FB-064E3B8FE4C1}">
      <dgm:prSet/>
      <dgm:spPr/>
      <dgm:t>
        <a:bodyPr/>
        <a:lstStyle/>
        <a:p>
          <a:r>
            <a:rPr lang="en-US"/>
            <a:t>Output</a:t>
          </a:r>
          <a:endParaRPr lang="en-MY"/>
        </a:p>
      </dgm:t>
    </dgm:pt>
    <dgm:pt modelId="{ED7D9D40-F938-FA4B-8563-020CA4FC2747}" type="parTrans" cxnId="{DF746E5C-1D35-3C45-96C9-D4FE6F762948}">
      <dgm:prSet/>
      <dgm:spPr/>
      <dgm:t>
        <a:bodyPr/>
        <a:lstStyle/>
        <a:p>
          <a:endParaRPr lang="en-GB"/>
        </a:p>
      </dgm:t>
    </dgm:pt>
    <dgm:pt modelId="{5057E80B-E76B-F84D-9907-2A6C36EA6ADB}" type="sibTrans" cxnId="{DF746E5C-1D35-3C45-96C9-D4FE6F762948}">
      <dgm:prSet/>
      <dgm:spPr/>
      <dgm:t>
        <a:bodyPr/>
        <a:lstStyle/>
        <a:p>
          <a:endParaRPr lang="en-GB"/>
        </a:p>
      </dgm:t>
    </dgm:pt>
    <dgm:pt modelId="{A1DB3EE9-129D-A141-A683-7C58445BB0DF}">
      <dgm:prSet/>
      <dgm:spPr/>
      <dgm:t>
        <a:bodyPr/>
        <a:lstStyle/>
        <a:p>
          <a:r>
            <a:rPr lang="en-US"/>
            <a:t>Model of the actual system </a:t>
          </a:r>
          <a:endParaRPr lang="en-MY"/>
        </a:p>
      </dgm:t>
    </dgm:pt>
    <dgm:pt modelId="{AD896EC7-19F9-2B43-83AD-585D3B8FC36B}" type="parTrans" cxnId="{ADB461F8-98EA-4149-985E-0282271C064B}">
      <dgm:prSet/>
      <dgm:spPr/>
      <dgm:t>
        <a:bodyPr/>
        <a:lstStyle/>
        <a:p>
          <a:endParaRPr lang="en-GB"/>
        </a:p>
      </dgm:t>
    </dgm:pt>
    <dgm:pt modelId="{E1C9BBF2-A543-9745-AC90-25341E7F91B0}" type="sibTrans" cxnId="{ADB461F8-98EA-4149-985E-0282271C064B}">
      <dgm:prSet/>
      <dgm:spPr/>
      <dgm:t>
        <a:bodyPr/>
        <a:lstStyle/>
        <a:p>
          <a:endParaRPr lang="en-GB"/>
        </a:p>
      </dgm:t>
    </dgm:pt>
    <dgm:pt modelId="{823AC026-AA81-984D-AF04-9EB5A60BCF98}" type="pres">
      <dgm:prSet presAssocID="{CAD5730C-0C15-2243-96F9-6A862D333A2E}" presName="linear" presStyleCnt="0">
        <dgm:presLayoutVars>
          <dgm:animLvl val="lvl"/>
          <dgm:resizeHandles val="exact"/>
        </dgm:presLayoutVars>
      </dgm:prSet>
      <dgm:spPr/>
    </dgm:pt>
    <dgm:pt modelId="{071E3B6C-F8F1-BB4F-8D9C-70557FFD82FD}" type="pres">
      <dgm:prSet presAssocID="{00ED8A2E-0B25-434E-9F40-80F069E2344D}" presName="parentText" presStyleLbl="node1" presStyleIdx="0" presStyleCnt="2">
        <dgm:presLayoutVars>
          <dgm:chMax val="0"/>
          <dgm:bulletEnabled val="1"/>
        </dgm:presLayoutVars>
      </dgm:prSet>
      <dgm:spPr/>
    </dgm:pt>
    <dgm:pt modelId="{1A671726-D0BA-6E4E-9378-8FB790C4E63C}" type="pres">
      <dgm:prSet presAssocID="{00ED8A2E-0B25-434E-9F40-80F069E2344D}" presName="childText" presStyleLbl="revTx" presStyleIdx="0" presStyleCnt="2">
        <dgm:presLayoutVars>
          <dgm:bulletEnabled val="1"/>
        </dgm:presLayoutVars>
      </dgm:prSet>
      <dgm:spPr/>
    </dgm:pt>
    <dgm:pt modelId="{0F8ADD48-AE98-3847-8BC6-DCC082CE40AB}" type="pres">
      <dgm:prSet presAssocID="{36E11015-50CC-F24C-B8FB-064E3B8FE4C1}" presName="parentText" presStyleLbl="node1" presStyleIdx="1" presStyleCnt="2">
        <dgm:presLayoutVars>
          <dgm:chMax val="0"/>
          <dgm:bulletEnabled val="1"/>
        </dgm:presLayoutVars>
      </dgm:prSet>
      <dgm:spPr/>
    </dgm:pt>
    <dgm:pt modelId="{E6A61A11-37F6-B24B-A1AB-CF8FA612F1F3}" type="pres">
      <dgm:prSet presAssocID="{36E11015-50CC-F24C-B8FB-064E3B8FE4C1}" presName="childText" presStyleLbl="revTx" presStyleIdx="1" presStyleCnt="2">
        <dgm:presLayoutVars>
          <dgm:bulletEnabled val="1"/>
        </dgm:presLayoutVars>
      </dgm:prSet>
      <dgm:spPr/>
    </dgm:pt>
  </dgm:ptLst>
  <dgm:cxnLst>
    <dgm:cxn modelId="{0868932B-3C58-1B4D-A4FD-8235B05319FF}" srcId="{00ED8A2E-0B25-434E-9F40-80F069E2344D}" destId="{8E8D8191-B6D1-0748-9583-598A7DB9FA56}" srcOrd="3" destOrd="0" parTransId="{F92A754D-6188-0043-9D56-FD0B60EC50E0}" sibTransId="{B333F1AF-7889-8D43-AAC6-BFAC056C52DC}"/>
    <dgm:cxn modelId="{DF746E5C-1D35-3C45-96C9-D4FE6F762948}" srcId="{CAD5730C-0C15-2243-96F9-6A862D333A2E}" destId="{36E11015-50CC-F24C-B8FB-064E3B8FE4C1}" srcOrd="1" destOrd="0" parTransId="{ED7D9D40-F938-FA4B-8563-020CA4FC2747}" sibTransId="{5057E80B-E76B-F84D-9907-2A6C36EA6ADB}"/>
    <dgm:cxn modelId="{12972D69-E3E2-B144-A590-ED52304A13BC}" type="presOf" srcId="{36E11015-50CC-F24C-B8FB-064E3B8FE4C1}" destId="{0F8ADD48-AE98-3847-8BC6-DCC082CE40AB}" srcOrd="0" destOrd="0" presId="urn:microsoft.com/office/officeart/2005/8/layout/vList2"/>
    <dgm:cxn modelId="{FB62074B-59FE-0148-AA45-020EBC078A58}" srcId="{CAD5730C-0C15-2243-96F9-6A862D333A2E}" destId="{00ED8A2E-0B25-434E-9F40-80F069E2344D}" srcOrd="0" destOrd="0" parTransId="{A4302925-0096-3645-BFD0-6DC7709529B0}" sibTransId="{5B4B6C12-54D9-6240-9425-8290C8F5DE51}"/>
    <dgm:cxn modelId="{A36CEC6C-A013-0444-A553-5E696310B9C2}" srcId="{00ED8A2E-0B25-434E-9F40-80F069E2344D}" destId="{0FD062B9-4FF8-0140-B03D-5DEE65AA60D2}" srcOrd="2" destOrd="0" parTransId="{40897E26-C2BE-9042-979D-C8F7D705259B}" sibTransId="{08B05C73-7F83-0A4F-9D3F-AF52943E2C2D}"/>
    <dgm:cxn modelId="{CD2FD483-B826-AB40-A550-BC5272941F5B}" type="presOf" srcId="{CAD5730C-0C15-2243-96F9-6A862D333A2E}" destId="{823AC026-AA81-984D-AF04-9EB5A60BCF98}" srcOrd="0" destOrd="0" presId="urn:microsoft.com/office/officeart/2005/8/layout/vList2"/>
    <dgm:cxn modelId="{E8D23787-9CA0-0A4A-9121-AE090277EA0C}" type="presOf" srcId="{0FD062B9-4FF8-0140-B03D-5DEE65AA60D2}" destId="{1A671726-D0BA-6E4E-9378-8FB790C4E63C}" srcOrd="0" destOrd="2" presId="urn:microsoft.com/office/officeart/2005/8/layout/vList2"/>
    <dgm:cxn modelId="{E7370FA4-BF2E-DA47-8F2A-161C0DF0A059}" srcId="{00ED8A2E-0B25-434E-9F40-80F069E2344D}" destId="{061B12E1-D2A2-8342-A36C-6EC4C5BEC453}" srcOrd="0" destOrd="0" parTransId="{9C209534-38B1-A243-891B-DE2E48250763}" sibTransId="{075C2316-F6D6-374C-8E51-6BE922227C91}"/>
    <dgm:cxn modelId="{03B398AA-20D9-2440-9824-B3AC0DC9DBAC}" type="presOf" srcId="{A1DB3EE9-129D-A141-A683-7C58445BB0DF}" destId="{E6A61A11-37F6-B24B-A1AB-CF8FA612F1F3}" srcOrd="0" destOrd="0" presId="urn:microsoft.com/office/officeart/2005/8/layout/vList2"/>
    <dgm:cxn modelId="{0ED059AE-B890-EC4E-AA2E-B8CE129CCB25}" type="presOf" srcId="{061B12E1-D2A2-8342-A36C-6EC4C5BEC453}" destId="{1A671726-D0BA-6E4E-9378-8FB790C4E63C}" srcOrd="0" destOrd="0" presId="urn:microsoft.com/office/officeart/2005/8/layout/vList2"/>
    <dgm:cxn modelId="{5EE064CC-2384-974A-9B76-A0CF0C63F764}" srcId="{00ED8A2E-0B25-434E-9F40-80F069E2344D}" destId="{EC7B079F-9270-BE46-8025-DF219242A039}" srcOrd="1" destOrd="0" parTransId="{1FD4A800-34E2-194F-9992-F39ED7A07A0B}" sibTransId="{0DBFF84B-A551-5B42-81E4-0148E26B3123}"/>
    <dgm:cxn modelId="{339CB1D0-B679-F342-8B5A-82654F4F426D}" srcId="{00ED8A2E-0B25-434E-9F40-80F069E2344D}" destId="{5BFFA319-7A24-EB40-912D-7C3065A2DF7E}" srcOrd="4" destOrd="0" parTransId="{EC3A7425-FFAD-E140-B40C-DCC18DB13F8D}" sibTransId="{80B79B8E-2A5E-CC4A-A49B-66614901432B}"/>
    <dgm:cxn modelId="{79E959D2-2AB9-0C47-A821-5C6440BD1852}" type="presOf" srcId="{00ED8A2E-0B25-434E-9F40-80F069E2344D}" destId="{071E3B6C-F8F1-BB4F-8D9C-70557FFD82FD}" srcOrd="0" destOrd="0" presId="urn:microsoft.com/office/officeart/2005/8/layout/vList2"/>
    <dgm:cxn modelId="{5DF3BCD6-8B3F-4C44-A18F-25832D027E28}" type="presOf" srcId="{8E8D8191-B6D1-0748-9583-598A7DB9FA56}" destId="{1A671726-D0BA-6E4E-9378-8FB790C4E63C}" srcOrd="0" destOrd="3" presId="urn:microsoft.com/office/officeart/2005/8/layout/vList2"/>
    <dgm:cxn modelId="{CA69FCE0-36FF-DD43-BC8A-18AE498DF9E8}" type="presOf" srcId="{EC7B079F-9270-BE46-8025-DF219242A039}" destId="{1A671726-D0BA-6E4E-9378-8FB790C4E63C}" srcOrd="0" destOrd="1" presId="urn:microsoft.com/office/officeart/2005/8/layout/vList2"/>
    <dgm:cxn modelId="{ADB461F8-98EA-4149-985E-0282271C064B}" srcId="{36E11015-50CC-F24C-B8FB-064E3B8FE4C1}" destId="{A1DB3EE9-129D-A141-A683-7C58445BB0DF}" srcOrd="0" destOrd="0" parTransId="{AD896EC7-19F9-2B43-83AD-585D3B8FC36B}" sibTransId="{E1C9BBF2-A543-9745-AC90-25341E7F91B0}"/>
    <dgm:cxn modelId="{75373DFA-6135-A34A-AE3F-EB5AF0F982B5}" type="presOf" srcId="{5BFFA319-7A24-EB40-912D-7C3065A2DF7E}" destId="{1A671726-D0BA-6E4E-9378-8FB790C4E63C}" srcOrd="0" destOrd="4" presId="urn:microsoft.com/office/officeart/2005/8/layout/vList2"/>
    <dgm:cxn modelId="{B04113F9-1380-A348-B555-5591E9378AF6}" type="presParOf" srcId="{823AC026-AA81-984D-AF04-9EB5A60BCF98}" destId="{071E3B6C-F8F1-BB4F-8D9C-70557FFD82FD}" srcOrd="0" destOrd="0" presId="urn:microsoft.com/office/officeart/2005/8/layout/vList2"/>
    <dgm:cxn modelId="{C4AA6DD0-67DF-544A-B273-C87D7A79AFEC}" type="presParOf" srcId="{823AC026-AA81-984D-AF04-9EB5A60BCF98}" destId="{1A671726-D0BA-6E4E-9378-8FB790C4E63C}" srcOrd="1" destOrd="0" presId="urn:microsoft.com/office/officeart/2005/8/layout/vList2"/>
    <dgm:cxn modelId="{090C69FA-6AFC-EB41-84C3-C470FB1C7251}" type="presParOf" srcId="{823AC026-AA81-984D-AF04-9EB5A60BCF98}" destId="{0F8ADD48-AE98-3847-8BC6-DCC082CE40AB}" srcOrd="2" destOrd="0" presId="urn:microsoft.com/office/officeart/2005/8/layout/vList2"/>
    <dgm:cxn modelId="{FBC992EE-3C65-1E4E-BB86-9F7065E10C34}" type="presParOf" srcId="{823AC026-AA81-984D-AF04-9EB5A60BCF98}" destId="{E6A61A11-37F6-B24B-A1AB-CF8FA612F1F3}" srcOrd="3"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FB887DCE-5702-4945-BF1E-C17C5AB99184}" type="doc">
      <dgm:prSet loTypeId="urn:microsoft.com/office/officeart/2005/8/layout/vList2" loCatId="list" qsTypeId="urn:microsoft.com/office/officeart/2005/8/quickstyle/simple1" qsCatId="simple" csTypeId="urn:microsoft.com/office/officeart/2005/8/colors/colorful1" csCatId="colorful"/>
      <dgm:spPr/>
      <dgm:t>
        <a:bodyPr/>
        <a:lstStyle/>
        <a:p>
          <a:endParaRPr lang="en-GB"/>
        </a:p>
      </dgm:t>
    </dgm:pt>
    <dgm:pt modelId="{B56D5222-36E5-B74F-9BF5-B7267DB2D200}">
      <dgm:prSet/>
      <dgm:spPr/>
      <dgm:t>
        <a:bodyPr/>
        <a:lstStyle/>
        <a:p>
          <a:r>
            <a:rPr lang="en-US"/>
            <a:t>Activity:</a:t>
          </a:r>
          <a:endParaRPr lang="en-MY"/>
        </a:p>
      </dgm:t>
    </dgm:pt>
    <dgm:pt modelId="{086F029E-CDF9-0B4B-8DC8-95862144BABD}" type="parTrans" cxnId="{2E010869-383E-D945-8CE0-91B0B1725800}">
      <dgm:prSet/>
      <dgm:spPr/>
      <dgm:t>
        <a:bodyPr/>
        <a:lstStyle/>
        <a:p>
          <a:endParaRPr lang="en-GB"/>
        </a:p>
      </dgm:t>
    </dgm:pt>
    <dgm:pt modelId="{EB2293E0-DB0D-2741-93C1-B4864292A175}" type="sibTrans" cxnId="{2E010869-383E-D945-8CE0-91B0B1725800}">
      <dgm:prSet/>
      <dgm:spPr/>
      <dgm:t>
        <a:bodyPr/>
        <a:lstStyle/>
        <a:p>
          <a:endParaRPr lang="en-GB"/>
        </a:p>
      </dgm:t>
    </dgm:pt>
    <dgm:pt modelId="{1A5F3A87-31C3-DB4F-B206-401D4B1C932E}">
      <dgm:prSet/>
      <dgm:spPr/>
      <dgm:t>
        <a:bodyPr/>
        <a:lstStyle/>
        <a:p>
          <a:r>
            <a:rPr lang="en-US"/>
            <a:t>System analyst works with programmers to develop any original software</a:t>
          </a:r>
          <a:endParaRPr lang="en-MY"/>
        </a:p>
      </dgm:t>
    </dgm:pt>
    <dgm:pt modelId="{98994F92-323D-644B-A408-795DD71130D0}" type="parTrans" cxnId="{2F7AE4D9-D82D-CC4B-AC18-CA245B9842FF}">
      <dgm:prSet/>
      <dgm:spPr/>
      <dgm:t>
        <a:bodyPr/>
        <a:lstStyle/>
        <a:p>
          <a:endParaRPr lang="en-GB"/>
        </a:p>
      </dgm:t>
    </dgm:pt>
    <dgm:pt modelId="{FBA506A2-3536-AA49-B263-BC70560267BD}" type="sibTrans" cxnId="{2F7AE4D9-D82D-CC4B-AC18-CA245B9842FF}">
      <dgm:prSet/>
      <dgm:spPr/>
      <dgm:t>
        <a:bodyPr/>
        <a:lstStyle/>
        <a:p>
          <a:endParaRPr lang="en-GB"/>
        </a:p>
      </dgm:t>
    </dgm:pt>
    <dgm:pt modelId="{8D8D9572-6BC3-2B48-850F-07805237FC7F}">
      <dgm:prSet/>
      <dgm:spPr/>
      <dgm:t>
        <a:bodyPr/>
        <a:lstStyle/>
        <a:p>
          <a:r>
            <a:rPr lang="en-US"/>
            <a:t>Works with users to develop effective documentation</a:t>
          </a:r>
          <a:endParaRPr lang="en-MY"/>
        </a:p>
      </dgm:t>
    </dgm:pt>
    <dgm:pt modelId="{01648404-708D-F046-934F-4FD74F4C3C65}" type="parTrans" cxnId="{45A79AE3-AC68-8249-BF53-8A679F33EE0C}">
      <dgm:prSet/>
      <dgm:spPr/>
      <dgm:t>
        <a:bodyPr/>
        <a:lstStyle/>
        <a:p>
          <a:endParaRPr lang="en-GB"/>
        </a:p>
      </dgm:t>
    </dgm:pt>
    <dgm:pt modelId="{BF9F0245-9495-7743-9484-F9A55EB9C841}" type="sibTrans" cxnId="{45A79AE3-AC68-8249-BF53-8A679F33EE0C}">
      <dgm:prSet/>
      <dgm:spPr/>
      <dgm:t>
        <a:bodyPr/>
        <a:lstStyle/>
        <a:p>
          <a:endParaRPr lang="en-GB"/>
        </a:p>
      </dgm:t>
    </dgm:pt>
    <dgm:pt modelId="{8D4AA01B-063D-E349-9A3F-88076065E3ED}">
      <dgm:prSet/>
      <dgm:spPr/>
      <dgm:t>
        <a:bodyPr/>
        <a:lstStyle/>
        <a:p>
          <a:r>
            <a:rPr lang="en-US"/>
            <a:t>Programmers design, code, and remove syntactical errors from computer programs</a:t>
          </a:r>
          <a:endParaRPr lang="en-MY"/>
        </a:p>
      </dgm:t>
    </dgm:pt>
    <dgm:pt modelId="{6DF0FBEE-D598-D24E-9B57-FC214DC99B02}" type="parTrans" cxnId="{D003DBAD-9B8C-E84D-97CC-6652CC71103B}">
      <dgm:prSet/>
      <dgm:spPr/>
      <dgm:t>
        <a:bodyPr/>
        <a:lstStyle/>
        <a:p>
          <a:endParaRPr lang="en-GB"/>
        </a:p>
      </dgm:t>
    </dgm:pt>
    <dgm:pt modelId="{186A7CAC-C36F-374A-9D73-965035E72588}" type="sibTrans" cxnId="{D003DBAD-9B8C-E84D-97CC-6652CC71103B}">
      <dgm:prSet/>
      <dgm:spPr/>
      <dgm:t>
        <a:bodyPr/>
        <a:lstStyle/>
        <a:p>
          <a:endParaRPr lang="en-GB"/>
        </a:p>
      </dgm:t>
    </dgm:pt>
    <dgm:pt modelId="{8AE82558-60B8-5341-AA95-B01AA85A64B3}">
      <dgm:prSet/>
      <dgm:spPr/>
      <dgm:t>
        <a:bodyPr/>
        <a:lstStyle/>
        <a:p>
          <a:r>
            <a:rPr lang="en-US"/>
            <a:t>Document software with help files, procedure manuals, and Web sites with Frequently Asked Questions</a:t>
          </a:r>
          <a:endParaRPr lang="en-MY"/>
        </a:p>
      </dgm:t>
    </dgm:pt>
    <dgm:pt modelId="{1416A67D-253D-BD4C-8387-D9DD577DF542}" type="parTrans" cxnId="{2F80EBDB-4BA2-D740-9DC2-597FD77AB1CA}">
      <dgm:prSet/>
      <dgm:spPr/>
      <dgm:t>
        <a:bodyPr/>
        <a:lstStyle/>
        <a:p>
          <a:endParaRPr lang="en-GB"/>
        </a:p>
      </dgm:t>
    </dgm:pt>
    <dgm:pt modelId="{E7412F1A-1452-0348-AB09-8E5BA44685A5}" type="sibTrans" cxnId="{2F80EBDB-4BA2-D740-9DC2-597FD77AB1CA}">
      <dgm:prSet/>
      <dgm:spPr/>
      <dgm:t>
        <a:bodyPr/>
        <a:lstStyle/>
        <a:p>
          <a:endParaRPr lang="en-GB"/>
        </a:p>
      </dgm:t>
    </dgm:pt>
    <dgm:pt modelId="{8314F385-0E69-FE4A-88D0-BDBC85AB56E1}">
      <dgm:prSet/>
      <dgm:spPr/>
      <dgm:t>
        <a:bodyPr/>
        <a:lstStyle/>
        <a:p>
          <a:r>
            <a:rPr lang="en-US"/>
            <a:t>Output:</a:t>
          </a:r>
          <a:endParaRPr lang="en-MY"/>
        </a:p>
      </dgm:t>
    </dgm:pt>
    <dgm:pt modelId="{49AF7D75-56D6-934D-85A5-7B6C1E03CF09}" type="parTrans" cxnId="{CE9C4BE4-8156-7146-B4BD-582E3937C58A}">
      <dgm:prSet/>
      <dgm:spPr/>
      <dgm:t>
        <a:bodyPr/>
        <a:lstStyle/>
        <a:p>
          <a:endParaRPr lang="en-GB"/>
        </a:p>
      </dgm:t>
    </dgm:pt>
    <dgm:pt modelId="{58AFCD53-A487-FE44-BA0C-97A342A4D644}" type="sibTrans" cxnId="{CE9C4BE4-8156-7146-B4BD-582E3937C58A}">
      <dgm:prSet/>
      <dgm:spPr/>
      <dgm:t>
        <a:bodyPr/>
        <a:lstStyle/>
        <a:p>
          <a:endParaRPr lang="en-GB"/>
        </a:p>
      </dgm:t>
    </dgm:pt>
    <dgm:pt modelId="{AFC540F8-D620-1345-94D9-C90D4845A734}">
      <dgm:prSet/>
      <dgm:spPr/>
      <dgm:t>
        <a:bodyPr/>
        <a:lstStyle/>
        <a:p>
          <a:r>
            <a:rPr lang="en-US"/>
            <a:t>Computer programs</a:t>
          </a:r>
          <a:endParaRPr lang="en-MY"/>
        </a:p>
      </dgm:t>
    </dgm:pt>
    <dgm:pt modelId="{94E9D32C-371A-5543-8692-3B43E4B046F9}" type="parTrans" cxnId="{55B7EF5F-7EFE-F24E-9E31-7F037D231B7D}">
      <dgm:prSet/>
      <dgm:spPr/>
      <dgm:t>
        <a:bodyPr/>
        <a:lstStyle/>
        <a:p>
          <a:endParaRPr lang="en-GB"/>
        </a:p>
      </dgm:t>
    </dgm:pt>
    <dgm:pt modelId="{723C263C-8148-DE41-9757-91811C583531}" type="sibTrans" cxnId="{55B7EF5F-7EFE-F24E-9E31-7F037D231B7D}">
      <dgm:prSet/>
      <dgm:spPr/>
      <dgm:t>
        <a:bodyPr/>
        <a:lstStyle/>
        <a:p>
          <a:endParaRPr lang="en-GB"/>
        </a:p>
      </dgm:t>
    </dgm:pt>
    <dgm:pt modelId="{84048D3E-378E-C242-922C-A69FA6A2BB33}">
      <dgm:prSet/>
      <dgm:spPr/>
      <dgm:t>
        <a:bodyPr/>
        <a:lstStyle/>
        <a:p>
          <a:r>
            <a:rPr lang="en-US"/>
            <a:t>System documentation</a:t>
          </a:r>
          <a:endParaRPr lang="en-MY"/>
        </a:p>
      </dgm:t>
    </dgm:pt>
    <dgm:pt modelId="{6A006A0A-64EE-F14A-A1A3-514612B282E8}" type="parTrans" cxnId="{E9BD84D0-049C-374F-B353-3346DA0AC701}">
      <dgm:prSet/>
      <dgm:spPr/>
      <dgm:t>
        <a:bodyPr/>
        <a:lstStyle/>
        <a:p>
          <a:endParaRPr lang="en-GB"/>
        </a:p>
      </dgm:t>
    </dgm:pt>
    <dgm:pt modelId="{27BDF716-3B0D-9F42-9C52-C6A779DF303B}" type="sibTrans" cxnId="{E9BD84D0-049C-374F-B353-3346DA0AC701}">
      <dgm:prSet/>
      <dgm:spPr/>
      <dgm:t>
        <a:bodyPr/>
        <a:lstStyle/>
        <a:p>
          <a:endParaRPr lang="en-GB"/>
        </a:p>
      </dgm:t>
    </dgm:pt>
    <dgm:pt modelId="{7FFF67A8-5401-B54F-83C4-0D8C1BF99AD1}" type="pres">
      <dgm:prSet presAssocID="{FB887DCE-5702-4945-BF1E-C17C5AB99184}" presName="linear" presStyleCnt="0">
        <dgm:presLayoutVars>
          <dgm:animLvl val="lvl"/>
          <dgm:resizeHandles val="exact"/>
        </dgm:presLayoutVars>
      </dgm:prSet>
      <dgm:spPr/>
    </dgm:pt>
    <dgm:pt modelId="{FF6AD970-EFAE-BD44-A3A2-DE752255E8A3}" type="pres">
      <dgm:prSet presAssocID="{B56D5222-36E5-B74F-9BF5-B7267DB2D200}" presName="parentText" presStyleLbl="node1" presStyleIdx="0" presStyleCnt="2">
        <dgm:presLayoutVars>
          <dgm:chMax val="0"/>
          <dgm:bulletEnabled val="1"/>
        </dgm:presLayoutVars>
      </dgm:prSet>
      <dgm:spPr/>
    </dgm:pt>
    <dgm:pt modelId="{DEF0A8BD-24BC-A940-97BB-967388DC91D8}" type="pres">
      <dgm:prSet presAssocID="{B56D5222-36E5-B74F-9BF5-B7267DB2D200}" presName="childText" presStyleLbl="revTx" presStyleIdx="0" presStyleCnt="2">
        <dgm:presLayoutVars>
          <dgm:bulletEnabled val="1"/>
        </dgm:presLayoutVars>
      </dgm:prSet>
      <dgm:spPr/>
    </dgm:pt>
    <dgm:pt modelId="{23BD0259-61DC-C345-B934-7CB625B00116}" type="pres">
      <dgm:prSet presAssocID="{8314F385-0E69-FE4A-88D0-BDBC85AB56E1}" presName="parentText" presStyleLbl="node1" presStyleIdx="1" presStyleCnt="2">
        <dgm:presLayoutVars>
          <dgm:chMax val="0"/>
          <dgm:bulletEnabled val="1"/>
        </dgm:presLayoutVars>
      </dgm:prSet>
      <dgm:spPr/>
    </dgm:pt>
    <dgm:pt modelId="{1D06E106-DF4A-024D-A19B-0F63CD8C2C14}" type="pres">
      <dgm:prSet presAssocID="{8314F385-0E69-FE4A-88D0-BDBC85AB56E1}" presName="childText" presStyleLbl="revTx" presStyleIdx="1" presStyleCnt="2">
        <dgm:presLayoutVars>
          <dgm:bulletEnabled val="1"/>
        </dgm:presLayoutVars>
      </dgm:prSet>
      <dgm:spPr/>
    </dgm:pt>
  </dgm:ptLst>
  <dgm:cxnLst>
    <dgm:cxn modelId="{2363CA09-006A-4345-99DE-78C0E7707E84}" type="presOf" srcId="{8D8D9572-6BC3-2B48-850F-07805237FC7F}" destId="{DEF0A8BD-24BC-A940-97BB-967388DC91D8}" srcOrd="0" destOrd="1" presId="urn:microsoft.com/office/officeart/2005/8/layout/vList2"/>
    <dgm:cxn modelId="{4B78123F-F21D-3A4B-9DBF-E04590F38AB1}" type="presOf" srcId="{FB887DCE-5702-4945-BF1E-C17C5AB99184}" destId="{7FFF67A8-5401-B54F-83C4-0D8C1BF99AD1}" srcOrd="0" destOrd="0" presId="urn:microsoft.com/office/officeart/2005/8/layout/vList2"/>
    <dgm:cxn modelId="{55B7EF5F-7EFE-F24E-9E31-7F037D231B7D}" srcId="{8314F385-0E69-FE4A-88D0-BDBC85AB56E1}" destId="{AFC540F8-D620-1345-94D9-C90D4845A734}" srcOrd="0" destOrd="0" parTransId="{94E9D32C-371A-5543-8692-3B43E4B046F9}" sibTransId="{723C263C-8148-DE41-9757-91811C583531}"/>
    <dgm:cxn modelId="{2E010869-383E-D945-8CE0-91B0B1725800}" srcId="{FB887DCE-5702-4945-BF1E-C17C5AB99184}" destId="{B56D5222-36E5-B74F-9BF5-B7267DB2D200}" srcOrd="0" destOrd="0" parTransId="{086F029E-CDF9-0B4B-8DC8-95862144BABD}" sibTransId="{EB2293E0-DB0D-2741-93C1-B4864292A175}"/>
    <dgm:cxn modelId="{D56F6D9E-2EFD-544B-A405-C5386F8FE08C}" type="presOf" srcId="{84048D3E-378E-C242-922C-A69FA6A2BB33}" destId="{1D06E106-DF4A-024D-A19B-0F63CD8C2C14}" srcOrd="0" destOrd="1" presId="urn:microsoft.com/office/officeart/2005/8/layout/vList2"/>
    <dgm:cxn modelId="{0F7799AD-D54B-904D-9866-0484B9F98188}" type="presOf" srcId="{8D4AA01B-063D-E349-9A3F-88076065E3ED}" destId="{DEF0A8BD-24BC-A940-97BB-967388DC91D8}" srcOrd="0" destOrd="2" presId="urn:microsoft.com/office/officeart/2005/8/layout/vList2"/>
    <dgm:cxn modelId="{D003DBAD-9B8C-E84D-97CC-6652CC71103B}" srcId="{B56D5222-36E5-B74F-9BF5-B7267DB2D200}" destId="{8D4AA01B-063D-E349-9A3F-88076065E3ED}" srcOrd="2" destOrd="0" parTransId="{6DF0FBEE-D598-D24E-9B57-FC214DC99B02}" sibTransId="{186A7CAC-C36F-374A-9D73-965035E72588}"/>
    <dgm:cxn modelId="{F043C3AE-1109-2647-A79C-05140A8CFCAD}" type="presOf" srcId="{1A5F3A87-31C3-DB4F-B206-401D4B1C932E}" destId="{DEF0A8BD-24BC-A940-97BB-967388DC91D8}" srcOrd="0" destOrd="0" presId="urn:microsoft.com/office/officeart/2005/8/layout/vList2"/>
    <dgm:cxn modelId="{26688BC8-7A2F-0441-B846-CE7E3A1569E8}" type="presOf" srcId="{B56D5222-36E5-B74F-9BF5-B7267DB2D200}" destId="{FF6AD970-EFAE-BD44-A3A2-DE752255E8A3}" srcOrd="0" destOrd="0" presId="urn:microsoft.com/office/officeart/2005/8/layout/vList2"/>
    <dgm:cxn modelId="{E9BD84D0-049C-374F-B353-3346DA0AC701}" srcId="{8314F385-0E69-FE4A-88D0-BDBC85AB56E1}" destId="{84048D3E-378E-C242-922C-A69FA6A2BB33}" srcOrd="1" destOrd="0" parTransId="{6A006A0A-64EE-F14A-A1A3-514612B282E8}" sibTransId="{27BDF716-3B0D-9F42-9C52-C6A779DF303B}"/>
    <dgm:cxn modelId="{96F38DD3-0D1A-EC43-BC1C-F62EA5C54259}" type="presOf" srcId="{8314F385-0E69-FE4A-88D0-BDBC85AB56E1}" destId="{23BD0259-61DC-C345-B934-7CB625B00116}" srcOrd="0" destOrd="0" presId="urn:microsoft.com/office/officeart/2005/8/layout/vList2"/>
    <dgm:cxn modelId="{A879CDD7-5D29-9A44-B906-AD09BAAA91A7}" type="presOf" srcId="{8AE82558-60B8-5341-AA95-B01AA85A64B3}" destId="{DEF0A8BD-24BC-A940-97BB-967388DC91D8}" srcOrd="0" destOrd="3" presId="urn:microsoft.com/office/officeart/2005/8/layout/vList2"/>
    <dgm:cxn modelId="{2F7AE4D9-D82D-CC4B-AC18-CA245B9842FF}" srcId="{B56D5222-36E5-B74F-9BF5-B7267DB2D200}" destId="{1A5F3A87-31C3-DB4F-B206-401D4B1C932E}" srcOrd="0" destOrd="0" parTransId="{98994F92-323D-644B-A408-795DD71130D0}" sibTransId="{FBA506A2-3536-AA49-B263-BC70560267BD}"/>
    <dgm:cxn modelId="{2F80EBDB-4BA2-D740-9DC2-597FD77AB1CA}" srcId="{B56D5222-36E5-B74F-9BF5-B7267DB2D200}" destId="{8AE82558-60B8-5341-AA95-B01AA85A64B3}" srcOrd="3" destOrd="0" parTransId="{1416A67D-253D-BD4C-8387-D9DD577DF542}" sibTransId="{E7412F1A-1452-0348-AB09-8E5BA44685A5}"/>
    <dgm:cxn modelId="{01AC6BDC-B3DD-4D4D-BFB2-3EA345F291E7}" type="presOf" srcId="{AFC540F8-D620-1345-94D9-C90D4845A734}" destId="{1D06E106-DF4A-024D-A19B-0F63CD8C2C14}" srcOrd="0" destOrd="0" presId="urn:microsoft.com/office/officeart/2005/8/layout/vList2"/>
    <dgm:cxn modelId="{45A79AE3-AC68-8249-BF53-8A679F33EE0C}" srcId="{B56D5222-36E5-B74F-9BF5-B7267DB2D200}" destId="{8D8D9572-6BC3-2B48-850F-07805237FC7F}" srcOrd="1" destOrd="0" parTransId="{01648404-708D-F046-934F-4FD74F4C3C65}" sibTransId="{BF9F0245-9495-7743-9484-F9A55EB9C841}"/>
    <dgm:cxn modelId="{CE9C4BE4-8156-7146-B4BD-582E3937C58A}" srcId="{FB887DCE-5702-4945-BF1E-C17C5AB99184}" destId="{8314F385-0E69-FE4A-88D0-BDBC85AB56E1}" srcOrd="1" destOrd="0" parTransId="{49AF7D75-56D6-934D-85A5-7B6C1E03CF09}" sibTransId="{58AFCD53-A487-FE44-BA0C-97A342A4D644}"/>
    <dgm:cxn modelId="{BA1C8D12-AD5D-4A44-814F-F82B672D6B6D}" type="presParOf" srcId="{7FFF67A8-5401-B54F-83C4-0D8C1BF99AD1}" destId="{FF6AD970-EFAE-BD44-A3A2-DE752255E8A3}" srcOrd="0" destOrd="0" presId="urn:microsoft.com/office/officeart/2005/8/layout/vList2"/>
    <dgm:cxn modelId="{304CE3B1-8ECF-C941-8F3D-6B2FE814B2B2}" type="presParOf" srcId="{7FFF67A8-5401-B54F-83C4-0D8C1BF99AD1}" destId="{DEF0A8BD-24BC-A940-97BB-967388DC91D8}" srcOrd="1" destOrd="0" presId="urn:microsoft.com/office/officeart/2005/8/layout/vList2"/>
    <dgm:cxn modelId="{62A8F8CF-E9B2-9A41-9018-2EE540A83B6B}" type="presParOf" srcId="{7FFF67A8-5401-B54F-83C4-0D8C1BF99AD1}" destId="{23BD0259-61DC-C345-B934-7CB625B00116}" srcOrd="2" destOrd="0" presId="urn:microsoft.com/office/officeart/2005/8/layout/vList2"/>
    <dgm:cxn modelId="{2CD94D61-E40E-E34D-9880-480233912F7E}" type="presParOf" srcId="{7FFF67A8-5401-B54F-83C4-0D8C1BF99AD1}" destId="{1D06E106-DF4A-024D-A19B-0F63CD8C2C14}" srcOrd="3"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097FB73A-2996-6B4C-84A5-8375ACE65818}" type="doc">
      <dgm:prSet loTypeId="urn:microsoft.com/office/officeart/2005/8/layout/vList2" loCatId="list" qsTypeId="urn:microsoft.com/office/officeart/2005/8/quickstyle/simple1" qsCatId="simple" csTypeId="urn:microsoft.com/office/officeart/2005/8/colors/colorful1" csCatId="colorful"/>
      <dgm:spPr/>
      <dgm:t>
        <a:bodyPr/>
        <a:lstStyle/>
        <a:p>
          <a:endParaRPr lang="en-GB"/>
        </a:p>
      </dgm:t>
    </dgm:pt>
    <dgm:pt modelId="{AE9F4B83-2FCB-1C40-A0D2-DB37A2879326}">
      <dgm:prSet/>
      <dgm:spPr/>
      <dgm:t>
        <a:bodyPr/>
        <a:lstStyle/>
        <a:p>
          <a:r>
            <a:rPr lang="en-US"/>
            <a:t>Activity:</a:t>
          </a:r>
          <a:endParaRPr lang="en-MY"/>
        </a:p>
      </dgm:t>
    </dgm:pt>
    <dgm:pt modelId="{77D964C1-54AC-CD45-BA9C-25F82540345D}" type="parTrans" cxnId="{47767420-1E49-604F-A45F-13B0BAB2A102}">
      <dgm:prSet/>
      <dgm:spPr/>
      <dgm:t>
        <a:bodyPr/>
        <a:lstStyle/>
        <a:p>
          <a:endParaRPr lang="en-GB"/>
        </a:p>
      </dgm:t>
    </dgm:pt>
    <dgm:pt modelId="{2DB8A288-D4F7-5046-8400-90B3B5BFA1EC}" type="sibTrans" cxnId="{47767420-1E49-604F-A45F-13B0BAB2A102}">
      <dgm:prSet/>
      <dgm:spPr/>
      <dgm:t>
        <a:bodyPr/>
        <a:lstStyle/>
        <a:p>
          <a:endParaRPr lang="en-GB"/>
        </a:p>
      </dgm:t>
    </dgm:pt>
    <dgm:pt modelId="{748DFDFF-951E-E14B-B20E-500941E566C1}">
      <dgm:prSet/>
      <dgm:spPr/>
      <dgm:t>
        <a:bodyPr/>
        <a:lstStyle/>
        <a:p>
          <a:r>
            <a:rPr lang="en-US"/>
            <a:t>Test the information system</a:t>
          </a:r>
          <a:endParaRPr lang="en-MY"/>
        </a:p>
      </dgm:t>
    </dgm:pt>
    <dgm:pt modelId="{B922DC15-7979-3245-8D59-6AF5B93F4F74}" type="parTrans" cxnId="{608B9A8C-0A34-D244-AEB7-FA0F44E346D1}">
      <dgm:prSet/>
      <dgm:spPr/>
      <dgm:t>
        <a:bodyPr/>
        <a:lstStyle/>
        <a:p>
          <a:endParaRPr lang="en-GB"/>
        </a:p>
      </dgm:t>
    </dgm:pt>
    <dgm:pt modelId="{F221688F-D778-3447-B11C-7841B6F268C1}" type="sibTrans" cxnId="{608B9A8C-0A34-D244-AEB7-FA0F44E346D1}">
      <dgm:prSet/>
      <dgm:spPr/>
      <dgm:t>
        <a:bodyPr/>
        <a:lstStyle/>
        <a:p>
          <a:endParaRPr lang="en-GB"/>
        </a:p>
      </dgm:t>
    </dgm:pt>
    <dgm:pt modelId="{A0030424-349B-9C4B-89FB-13274C0520F6}">
      <dgm:prSet/>
      <dgm:spPr/>
      <dgm:t>
        <a:bodyPr/>
        <a:lstStyle/>
        <a:p>
          <a:r>
            <a:rPr lang="en-US"/>
            <a:t>System maintenance </a:t>
          </a:r>
          <a:endParaRPr lang="en-MY"/>
        </a:p>
      </dgm:t>
    </dgm:pt>
    <dgm:pt modelId="{1825671F-16AF-EF4A-A8F5-B7E416F175FF}" type="parTrans" cxnId="{D08F57B9-AB6D-DD4A-A2C0-5470E0BB6C99}">
      <dgm:prSet/>
      <dgm:spPr/>
      <dgm:t>
        <a:bodyPr/>
        <a:lstStyle/>
        <a:p>
          <a:endParaRPr lang="en-GB"/>
        </a:p>
      </dgm:t>
    </dgm:pt>
    <dgm:pt modelId="{C1D7DA24-B8B5-8540-8156-562BB694B634}" type="sibTrans" cxnId="{D08F57B9-AB6D-DD4A-A2C0-5470E0BB6C99}">
      <dgm:prSet/>
      <dgm:spPr/>
      <dgm:t>
        <a:bodyPr/>
        <a:lstStyle/>
        <a:p>
          <a:endParaRPr lang="en-GB"/>
        </a:p>
      </dgm:t>
    </dgm:pt>
    <dgm:pt modelId="{55DA24D7-048C-5348-AA90-0118624F9036}">
      <dgm:prSet/>
      <dgm:spPr/>
      <dgm:t>
        <a:bodyPr/>
        <a:lstStyle/>
        <a:p>
          <a:r>
            <a:rPr lang="en-US"/>
            <a:t>Maintenance documentation</a:t>
          </a:r>
          <a:endParaRPr lang="en-MY"/>
        </a:p>
      </dgm:t>
    </dgm:pt>
    <dgm:pt modelId="{19F5D056-0CFB-7E4C-991C-D7CE8E5BBD1F}" type="parTrans" cxnId="{3E45F938-2535-8C43-85A5-A08EFB41B09F}">
      <dgm:prSet/>
      <dgm:spPr/>
      <dgm:t>
        <a:bodyPr/>
        <a:lstStyle/>
        <a:p>
          <a:endParaRPr lang="en-GB"/>
        </a:p>
      </dgm:t>
    </dgm:pt>
    <dgm:pt modelId="{E0AD8F64-31B9-7C49-B40B-B97709546D4C}" type="sibTrans" cxnId="{3E45F938-2535-8C43-85A5-A08EFB41B09F}">
      <dgm:prSet/>
      <dgm:spPr/>
      <dgm:t>
        <a:bodyPr/>
        <a:lstStyle/>
        <a:p>
          <a:endParaRPr lang="en-GB"/>
        </a:p>
      </dgm:t>
    </dgm:pt>
    <dgm:pt modelId="{3D108DC3-8160-0D40-B59F-33E7559C5F30}">
      <dgm:prSet/>
      <dgm:spPr/>
      <dgm:t>
        <a:bodyPr/>
        <a:lstStyle/>
        <a:p>
          <a:r>
            <a:rPr lang="en-US"/>
            <a:t>Output:</a:t>
          </a:r>
          <a:endParaRPr lang="en-MY"/>
        </a:p>
      </dgm:t>
    </dgm:pt>
    <dgm:pt modelId="{1CDE2CC4-6466-514C-8119-6B33E7F55B1A}" type="parTrans" cxnId="{9BF9A244-7094-F74D-9A82-BD553A37301C}">
      <dgm:prSet/>
      <dgm:spPr/>
      <dgm:t>
        <a:bodyPr/>
        <a:lstStyle/>
        <a:p>
          <a:endParaRPr lang="en-GB"/>
        </a:p>
      </dgm:t>
    </dgm:pt>
    <dgm:pt modelId="{89E02C29-7335-344A-9D1F-4886B7946A76}" type="sibTrans" cxnId="{9BF9A244-7094-F74D-9A82-BD553A37301C}">
      <dgm:prSet/>
      <dgm:spPr/>
      <dgm:t>
        <a:bodyPr/>
        <a:lstStyle/>
        <a:p>
          <a:endParaRPr lang="en-GB"/>
        </a:p>
      </dgm:t>
    </dgm:pt>
    <dgm:pt modelId="{329B1B71-FDFC-A445-ACD9-2F90BE420682}">
      <dgm:prSet/>
      <dgm:spPr/>
      <dgm:t>
        <a:bodyPr/>
        <a:lstStyle/>
        <a:p>
          <a:r>
            <a:rPr lang="en-US"/>
            <a:t>Problems (if any)</a:t>
          </a:r>
          <a:endParaRPr lang="en-MY"/>
        </a:p>
      </dgm:t>
    </dgm:pt>
    <dgm:pt modelId="{A0C512F9-3644-D242-B50B-36243AE1D568}" type="parTrans" cxnId="{9FC8F621-F8B4-E64E-A611-A91E49869EDC}">
      <dgm:prSet/>
      <dgm:spPr/>
      <dgm:t>
        <a:bodyPr/>
        <a:lstStyle/>
        <a:p>
          <a:endParaRPr lang="en-GB"/>
        </a:p>
      </dgm:t>
    </dgm:pt>
    <dgm:pt modelId="{E4099D2F-EA17-314C-9D1A-BFE6CFCFA1DD}" type="sibTrans" cxnId="{9FC8F621-F8B4-E64E-A611-A91E49869EDC}">
      <dgm:prSet/>
      <dgm:spPr/>
      <dgm:t>
        <a:bodyPr/>
        <a:lstStyle/>
        <a:p>
          <a:endParaRPr lang="en-GB"/>
        </a:p>
      </dgm:t>
    </dgm:pt>
    <dgm:pt modelId="{9DD2F2F6-A5E0-054B-8EC3-5A0ABDFB4087}">
      <dgm:prSet/>
      <dgm:spPr/>
      <dgm:t>
        <a:bodyPr/>
        <a:lstStyle/>
        <a:p>
          <a:r>
            <a:rPr lang="en-US"/>
            <a:t>Updated programs</a:t>
          </a:r>
          <a:endParaRPr lang="en-MY"/>
        </a:p>
      </dgm:t>
    </dgm:pt>
    <dgm:pt modelId="{1D561F67-3483-F646-B336-57D97187BA57}" type="parTrans" cxnId="{4133B298-758C-1F47-80EE-0FC8E5C89CAC}">
      <dgm:prSet/>
      <dgm:spPr/>
      <dgm:t>
        <a:bodyPr/>
        <a:lstStyle/>
        <a:p>
          <a:endParaRPr lang="en-GB"/>
        </a:p>
      </dgm:t>
    </dgm:pt>
    <dgm:pt modelId="{906073CA-44BC-4141-9D85-7DCBDC423826}" type="sibTrans" cxnId="{4133B298-758C-1F47-80EE-0FC8E5C89CAC}">
      <dgm:prSet/>
      <dgm:spPr/>
      <dgm:t>
        <a:bodyPr/>
        <a:lstStyle/>
        <a:p>
          <a:endParaRPr lang="en-GB"/>
        </a:p>
      </dgm:t>
    </dgm:pt>
    <dgm:pt modelId="{8AD3341E-F6AB-A643-B5CD-94BE01389513}">
      <dgm:prSet/>
      <dgm:spPr/>
      <dgm:t>
        <a:bodyPr/>
        <a:lstStyle/>
        <a:p>
          <a:r>
            <a:rPr lang="en-US"/>
            <a:t>Documentation</a:t>
          </a:r>
          <a:endParaRPr lang="en-MY"/>
        </a:p>
      </dgm:t>
    </dgm:pt>
    <dgm:pt modelId="{05EEF8D6-6317-4F42-8995-4CAF41881056}" type="parTrans" cxnId="{1AB4EDCE-A669-9C40-AF67-0FA6A8277B07}">
      <dgm:prSet/>
      <dgm:spPr/>
      <dgm:t>
        <a:bodyPr/>
        <a:lstStyle/>
        <a:p>
          <a:endParaRPr lang="en-GB"/>
        </a:p>
      </dgm:t>
    </dgm:pt>
    <dgm:pt modelId="{6F5FAE60-839E-0548-A35A-7C02F1A961DE}" type="sibTrans" cxnId="{1AB4EDCE-A669-9C40-AF67-0FA6A8277B07}">
      <dgm:prSet/>
      <dgm:spPr/>
      <dgm:t>
        <a:bodyPr/>
        <a:lstStyle/>
        <a:p>
          <a:endParaRPr lang="en-GB"/>
        </a:p>
      </dgm:t>
    </dgm:pt>
    <dgm:pt modelId="{59BA51AE-25F4-E141-80E4-EDE6432CCC20}" type="pres">
      <dgm:prSet presAssocID="{097FB73A-2996-6B4C-84A5-8375ACE65818}" presName="linear" presStyleCnt="0">
        <dgm:presLayoutVars>
          <dgm:animLvl val="lvl"/>
          <dgm:resizeHandles val="exact"/>
        </dgm:presLayoutVars>
      </dgm:prSet>
      <dgm:spPr/>
    </dgm:pt>
    <dgm:pt modelId="{6C3899E8-B77A-D745-9DBD-1B1ADC5A2059}" type="pres">
      <dgm:prSet presAssocID="{AE9F4B83-2FCB-1C40-A0D2-DB37A2879326}" presName="parentText" presStyleLbl="node1" presStyleIdx="0" presStyleCnt="2">
        <dgm:presLayoutVars>
          <dgm:chMax val="0"/>
          <dgm:bulletEnabled val="1"/>
        </dgm:presLayoutVars>
      </dgm:prSet>
      <dgm:spPr/>
    </dgm:pt>
    <dgm:pt modelId="{69FA4C2C-1A2A-0542-8DD0-C04E4CC81A1D}" type="pres">
      <dgm:prSet presAssocID="{AE9F4B83-2FCB-1C40-A0D2-DB37A2879326}" presName="childText" presStyleLbl="revTx" presStyleIdx="0" presStyleCnt="2">
        <dgm:presLayoutVars>
          <dgm:bulletEnabled val="1"/>
        </dgm:presLayoutVars>
      </dgm:prSet>
      <dgm:spPr/>
    </dgm:pt>
    <dgm:pt modelId="{A94757FC-0180-9642-9B00-4557F5CA0A0A}" type="pres">
      <dgm:prSet presAssocID="{3D108DC3-8160-0D40-B59F-33E7559C5F30}" presName="parentText" presStyleLbl="node1" presStyleIdx="1" presStyleCnt="2">
        <dgm:presLayoutVars>
          <dgm:chMax val="0"/>
          <dgm:bulletEnabled val="1"/>
        </dgm:presLayoutVars>
      </dgm:prSet>
      <dgm:spPr/>
    </dgm:pt>
    <dgm:pt modelId="{9282DFB3-8085-0345-A068-A89A2F5C7C7E}" type="pres">
      <dgm:prSet presAssocID="{3D108DC3-8160-0D40-B59F-33E7559C5F30}" presName="childText" presStyleLbl="revTx" presStyleIdx="1" presStyleCnt="2">
        <dgm:presLayoutVars>
          <dgm:bulletEnabled val="1"/>
        </dgm:presLayoutVars>
      </dgm:prSet>
      <dgm:spPr/>
    </dgm:pt>
  </dgm:ptLst>
  <dgm:cxnLst>
    <dgm:cxn modelId="{AE98A007-8673-4049-B22A-37B322E0208C}" type="presOf" srcId="{9DD2F2F6-A5E0-054B-8EC3-5A0ABDFB4087}" destId="{9282DFB3-8085-0345-A068-A89A2F5C7C7E}" srcOrd="0" destOrd="1" presId="urn:microsoft.com/office/officeart/2005/8/layout/vList2"/>
    <dgm:cxn modelId="{8A5B300A-AC12-254D-B6AC-D980D5926B35}" type="presOf" srcId="{AE9F4B83-2FCB-1C40-A0D2-DB37A2879326}" destId="{6C3899E8-B77A-D745-9DBD-1B1ADC5A2059}" srcOrd="0" destOrd="0" presId="urn:microsoft.com/office/officeart/2005/8/layout/vList2"/>
    <dgm:cxn modelId="{0360A418-47A1-F549-972A-2343B15415C4}" type="presOf" srcId="{748DFDFF-951E-E14B-B20E-500941E566C1}" destId="{69FA4C2C-1A2A-0542-8DD0-C04E4CC81A1D}" srcOrd="0" destOrd="0" presId="urn:microsoft.com/office/officeart/2005/8/layout/vList2"/>
    <dgm:cxn modelId="{47767420-1E49-604F-A45F-13B0BAB2A102}" srcId="{097FB73A-2996-6B4C-84A5-8375ACE65818}" destId="{AE9F4B83-2FCB-1C40-A0D2-DB37A2879326}" srcOrd="0" destOrd="0" parTransId="{77D964C1-54AC-CD45-BA9C-25F82540345D}" sibTransId="{2DB8A288-D4F7-5046-8400-90B3B5BFA1EC}"/>
    <dgm:cxn modelId="{9FC8F621-F8B4-E64E-A611-A91E49869EDC}" srcId="{3D108DC3-8160-0D40-B59F-33E7559C5F30}" destId="{329B1B71-FDFC-A445-ACD9-2F90BE420682}" srcOrd="0" destOrd="0" parTransId="{A0C512F9-3644-D242-B50B-36243AE1D568}" sibTransId="{E4099D2F-EA17-314C-9D1A-BFE6CFCFA1DD}"/>
    <dgm:cxn modelId="{3E45F938-2535-8C43-85A5-A08EFB41B09F}" srcId="{AE9F4B83-2FCB-1C40-A0D2-DB37A2879326}" destId="{55DA24D7-048C-5348-AA90-0118624F9036}" srcOrd="2" destOrd="0" parTransId="{19F5D056-0CFB-7E4C-991C-D7CE8E5BBD1F}" sibTransId="{E0AD8F64-31B9-7C49-B40B-B97709546D4C}"/>
    <dgm:cxn modelId="{9BF9A244-7094-F74D-9A82-BD553A37301C}" srcId="{097FB73A-2996-6B4C-84A5-8375ACE65818}" destId="{3D108DC3-8160-0D40-B59F-33E7559C5F30}" srcOrd="1" destOrd="0" parTransId="{1CDE2CC4-6466-514C-8119-6B33E7F55B1A}" sibTransId="{89E02C29-7335-344A-9D1F-4886B7946A76}"/>
    <dgm:cxn modelId="{490C876A-DEF2-4849-BA9A-AD69C3CFA873}" type="presOf" srcId="{8AD3341E-F6AB-A643-B5CD-94BE01389513}" destId="{9282DFB3-8085-0345-A068-A89A2F5C7C7E}" srcOrd="0" destOrd="2" presId="urn:microsoft.com/office/officeart/2005/8/layout/vList2"/>
    <dgm:cxn modelId="{7B754585-8528-2E4A-9330-6624DE556760}" type="presOf" srcId="{097FB73A-2996-6B4C-84A5-8375ACE65818}" destId="{59BA51AE-25F4-E141-80E4-EDE6432CCC20}" srcOrd="0" destOrd="0" presId="urn:microsoft.com/office/officeart/2005/8/layout/vList2"/>
    <dgm:cxn modelId="{608B9A8C-0A34-D244-AEB7-FA0F44E346D1}" srcId="{AE9F4B83-2FCB-1C40-A0D2-DB37A2879326}" destId="{748DFDFF-951E-E14B-B20E-500941E566C1}" srcOrd="0" destOrd="0" parTransId="{B922DC15-7979-3245-8D59-6AF5B93F4F74}" sibTransId="{F221688F-D778-3447-B11C-7841B6F268C1}"/>
    <dgm:cxn modelId="{4133B298-758C-1F47-80EE-0FC8E5C89CAC}" srcId="{3D108DC3-8160-0D40-B59F-33E7559C5F30}" destId="{9DD2F2F6-A5E0-054B-8EC3-5A0ABDFB4087}" srcOrd="1" destOrd="0" parTransId="{1D561F67-3483-F646-B336-57D97187BA57}" sibTransId="{906073CA-44BC-4141-9D85-7DCBDC423826}"/>
    <dgm:cxn modelId="{D08F57B9-AB6D-DD4A-A2C0-5470E0BB6C99}" srcId="{AE9F4B83-2FCB-1C40-A0D2-DB37A2879326}" destId="{A0030424-349B-9C4B-89FB-13274C0520F6}" srcOrd="1" destOrd="0" parTransId="{1825671F-16AF-EF4A-A8F5-B7E416F175FF}" sibTransId="{C1D7DA24-B8B5-8540-8156-562BB694B634}"/>
    <dgm:cxn modelId="{76591FBC-8B61-BA41-8D7C-35CE8B168262}" type="presOf" srcId="{329B1B71-FDFC-A445-ACD9-2F90BE420682}" destId="{9282DFB3-8085-0345-A068-A89A2F5C7C7E}" srcOrd="0" destOrd="0" presId="urn:microsoft.com/office/officeart/2005/8/layout/vList2"/>
    <dgm:cxn modelId="{1AB4EDCE-A669-9C40-AF67-0FA6A8277B07}" srcId="{3D108DC3-8160-0D40-B59F-33E7559C5F30}" destId="{8AD3341E-F6AB-A643-B5CD-94BE01389513}" srcOrd="2" destOrd="0" parTransId="{05EEF8D6-6317-4F42-8995-4CAF41881056}" sibTransId="{6F5FAE60-839E-0548-A35A-7C02F1A961DE}"/>
    <dgm:cxn modelId="{7E35BEDD-867E-734A-9AC5-5C7D115F0BD9}" type="presOf" srcId="{A0030424-349B-9C4B-89FB-13274C0520F6}" destId="{69FA4C2C-1A2A-0542-8DD0-C04E4CC81A1D}" srcOrd="0" destOrd="1" presId="urn:microsoft.com/office/officeart/2005/8/layout/vList2"/>
    <dgm:cxn modelId="{85EDF7E1-168C-2648-961D-C2A1EA15140E}" type="presOf" srcId="{55DA24D7-048C-5348-AA90-0118624F9036}" destId="{69FA4C2C-1A2A-0542-8DD0-C04E4CC81A1D}" srcOrd="0" destOrd="2" presId="urn:microsoft.com/office/officeart/2005/8/layout/vList2"/>
    <dgm:cxn modelId="{C86A5FEB-88A0-234B-AB5D-7FC671077C8B}" type="presOf" srcId="{3D108DC3-8160-0D40-B59F-33E7559C5F30}" destId="{A94757FC-0180-9642-9B00-4557F5CA0A0A}" srcOrd="0" destOrd="0" presId="urn:microsoft.com/office/officeart/2005/8/layout/vList2"/>
    <dgm:cxn modelId="{3C896DDA-FE6D-754B-A33B-AA60A05A802D}" type="presParOf" srcId="{59BA51AE-25F4-E141-80E4-EDE6432CCC20}" destId="{6C3899E8-B77A-D745-9DBD-1B1ADC5A2059}" srcOrd="0" destOrd="0" presId="urn:microsoft.com/office/officeart/2005/8/layout/vList2"/>
    <dgm:cxn modelId="{13D05C52-CAF7-944E-BF8C-E8EA7785F4D1}" type="presParOf" srcId="{59BA51AE-25F4-E141-80E4-EDE6432CCC20}" destId="{69FA4C2C-1A2A-0542-8DD0-C04E4CC81A1D}" srcOrd="1" destOrd="0" presId="urn:microsoft.com/office/officeart/2005/8/layout/vList2"/>
    <dgm:cxn modelId="{A8B40FA8-B364-6E4B-B157-B0CF6DF6BCE7}" type="presParOf" srcId="{59BA51AE-25F4-E141-80E4-EDE6432CCC20}" destId="{A94757FC-0180-9642-9B00-4557F5CA0A0A}" srcOrd="2" destOrd="0" presId="urn:microsoft.com/office/officeart/2005/8/layout/vList2"/>
    <dgm:cxn modelId="{F53EBDD6-F69D-A442-AD64-D26407847EF3}" type="presParOf" srcId="{59BA51AE-25F4-E141-80E4-EDE6432CCC20}" destId="{9282DFB3-8085-0345-A068-A89A2F5C7C7E}" srcOrd="3"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8E48B11A-E920-DC48-A60F-23F4DCC54669}" type="doc">
      <dgm:prSet loTypeId="urn:microsoft.com/office/officeart/2005/8/layout/vList2" loCatId="list" qsTypeId="urn:microsoft.com/office/officeart/2005/8/quickstyle/simple1" qsCatId="simple" csTypeId="urn:microsoft.com/office/officeart/2005/8/colors/colorful1" csCatId="colorful" phldr="1"/>
      <dgm:spPr/>
      <dgm:t>
        <a:bodyPr/>
        <a:lstStyle/>
        <a:p>
          <a:endParaRPr lang="en-GB"/>
        </a:p>
      </dgm:t>
    </dgm:pt>
    <dgm:pt modelId="{E0D319E6-CA9B-6A4D-B020-7A4685FD160B}">
      <dgm:prSet/>
      <dgm:spPr/>
      <dgm:t>
        <a:bodyPr/>
        <a:lstStyle/>
        <a:p>
          <a:r>
            <a:rPr lang="en-US"/>
            <a:t>Activity:</a:t>
          </a:r>
          <a:endParaRPr lang="en-MY"/>
        </a:p>
      </dgm:t>
    </dgm:pt>
    <dgm:pt modelId="{6203A569-C07E-1043-AA94-9AB0784BC60F}" type="parTrans" cxnId="{A0B4CE51-FFD4-1044-8C3B-5CD43FD6F193}">
      <dgm:prSet/>
      <dgm:spPr/>
      <dgm:t>
        <a:bodyPr/>
        <a:lstStyle/>
        <a:p>
          <a:endParaRPr lang="en-GB"/>
        </a:p>
      </dgm:t>
    </dgm:pt>
    <dgm:pt modelId="{200E17C2-F7C3-0845-A5BD-59EA8B573175}" type="sibTrans" cxnId="{A0B4CE51-FFD4-1044-8C3B-5CD43FD6F193}">
      <dgm:prSet/>
      <dgm:spPr/>
      <dgm:t>
        <a:bodyPr/>
        <a:lstStyle/>
        <a:p>
          <a:endParaRPr lang="en-GB"/>
        </a:p>
      </dgm:t>
    </dgm:pt>
    <dgm:pt modelId="{8C474E9C-7257-DC4D-A463-40B50FF9421B}">
      <dgm:prSet/>
      <dgm:spPr/>
      <dgm:t>
        <a:bodyPr/>
        <a:lstStyle/>
        <a:p>
          <a:r>
            <a:rPr lang="en-US" dirty="0"/>
            <a:t>Do user training</a:t>
          </a:r>
          <a:endParaRPr lang="en-MY" dirty="0"/>
        </a:p>
      </dgm:t>
    </dgm:pt>
    <dgm:pt modelId="{F4AD383E-CA6B-8745-BBF8-FCF3D2A8BD79}" type="parTrans" cxnId="{4DDAEDF5-EA85-EF4F-8FF9-E69DF17B6666}">
      <dgm:prSet/>
      <dgm:spPr/>
      <dgm:t>
        <a:bodyPr/>
        <a:lstStyle/>
        <a:p>
          <a:endParaRPr lang="en-GB"/>
        </a:p>
      </dgm:t>
    </dgm:pt>
    <dgm:pt modelId="{E9BCB7BC-C963-1941-9CE4-95A7CF7A7D64}" type="sibTrans" cxnId="{4DDAEDF5-EA85-EF4F-8FF9-E69DF17B6666}">
      <dgm:prSet/>
      <dgm:spPr/>
      <dgm:t>
        <a:bodyPr/>
        <a:lstStyle/>
        <a:p>
          <a:endParaRPr lang="en-GB"/>
        </a:p>
      </dgm:t>
    </dgm:pt>
    <dgm:pt modelId="{3260802A-12F4-1840-998D-00747B609B66}">
      <dgm:prSet/>
      <dgm:spPr/>
      <dgm:t>
        <a:bodyPr/>
        <a:lstStyle/>
        <a:p>
          <a:r>
            <a:rPr lang="en-US" dirty="0"/>
            <a:t>Analyze the plan to make sure smooth conversion from old system to new system</a:t>
          </a:r>
          <a:endParaRPr lang="en-MY" dirty="0"/>
        </a:p>
      </dgm:t>
    </dgm:pt>
    <dgm:pt modelId="{AC6B17ED-E482-7A4E-BBC1-6860400E0B63}" type="parTrans" cxnId="{80DA4EBC-85E8-844B-A113-B7161F7BA44E}">
      <dgm:prSet/>
      <dgm:spPr/>
      <dgm:t>
        <a:bodyPr/>
        <a:lstStyle/>
        <a:p>
          <a:endParaRPr lang="en-GB"/>
        </a:p>
      </dgm:t>
    </dgm:pt>
    <dgm:pt modelId="{EDBE6EB3-BD13-1C45-A4E5-8FF012098415}" type="sibTrans" cxnId="{80DA4EBC-85E8-844B-A113-B7161F7BA44E}">
      <dgm:prSet/>
      <dgm:spPr/>
      <dgm:t>
        <a:bodyPr/>
        <a:lstStyle/>
        <a:p>
          <a:endParaRPr lang="en-GB"/>
        </a:p>
      </dgm:t>
    </dgm:pt>
    <dgm:pt modelId="{29C2B3E9-283F-2046-93FD-DDD5BE4DB822}">
      <dgm:prSet/>
      <dgm:spPr/>
      <dgm:t>
        <a:bodyPr/>
        <a:lstStyle/>
        <a:p>
          <a:r>
            <a:rPr lang="en-US"/>
            <a:t>Review and evaluate system</a:t>
          </a:r>
          <a:endParaRPr lang="en-MY"/>
        </a:p>
      </dgm:t>
    </dgm:pt>
    <dgm:pt modelId="{4E8051A9-C492-494B-A097-1D4E2A227F4E}" type="parTrans" cxnId="{85078263-C503-3244-8DF2-05D5C957094B}">
      <dgm:prSet/>
      <dgm:spPr/>
      <dgm:t>
        <a:bodyPr/>
        <a:lstStyle/>
        <a:p>
          <a:endParaRPr lang="en-GB"/>
        </a:p>
      </dgm:t>
    </dgm:pt>
    <dgm:pt modelId="{41890646-B881-B843-B2E5-B3D141B5FE30}" type="sibTrans" cxnId="{85078263-C503-3244-8DF2-05D5C957094B}">
      <dgm:prSet/>
      <dgm:spPr/>
      <dgm:t>
        <a:bodyPr/>
        <a:lstStyle/>
        <a:p>
          <a:endParaRPr lang="en-GB"/>
        </a:p>
      </dgm:t>
    </dgm:pt>
    <dgm:pt modelId="{D6D2131A-124F-9443-B71B-82DF01A04CB0}">
      <dgm:prSet/>
      <dgm:spPr/>
      <dgm:t>
        <a:bodyPr/>
        <a:lstStyle/>
        <a:p>
          <a:r>
            <a:rPr lang="en-US"/>
            <a:t>Output:</a:t>
          </a:r>
          <a:endParaRPr lang="en-MY"/>
        </a:p>
      </dgm:t>
    </dgm:pt>
    <dgm:pt modelId="{3290434F-4812-494C-82B2-EE9DFECB56FC}" type="parTrans" cxnId="{ACA53574-1344-EE4D-9D86-18AC0145AA62}">
      <dgm:prSet/>
      <dgm:spPr/>
      <dgm:t>
        <a:bodyPr/>
        <a:lstStyle/>
        <a:p>
          <a:endParaRPr lang="en-GB"/>
        </a:p>
      </dgm:t>
    </dgm:pt>
    <dgm:pt modelId="{24F38F10-05DD-5D41-A76D-668473E27758}" type="sibTrans" cxnId="{ACA53574-1344-EE4D-9D86-18AC0145AA62}">
      <dgm:prSet/>
      <dgm:spPr/>
      <dgm:t>
        <a:bodyPr/>
        <a:lstStyle/>
        <a:p>
          <a:endParaRPr lang="en-GB"/>
        </a:p>
      </dgm:t>
    </dgm:pt>
    <dgm:pt modelId="{BD1B9E8E-5D84-DD4D-A14D-9FDF69D673B8}">
      <dgm:prSet/>
      <dgm:spPr/>
      <dgm:t>
        <a:bodyPr/>
        <a:lstStyle/>
        <a:p>
          <a:r>
            <a:rPr lang="en-US"/>
            <a:t>Trained personnel</a:t>
          </a:r>
          <a:endParaRPr lang="en-MY"/>
        </a:p>
      </dgm:t>
    </dgm:pt>
    <dgm:pt modelId="{52AD8EC6-96B8-294B-AD22-9D0DFD3BC999}" type="parTrans" cxnId="{E76A2F37-43B6-E74F-A635-7DF7E62CDB9B}">
      <dgm:prSet/>
      <dgm:spPr/>
      <dgm:t>
        <a:bodyPr/>
        <a:lstStyle/>
        <a:p>
          <a:endParaRPr lang="en-GB"/>
        </a:p>
      </dgm:t>
    </dgm:pt>
    <dgm:pt modelId="{5972B533-8CCB-0941-A442-6FA29FF7EDBB}" type="sibTrans" cxnId="{E76A2F37-43B6-E74F-A635-7DF7E62CDB9B}">
      <dgm:prSet/>
      <dgm:spPr/>
      <dgm:t>
        <a:bodyPr/>
        <a:lstStyle/>
        <a:p>
          <a:endParaRPr lang="en-GB"/>
        </a:p>
      </dgm:t>
    </dgm:pt>
    <dgm:pt modelId="{3C0DE2B4-A029-BA40-BB45-2CDFEECCD423}">
      <dgm:prSet/>
      <dgm:spPr/>
      <dgm:t>
        <a:bodyPr/>
        <a:lstStyle/>
        <a:p>
          <a:r>
            <a:rPr lang="en-US"/>
            <a:t>Installed system</a:t>
          </a:r>
          <a:endParaRPr lang="en-MY"/>
        </a:p>
      </dgm:t>
    </dgm:pt>
    <dgm:pt modelId="{B3657BEC-8033-9147-B126-43DC7EBE08BF}" type="parTrans" cxnId="{1570D7F7-CD48-0C42-8937-F5472B049F5D}">
      <dgm:prSet/>
      <dgm:spPr/>
      <dgm:t>
        <a:bodyPr/>
        <a:lstStyle/>
        <a:p>
          <a:endParaRPr lang="en-GB"/>
        </a:p>
      </dgm:t>
    </dgm:pt>
    <dgm:pt modelId="{BD45262E-EA52-8045-A895-3B4EA0D9A61E}" type="sibTrans" cxnId="{1570D7F7-CD48-0C42-8937-F5472B049F5D}">
      <dgm:prSet/>
      <dgm:spPr/>
      <dgm:t>
        <a:bodyPr/>
        <a:lstStyle/>
        <a:p>
          <a:endParaRPr lang="en-GB"/>
        </a:p>
      </dgm:t>
    </dgm:pt>
    <dgm:pt modelId="{D39463DE-76D2-8E4F-8D4E-86AC4E5A73A4}" type="pres">
      <dgm:prSet presAssocID="{8E48B11A-E920-DC48-A60F-23F4DCC54669}" presName="linear" presStyleCnt="0">
        <dgm:presLayoutVars>
          <dgm:animLvl val="lvl"/>
          <dgm:resizeHandles val="exact"/>
        </dgm:presLayoutVars>
      </dgm:prSet>
      <dgm:spPr/>
    </dgm:pt>
    <dgm:pt modelId="{02A7CC92-0DE2-014D-B0BC-D43AA38AA621}" type="pres">
      <dgm:prSet presAssocID="{E0D319E6-CA9B-6A4D-B020-7A4685FD160B}" presName="parentText" presStyleLbl="node1" presStyleIdx="0" presStyleCnt="2">
        <dgm:presLayoutVars>
          <dgm:chMax val="0"/>
          <dgm:bulletEnabled val="1"/>
        </dgm:presLayoutVars>
      </dgm:prSet>
      <dgm:spPr/>
    </dgm:pt>
    <dgm:pt modelId="{78E8E820-2FBD-4A4C-8A0D-1436FAF6A19E}" type="pres">
      <dgm:prSet presAssocID="{E0D319E6-CA9B-6A4D-B020-7A4685FD160B}" presName="childText" presStyleLbl="revTx" presStyleIdx="0" presStyleCnt="2">
        <dgm:presLayoutVars>
          <dgm:bulletEnabled val="1"/>
        </dgm:presLayoutVars>
      </dgm:prSet>
      <dgm:spPr/>
    </dgm:pt>
    <dgm:pt modelId="{BA99B141-97CC-C645-9221-7CCC9027183E}" type="pres">
      <dgm:prSet presAssocID="{D6D2131A-124F-9443-B71B-82DF01A04CB0}" presName="parentText" presStyleLbl="node1" presStyleIdx="1" presStyleCnt="2">
        <dgm:presLayoutVars>
          <dgm:chMax val="0"/>
          <dgm:bulletEnabled val="1"/>
        </dgm:presLayoutVars>
      </dgm:prSet>
      <dgm:spPr/>
    </dgm:pt>
    <dgm:pt modelId="{FD7BE8A5-5526-FB46-BB5F-9131749ACB63}" type="pres">
      <dgm:prSet presAssocID="{D6D2131A-124F-9443-B71B-82DF01A04CB0}" presName="childText" presStyleLbl="revTx" presStyleIdx="1" presStyleCnt="2">
        <dgm:presLayoutVars>
          <dgm:bulletEnabled val="1"/>
        </dgm:presLayoutVars>
      </dgm:prSet>
      <dgm:spPr/>
    </dgm:pt>
  </dgm:ptLst>
  <dgm:cxnLst>
    <dgm:cxn modelId="{61061C0E-0FAD-3148-98F2-B2F6C2BB2812}" type="presOf" srcId="{3C0DE2B4-A029-BA40-BB45-2CDFEECCD423}" destId="{FD7BE8A5-5526-FB46-BB5F-9131749ACB63}" srcOrd="0" destOrd="1" presId="urn:microsoft.com/office/officeart/2005/8/layout/vList2"/>
    <dgm:cxn modelId="{EE01A11A-BCC9-534B-A701-91FB8114D14E}" type="presOf" srcId="{E0D319E6-CA9B-6A4D-B020-7A4685FD160B}" destId="{02A7CC92-0DE2-014D-B0BC-D43AA38AA621}" srcOrd="0" destOrd="0" presId="urn:microsoft.com/office/officeart/2005/8/layout/vList2"/>
    <dgm:cxn modelId="{7D74B129-D8AB-334E-9CB7-6E8FFEAF9C2C}" type="presOf" srcId="{D6D2131A-124F-9443-B71B-82DF01A04CB0}" destId="{BA99B141-97CC-C645-9221-7CCC9027183E}" srcOrd="0" destOrd="0" presId="urn:microsoft.com/office/officeart/2005/8/layout/vList2"/>
    <dgm:cxn modelId="{E76A2F37-43B6-E74F-A635-7DF7E62CDB9B}" srcId="{D6D2131A-124F-9443-B71B-82DF01A04CB0}" destId="{BD1B9E8E-5D84-DD4D-A14D-9FDF69D673B8}" srcOrd="0" destOrd="0" parTransId="{52AD8EC6-96B8-294B-AD22-9D0DFD3BC999}" sibTransId="{5972B533-8CCB-0941-A442-6FA29FF7EDBB}"/>
    <dgm:cxn modelId="{85078263-C503-3244-8DF2-05D5C957094B}" srcId="{E0D319E6-CA9B-6A4D-B020-7A4685FD160B}" destId="{29C2B3E9-283F-2046-93FD-DDD5BE4DB822}" srcOrd="2" destOrd="0" parTransId="{4E8051A9-C492-494B-A097-1D4E2A227F4E}" sibTransId="{41890646-B881-B843-B2E5-B3D141B5FE30}"/>
    <dgm:cxn modelId="{A0B4CE51-FFD4-1044-8C3B-5CD43FD6F193}" srcId="{8E48B11A-E920-DC48-A60F-23F4DCC54669}" destId="{E0D319E6-CA9B-6A4D-B020-7A4685FD160B}" srcOrd="0" destOrd="0" parTransId="{6203A569-C07E-1043-AA94-9AB0784BC60F}" sibTransId="{200E17C2-F7C3-0845-A5BD-59EA8B573175}"/>
    <dgm:cxn modelId="{ACA53574-1344-EE4D-9D86-18AC0145AA62}" srcId="{8E48B11A-E920-DC48-A60F-23F4DCC54669}" destId="{D6D2131A-124F-9443-B71B-82DF01A04CB0}" srcOrd="1" destOrd="0" parTransId="{3290434F-4812-494C-82B2-EE9DFECB56FC}" sibTransId="{24F38F10-05DD-5D41-A76D-668473E27758}"/>
    <dgm:cxn modelId="{DC0F8258-B613-E948-8EB3-EA7C0F8C11B5}" type="presOf" srcId="{3260802A-12F4-1840-998D-00747B609B66}" destId="{78E8E820-2FBD-4A4C-8A0D-1436FAF6A19E}" srcOrd="0" destOrd="1" presId="urn:microsoft.com/office/officeart/2005/8/layout/vList2"/>
    <dgm:cxn modelId="{80DA4EBC-85E8-844B-A113-B7161F7BA44E}" srcId="{E0D319E6-CA9B-6A4D-B020-7A4685FD160B}" destId="{3260802A-12F4-1840-998D-00747B609B66}" srcOrd="1" destOrd="0" parTransId="{AC6B17ED-E482-7A4E-BBC1-6860400E0B63}" sibTransId="{EDBE6EB3-BD13-1C45-A4E5-8FF012098415}"/>
    <dgm:cxn modelId="{22C548D5-3A75-8443-AEB4-25BE0A4B2BB3}" type="presOf" srcId="{8E48B11A-E920-DC48-A60F-23F4DCC54669}" destId="{D39463DE-76D2-8E4F-8D4E-86AC4E5A73A4}" srcOrd="0" destOrd="0" presId="urn:microsoft.com/office/officeart/2005/8/layout/vList2"/>
    <dgm:cxn modelId="{671013E0-93B1-FA45-8E18-16A8AD843050}" type="presOf" srcId="{BD1B9E8E-5D84-DD4D-A14D-9FDF69D673B8}" destId="{FD7BE8A5-5526-FB46-BB5F-9131749ACB63}" srcOrd="0" destOrd="0" presId="urn:microsoft.com/office/officeart/2005/8/layout/vList2"/>
    <dgm:cxn modelId="{4014A1E3-74A3-9F44-BCD7-30FFBD187215}" type="presOf" srcId="{29C2B3E9-283F-2046-93FD-DDD5BE4DB822}" destId="{78E8E820-2FBD-4A4C-8A0D-1436FAF6A19E}" srcOrd="0" destOrd="2" presId="urn:microsoft.com/office/officeart/2005/8/layout/vList2"/>
    <dgm:cxn modelId="{4DDAEDF5-EA85-EF4F-8FF9-E69DF17B6666}" srcId="{E0D319E6-CA9B-6A4D-B020-7A4685FD160B}" destId="{8C474E9C-7257-DC4D-A463-40B50FF9421B}" srcOrd="0" destOrd="0" parTransId="{F4AD383E-CA6B-8745-BBF8-FCF3D2A8BD79}" sibTransId="{E9BCB7BC-C963-1941-9CE4-95A7CF7A7D64}"/>
    <dgm:cxn modelId="{1570D7F7-CD48-0C42-8937-F5472B049F5D}" srcId="{D6D2131A-124F-9443-B71B-82DF01A04CB0}" destId="{3C0DE2B4-A029-BA40-BB45-2CDFEECCD423}" srcOrd="1" destOrd="0" parTransId="{B3657BEC-8033-9147-B126-43DC7EBE08BF}" sibTransId="{BD45262E-EA52-8045-A895-3B4EA0D9A61E}"/>
    <dgm:cxn modelId="{7753EDFB-87C4-1844-A577-5CF5827D1DB6}" type="presOf" srcId="{8C474E9C-7257-DC4D-A463-40B50FF9421B}" destId="{78E8E820-2FBD-4A4C-8A0D-1436FAF6A19E}" srcOrd="0" destOrd="0" presId="urn:microsoft.com/office/officeart/2005/8/layout/vList2"/>
    <dgm:cxn modelId="{6B8D62E6-BC5B-4F46-9740-3F6872E2A87A}" type="presParOf" srcId="{D39463DE-76D2-8E4F-8D4E-86AC4E5A73A4}" destId="{02A7CC92-0DE2-014D-B0BC-D43AA38AA621}" srcOrd="0" destOrd="0" presId="urn:microsoft.com/office/officeart/2005/8/layout/vList2"/>
    <dgm:cxn modelId="{9608F33A-35E0-3F4F-A515-34E383E264AE}" type="presParOf" srcId="{D39463DE-76D2-8E4F-8D4E-86AC4E5A73A4}" destId="{78E8E820-2FBD-4A4C-8A0D-1436FAF6A19E}" srcOrd="1" destOrd="0" presId="urn:microsoft.com/office/officeart/2005/8/layout/vList2"/>
    <dgm:cxn modelId="{24C981B3-1239-A044-AE4D-41103F7F0B3A}" type="presParOf" srcId="{D39463DE-76D2-8E4F-8D4E-86AC4E5A73A4}" destId="{BA99B141-97CC-C645-9221-7CCC9027183E}" srcOrd="2" destOrd="0" presId="urn:microsoft.com/office/officeart/2005/8/layout/vList2"/>
    <dgm:cxn modelId="{4370F732-282D-6C44-AFB4-F379F3C8299C}" type="presParOf" srcId="{D39463DE-76D2-8E4F-8D4E-86AC4E5A73A4}" destId="{FD7BE8A5-5526-FB46-BB5F-9131749ACB63}" srcOrd="3"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1A82885A-7A3C-3249-9F16-693C6AF51524}" type="doc">
      <dgm:prSet loTypeId="urn:microsoft.com/office/officeart/2005/8/layout/pList2" loCatId="list" qsTypeId="urn:microsoft.com/office/officeart/2005/8/quickstyle/simple1" qsCatId="simple" csTypeId="urn:microsoft.com/office/officeart/2005/8/colors/colorful3" csCatId="colorful" phldr="1"/>
      <dgm:spPr/>
      <dgm:t>
        <a:bodyPr/>
        <a:lstStyle/>
        <a:p>
          <a:endParaRPr lang="en-GB"/>
        </a:p>
      </dgm:t>
    </dgm:pt>
    <dgm:pt modelId="{CF9F8E55-7BCB-D949-8763-9BB033115B1C}">
      <dgm:prSet custT="1"/>
      <dgm:spPr/>
      <dgm:t>
        <a:bodyPr/>
        <a:lstStyle/>
        <a:p>
          <a:pPr algn="ctr"/>
          <a:r>
            <a:rPr lang="en-US" sz="1600" b="1" dirty="0"/>
            <a:t>PROCESS-ORIENTED</a:t>
          </a:r>
          <a:endParaRPr lang="en-MY" sz="1600" dirty="0"/>
        </a:p>
      </dgm:t>
    </dgm:pt>
    <dgm:pt modelId="{50FCAA9C-3741-BB4B-9077-A0BDADBC1193}" type="parTrans" cxnId="{8E228608-7BAB-B04B-882F-9079161EDB2D}">
      <dgm:prSet/>
      <dgm:spPr/>
      <dgm:t>
        <a:bodyPr/>
        <a:lstStyle/>
        <a:p>
          <a:endParaRPr lang="en-GB"/>
        </a:p>
      </dgm:t>
    </dgm:pt>
    <dgm:pt modelId="{2AC7940B-0754-BF4C-8728-FF981E20D62D}" type="sibTrans" cxnId="{8E228608-7BAB-B04B-882F-9079161EDB2D}">
      <dgm:prSet/>
      <dgm:spPr/>
      <dgm:t>
        <a:bodyPr/>
        <a:lstStyle/>
        <a:p>
          <a:endParaRPr lang="en-GB"/>
        </a:p>
      </dgm:t>
    </dgm:pt>
    <dgm:pt modelId="{5DAA7457-F34D-E74C-BE5F-B45C6EBCDD7C}">
      <dgm:prSet/>
      <dgm:spPr/>
      <dgm:t>
        <a:bodyPr/>
        <a:lstStyle/>
        <a:p>
          <a:pPr algn="l"/>
          <a:r>
            <a:rPr lang="en-US" sz="1100" b="1" dirty="0"/>
            <a:t>STRADIS Methodology  - </a:t>
          </a:r>
          <a:r>
            <a:rPr lang="en-US" sz="1100" b="1" dirty="0" err="1"/>
            <a:t>Gane</a:t>
          </a:r>
          <a:r>
            <a:rPr lang="en-US" sz="1100" b="1" dirty="0"/>
            <a:t> &amp; </a:t>
          </a:r>
          <a:r>
            <a:rPr lang="en-US" sz="1100" b="1" dirty="0" err="1"/>
            <a:t>Sarson’s</a:t>
          </a:r>
          <a:r>
            <a:rPr lang="en-US" sz="1100" b="1" dirty="0"/>
            <a:t> Methodology</a:t>
          </a:r>
          <a:r>
            <a:rPr lang="en-MY" sz="1100" dirty="0"/>
            <a:t> </a:t>
          </a:r>
        </a:p>
      </dgm:t>
    </dgm:pt>
    <dgm:pt modelId="{3EF7387D-0426-4A4D-8A56-CA7B3A381532}" type="parTrans" cxnId="{0F5FBF65-EED3-1443-A0A6-BD76AB1FD3ED}">
      <dgm:prSet/>
      <dgm:spPr/>
      <dgm:t>
        <a:bodyPr/>
        <a:lstStyle/>
        <a:p>
          <a:endParaRPr lang="en-GB"/>
        </a:p>
      </dgm:t>
    </dgm:pt>
    <dgm:pt modelId="{51A29BF9-2DB9-DD49-8C8E-0640832C4CC4}" type="sibTrans" cxnId="{0F5FBF65-EED3-1443-A0A6-BD76AB1FD3ED}">
      <dgm:prSet/>
      <dgm:spPr/>
      <dgm:t>
        <a:bodyPr/>
        <a:lstStyle/>
        <a:p>
          <a:endParaRPr lang="en-GB"/>
        </a:p>
      </dgm:t>
    </dgm:pt>
    <dgm:pt modelId="{9DBCABF8-E8F0-8147-97DE-2ABE331D9B62}">
      <dgm:prSet/>
      <dgm:spPr/>
      <dgm:t>
        <a:bodyPr/>
        <a:lstStyle/>
        <a:p>
          <a:pPr algn="l"/>
          <a:r>
            <a:rPr lang="en-US" sz="1100" b="1"/>
            <a:t>Yourdon System Method (YSM)</a:t>
          </a:r>
          <a:r>
            <a:rPr lang="en-MY" sz="1100"/>
            <a:t> </a:t>
          </a:r>
        </a:p>
      </dgm:t>
    </dgm:pt>
    <dgm:pt modelId="{DBEE68DF-83E2-E645-8DC8-08BA0690C558}" type="parTrans" cxnId="{17EE5EB2-06A1-5B4C-8803-CF53B8F6403A}">
      <dgm:prSet/>
      <dgm:spPr/>
      <dgm:t>
        <a:bodyPr/>
        <a:lstStyle/>
        <a:p>
          <a:endParaRPr lang="en-GB"/>
        </a:p>
      </dgm:t>
    </dgm:pt>
    <dgm:pt modelId="{31188F5E-62F3-D74F-8B14-B91D240687B0}" type="sibTrans" cxnId="{17EE5EB2-06A1-5B4C-8803-CF53B8F6403A}">
      <dgm:prSet/>
      <dgm:spPr/>
      <dgm:t>
        <a:bodyPr/>
        <a:lstStyle/>
        <a:p>
          <a:endParaRPr lang="en-GB"/>
        </a:p>
      </dgm:t>
    </dgm:pt>
    <dgm:pt modelId="{25904F00-D350-BA48-88A6-62933E2F5EA6}">
      <dgm:prSet/>
      <dgm:spPr/>
      <dgm:t>
        <a:bodyPr/>
        <a:lstStyle/>
        <a:p>
          <a:pPr algn="l"/>
          <a:r>
            <a:rPr lang="en-US" sz="1100" b="1"/>
            <a:t>Jackson System Development (JSD)</a:t>
          </a:r>
          <a:r>
            <a:rPr lang="en-MY" sz="1100"/>
            <a:t> </a:t>
          </a:r>
        </a:p>
      </dgm:t>
    </dgm:pt>
    <dgm:pt modelId="{AB159660-140D-0B40-99E7-588F0B568DD6}" type="parTrans" cxnId="{99EC98FB-3DDF-394A-AA29-3AC888471CDB}">
      <dgm:prSet/>
      <dgm:spPr/>
      <dgm:t>
        <a:bodyPr/>
        <a:lstStyle/>
        <a:p>
          <a:endParaRPr lang="en-GB"/>
        </a:p>
      </dgm:t>
    </dgm:pt>
    <dgm:pt modelId="{80F94E0D-30F0-C448-93FC-758217D61023}" type="sibTrans" cxnId="{99EC98FB-3DDF-394A-AA29-3AC888471CDB}">
      <dgm:prSet/>
      <dgm:spPr/>
      <dgm:t>
        <a:bodyPr/>
        <a:lstStyle/>
        <a:p>
          <a:endParaRPr lang="en-GB"/>
        </a:p>
      </dgm:t>
    </dgm:pt>
    <dgm:pt modelId="{12DAB630-9BAA-9A45-96AA-5BF69C948BC1}">
      <dgm:prSet custT="1"/>
      <dgm:spPr/>
      <dgm:t>
        <a:bodyPr/>
        <a:lstStyle/>
        <a:p>
          <a:pPr algn="ctr"/>
          <a:r>
            <a:rPr lang="en-US" sz="1600" b="1" dirty="0"/>
            <a:t>BLENDED</a:t>
          </a:r>
          <a:r>
            <a:rPr lang="en-MY" sz="1600" dirty="0"/>
            <a:t> </a:t>
          </a:r>
        </a:p>
      </dgm:t>
    </dgm:pt>
    <dgm:pt modelId="{8F314990-11FE-7E4F-8424-CA5361433318}" type="parTrans" cxnId="{7A8B16CE-B05E-9748-8D68-4EB3D6823E81}">
      <dgm:prSet/>
      <dgm:spPr/>
      <dgm:t>
        <a:bodyPr/>
        <a:lstStyle/>
        <a:p>
          <a:endParaRPr lang="en-GB"/>
        </a:p>
      </dgm:t>
    </dgm:pt>
    <dgm:pt modelId="{4F18C543-0431-144A-8F39-DE71106D20E1}" type="sibTrans" cxnId="{7A8B16CE-B05E-9748-8D68-4EB3D6823E81}">
      <dgm:prSet/>
      <dgm:spPr/>
      <dgm:t>
        <a:bodyPr/>
        <a:lstStyle/>
        <a:p>
          <a:endParaRPr lang="en-GB"/>
        </a:p>
      </dgm:t>
    </dgm:pt>
    <dgm:pt modelId="{98B95DB2-6623-1A49-A036-E896C17D0CBD}">
      <dgm:prSet/>
      <dgm:spPr/>
      <dgm:t>
        <a:bodyPr/>
        <a:lstStyle/>
        <a:p>
          <a:pPr algn="l"/>
          <a:r>
            <a:rPr lang="en-US" sz="1100" b="1" dirty="0"/>
            <a:t>Structured System Analysis &amp; Design Method (SSADM)</a:t>
          </a:r>
          <a:r>
            <a:rPr lang="en-MY" sz="1100" dirty="0"/>
            <a:t> </a:t>
          </a:r>
        </a:p>
      </dgm:t>
    </dgm:pt>
    <dgm:pt modelId="{CC17586C-5A42-C24B-B5EE-467150E9F76E}" type="parTrans" cxnId="{F9B6C30A-DF40-6846-A282-6B9B20181702}">
      <dgm:prSet/>
      <dgm:spPr/>
      <dgm:t>
        <a:bodyPr/>
        <a:lstStyle/>
        <a:p>
          <a:endParaRPr lang="en-GB"/>
        </a:p>
      </dgm:t>
    </dgm:pt>
    <dgm:pt modelId="{93E9261D-483B-F74D-80FB-8E9D0B77E4F6}" type="sibTrans" cxnId="{F9B6C30A-DF40-6846-A282-6B9B20181702}">
      <dgm:prSet/>
      <dgm:spPr/>
      <dgm:t>
        <a:bodyPr/>
        <a:lstStyle/>
        <a:p>
          <a:endParaRPr lang="en-GB"/>
        </a:p>
      </dgm:t>
    </dgm:pt>
    <dgm:pt modelId="{8B0648CD-C8B1-9349-8D5C-399B56FFCFA5}">
      <dgm:prSet custT="1"/>
      <dgm:spPr/>
      <dgm:t>
        <a:bodyPr/>
        <a:lstStyle/>
        <a:p>
          <a:pPr algn="ctr"/>
          <a:r>
            <a:rPr lang="en-US" sz="1600" b="1" dirty="0"/>
            <a:t>OBJECT-ORIENTED</a:t>
          </a:r>
          <a:r>
            <a:rPr lang="en-MY" sz="1600" b="1" dirty="0"/>
            <a:t> </a:t>
          </a:r>
        </a:p>
      </dgm:t>
    </dgm:pt>
    <dgm:pt modelId="{7A86CD7A-E65E-CA45-8FEC-703AD0486BA4}" type="parTrans" cxnId="{706D6D7E-A375-8549-A8A6-E328CBC74413}">
      <dgm:prSet/>
      <dgm:spPr/>
      <dgm:t>
        <a:bodyPr/>
        <a:lstStyle/>
        <a:p>
          <a:endParaRPr lang="en-GB"/>
        </a:p>
      </dgm:t>
    </dgm:pt>
    <dgm:pt modelId="{201B53FA-E8E8-DF4F-AA94-8179A40D29D4}" type="sibTrans" cxnId="{706D6D7E-A375-8549-A8A6-E328CBC74413}">
      <dgm:prSet/>
      <dgm:spPr/>
      <dgm:t>
        <a:bodyPr/>
        <a:lstStyle/>
        <a:p>
          <a:endParaRPr lang="en-GB"/>
        </a:p>
      </dgm:t>
    </dgm:pt>
    <dgm:pt modelId="{17568747-F456-B940-A417-2095D8086D4E}">
      <dgm:prSet/>
      <dgm:spPr/>
      <dgm:t>
        <a:bodyPr/>
        <a:lstStyle/>
        <a:p>
          <a:pPr algn="l"/>
          <a:r>
            <a:rPr lang="en-US" sz="1100" b="1" dirty="0" err="1"/>
            <a:t>Booch</a:t>
          </a:r>
          <a:r>
            <a:rPr lang="en-US" sz="1100" b="1" dirty="0"/>
            <a:t> Method</a:t>
          </a:r>
          <a:r>
            <a:rPr lang="en-MY" sz="1100" dirty="0"/>
            <a:t> </a:t>
          </a:r>
        </a:p>
      </dgm:t>
    </dgm:pt>
    <dgm:pt modelId="{68970720-FB6F-BB4B-9470-1991B13FDE88}" type="parTrans" cxnId="{2C21AE0D-0EB9-C34B-AD98-A633F0ECF6B9}">
      <dgm:prSet/>
      <dgm:spPr/>
      <dgm:t>
        <a:bodyPr/>
        <a:lstStyle/>
        <a:p>
          <a:endParaRPr lang="en-GB"/>
        </a:p>
      </dgm:t>
    </dgm:pt>
    <dgm:pt modelId="{34B6825D-71AF-CD41-832F-6C7BC1F22F77}" type="sibTrans" cxnId="{2C21AE0D-0EB9-C34B-AD98-A633F0ECF6B9}">
      <dgm:prSet/>
      <dgm:spPr/>
      <dgm:t>
        <a:bodyPr/>
        <a:lstStyle/>
        <a:p>
          <a:endParaRPr lang="en-GB"/>
        </a:p>
      </dgm:t>
    </dgm:pt>
    <dgm:pt modelId="{09CB42AC-88D6-A947-840E-CCDC57D9F48D}">
      <dgm:prSet/>
      <dgm:spPr/>
      <dgm:t>
        <a:bodyPr/>
        <a:lstStyle/>
        <a:p>
          <a:pPr algn="l"/>
          <a:r>
            <a:rPr lang="en-US" sz="1100" b="1"/>
            <a:t>OOSE</a:t>
          </a:r>
          <a:r>
            <a:rPr lang="en-MY" sz="1100"/>
            <a:t> </a:t>
          </a:r>
        </a:p>
      </dgm:t>
    </dgm:pt>
    <dgm:pt modelId="{A56E86AA-35C8-F04C-8E95-B7AE44DD3B4E}" type="parTrans" cxnId="{997012AE-4B1F-104A-BBF9-E72A44062024}">
      <dgm:prSet/>
      <dgm:spPr/>
      <dgm:t>
        <a:bodyPr/>
        <a:lstStyle/>
        <a:p>
          <a:endParaRPr lang="en-GB"/>
        </a:p>
      </dgm:t>
    </dgm:pt>
    <dgm:pt modelId="{21344636-D9D1-A040-AF0F-C029B9EAE96F}" type="sibTrans" cxnId="{997012AE-4B1F-104A-BBF9-E72A44062024}">
      <dgm:prSet/>
      <dgm:spPr/>
      <dgm:t>
        <a:bodyPr/>
        <a:lstStyle/>
        <a:p>
          <a:endParaRPr lang="en-GB"/>
        </a:p>
      </dgm:t>
    </dgm:pt>
    <dgm:pt modelId="{18E89E1A-00A7-784D-9F24-B40720495BB3}">
      <dgm:prSet/>
      <dgm:spPr/>
      <dgm:t>
        <a:bodyPr/>
        <a:lstStyle/>
        <a:p>
          <a:pPr algn="l"/>
          <a:r>
            <a:rPr lang="en-MY" sz="1100"/>
            <a:t>OMT</a:t>
          </a:r>
        </a:p>
      </dgm:t>
    </dgm:pt>
    <dgm:pt modelId="{CC01FA02-B1A1-0B47-9ADE-2D205C439467}" type="parTrans" cxnId="{7DC870A6-2A91-2840-A5C4-32F064434330}">
      <dgm:prSet/>
      <dgm:spPr/>
      <dgm:t>
        <a:bodyPr/>
        <a:lstStyle/>
        <a:p>
          <a:endParaRPr lang="en-GB"/>
        </a:p>
      </dgm:t>
    </dgm:pt>
    <dgm:pt modelId="{DB521DC6-4D2D-AC4B-B161-C23E4260F3CC}" type="sibTrans" cxnId="{7DC870A6-2A91-2840-A5C4-32F064434330}">
      <dgm:prSet/>
      <dgm:spPr/>
      <dgm:t>
        <a:bodyPr/>
        <a:lstStyle/>
        <a:p>
          <a:endParaRPr lang="en-GB"/>
        </a:p>
      </dgm:t>
    </dgm:pt>
    <dgm:pt modelId="{1D69124A-5679-5144-BA84-896E013DF95B}">
      <dgm:prSet/>
      <dgm:spPr/>
      <dgm:t>
        <a:bodyPr/>
        <a:lstStyle/>
        <a:p>
          <a:pPr algn="l"/>
          <a:r>
            <a:rPr lang="en-US" sz="1100" b="1"/>
            <a:t>Unified Approach Methodology</a:t>
          </a:r>
          <a:r>
            <a:rPr lang="en-MY" sz="1100"/>
            <a:t> </a:t>
          </a:r>
        </a:p>
      </dgm:t>
    </dgm:pt>
    <dgm:pt modelId="{CEB0BEEB-05AA-9047-AD36-7E1E33C27720}" type="parTrans" cxnId="{F086A733-0761-CA4A-8571-7A91B437C03B}">
      <dgm:prSet/>
      <dgm:spPr/>
      <dgm:t>
        <a:bodyPr/>
        <a:lstStyle/>
        <a:p>
          <a:endParaRPr lang="en-GB"/>
        </a:p>
      </dgm:t>
    </dgm:pt>
    <dgm:pt modelId="{33D13E02-B33F-EA45-BA9C-BE681EF5377E}" type="sibTrans" cxnId="{F086A733-0761-CA4A-8571-7A91B437C03B}">
      <dgm:prSet/>
      <dgm:spPr/>
      <dgm:t>
        <a:bodyPr/>
        <a:lstStyle/>
        <a:p>
          <a:endParaRPr lang="en-GB"/>
        </a:p>
      </dgm:t>
    </dgm:pt>
    <dgm:pt modelId="{C0C437DF-B029-1E46-A3A1-B81FB04F9686}">
      <dgm:prSet/>
      <dgm:spPr/>
      <dgm:t>
        <a:bodyPr/>
        <a:lstStyle/>
        <a:p>
          <a:pPr algn="l"/>
          <a:r>
            <a:rPr lang="en-US" sz="1100" b="1"/>
            <a:t>Rational Unified Process</a:t>
          </a:r>
          <a:r>
            <a:rPr lang="en-MY" sz="1100"/>
            <a:t> </a:t>
          </a:r>
        </a:p>
      </dgm:t>
    </dgm:pt>
    <dgm:pt modelId="{8D77319E-49C3-7A42-A74F-D370A685B08B}" type="parTrans" cxnId="{4FCE5952-92C4-9242-B696-FBC7B45D7115}">
      <dgm:prSet/>
      <dgm:spPr/>
      <dgm:t>
        <a:bodyPr/>
        <a:lstStyle/>
        <a:p>
          <a:endParaRPr lang="en-GB"/>
        </a:p>
      </dgm:t>
    </dgm:pt>
    <dgm:pt modelId="{D14E889D-B82D-3D46-87D2-960259DA3370}" type="sibTrans" cxnId="{4FCE5952-92C4-9242-B696-FBC7B45D7115}">
      <dgm:prSet/>
      <dgm:spPr/>
      <dgm:t>
        <a:bodyPr/>
        <a:lstStyle/>
        <a:p>
          <a:endParaRPr lang="en-GB"/>
        </a:p>
      </dgm:t>
    </dgm:pt>
    <dgm:pt modelId="{B9C98B6A-46CE-AE48-952D-493709F6BF33}">
      <dgm:prSet custT="1"/>
      <dgm:spPr/>
      <dgm:t>
        <a:bodyPr/>
        <a:lstStyle/>
        <a:p>
          <a:pPr algn="ctr"/>
          <a:r>
            <a:rPr lang="en-US" sz="1600" b="1" dirty="0"/>
            <a:t>RAPID</a:t>
          </a:r>
          <a:r>
            <a:rPr lang="en-MY" sz="1600" b="1" dirty="0"/>
            <a:t> </a:t>
          </a:r>
        </a:p>
        <a:p>
          <a:pPr algn="ctr"/>
          <a:endParaRPr lang="en-MY" sz="1600" b="1" dirty="0"/>
        </a:p>
      </dgm:t>
    </dgm:pt>
    <dgm:pt modelId="{E9261B4C-A31B-454F-81BB-B7B4515A6730}" type="parTrans" cxnId="{5E808584-B0AC-B343-BCAD-EDBB034D3B46}">
      <dgm:prSet/>
      <dgm:spPr/>
      <dgm:t>
        <a:bodyPr/>
        <a:lstStyle/>
        <a:p>
          <a:endParaRPr lang="en-GB"/>
        </a:p>
      </dgm:t>
    </dgm:pt>
    <dgm:pt modelId="{A9CCE3ED-E7EE-B746-B1B6-7A28628DC022}" type="sibTrans" cxnId="{5E808584-B0AC-B343-BCAD-EDBB034D3B46}">
      <dgm:prSet/>
      <dgm:spPr/>
      <dgm:t>
        <a:bodyPr/>
        <a:lstStyle/>
        <a:p>
          <a:endParaRPr lang="en-GB"/>
        </a:p>
      </dgm:t>
    </dgm:pt>
    <dgm:pt modelId="{805A5C1D-4AB2-1148-988E-2BFB974D192C}">
      <dgm:prSet/>
      <dgm:spPr/>
      <dgm:t>
        <a:bodyPr/>
        <a:lstStyle/>
        <a:p>
          <a:pPr algn="l"/>
          <a:r>
            <a:rPr lang="en-US" sz="1100" b="1" dirty="0"/>
            <a:t>James Martin’s RAD</a:t>
          </a:r>
          <a:r>
            <a:rPr lang="en-MY" sz="1100" dirty="0"/>
            <a:t> </a:t>
          </a:r>
        </a:p>
      </dgm:t>
    </dgm:pt>
    <dgm:pt modelId="{2C8E1F35-0B2F-E04A-8838-7F4344A5DE1F}" type="parTrans" cxnId="{EFCC43D7-BA44-BF46-9BF4-A937385E0D80}">
      <dgm:prSet/>
      <dgm:spPr/>
      <dgm:t>
        <a:bodyPr/>
        <a:lstStyle/>
        <a:p>
          <a:endParaRPr lang="en-GB"/>
        </a:p>
      </dgm:t>
    </dgm:pt>
    <dgm:pt modelId="{6B429F2A-8AA6-0544-B9B2-7B5990FDF8E1}" type="sibTrans" cxnId="{EFCC43D7-BA44-BF46-9BF4-A937385E0D80}">
      <dgm:prSet/>
      <dgm:spPr/>
      <dgm:t>
        <a:bodyPr/>
        <a:lstStyle/>
        <a:p>
          <a:endParaRPr lang="en-GB"/>
        </a:p>
      </dgm:t>
    </dgm:pt>
    <dgm:pt modelId="{538F05C9-6585-FF4E-A716-7CF0112E9594}">
      <dgm:prSet/>
      <dgm:spPr/>
      <dgm:t>
        <a:bodyPr/>
        <a:lstStyle/>
        <a:p>
          <a:pPr algn="l"/>
          <a:r>
            <a:rPr lang="en-US" sz="1100" b="1"/>
            <a:t>Extreme Programming (XP)</a:t>
          </a:r>
          <a:r>
            <a:rPr lang="en-MY" sz="1100"/>
            <a:t> </a:t>
          </a:r>
        </a:p>
      </dgm:t>
    </dgm:pt>
    <dgm:pt modelId="{C91DD649-9503-D744-B372-B69F4E169EF4}" type="parTrans" cxnId="{2F5AA557-A34C-4843-AD2F-BF3B8D37DFBB}">
      <dgm:prSet/>
      <dgm:spPr/>
      <dgm:t>
        <a:bodyPr/>
        <a:lstStyle/>
        <a:p>
          <a:endParaRPr lang="en-GB"/>
        </a:p>
      </dgm:t>
    </dgm:pt>
    <dgm:pt modelId="{FB7D5E0A-051D-764F-AE11-9B0CAD5DE7FF}" type="sibTrans" cxnId="{2F5AA557-A34C-4843-AD2F-BF3B8D37DFBB}">
      <dgm:prSet/>
      <dgm:spPr/>
      <dgm:t>
        <a:bodyPr/>
        <a:lstStyle/>
        <a:p>
          <a:endParaRPr lang="en-GB"/>
        </a:p>
      </dgm:t>
    </dgm:pt>
    <dgm:pt modelId="{26D5011D-E068-2146-AB9D-6EF31E8670B0}">
      <dgm:prSet/>
      <dgm:spPr/>
      <dgm:t>
        <a:bodyPr/>
        <a:lstStyle/>
        <a:p>
          <a:pPr algn="l"/>
          <a:r>
            <a:rPr lang="en-US" sz="1100" b="1"/>
            <a:t>Web IS development methodology (WISDM)</a:t>
          </a:r>
          <a:r>
            <a:rPr lang="en-MY" sz="1100"/>
            <a:t> </a:t>
          </a:r>
        </a:p>
      </dgm:t>
    </dgm:pt>
    <dgm:pt modelId="{D61A1851-211E-3C46-AACC-5EF076AFD38A}" type="parTrans" cxnId="{97C3C68A-15D0-6F4B-A6C1-DEF396BE0B30}">
      <dgm:prSet/>
      <dgm:spPr/>
      <dgm:t>
        <a:bodyPr/>
        <a:lstStyle/>
        <a:p>
          <a:endParaRPr lang="en-GB"/>
        </a:p>
      </dgm:t>
    </dgm:pt>
    <dgm:pt modelId="{74424E74-671F-A143-95A6-C513D4B1DE21}" type="sibTrans" cxnId="{97C3C68A-15D0-6F4B-A6C1-DEF396BE0B30}">
      <dgm:prSet/>
      <dgm:spPr/>
      <dgm:t>
        <a:bodyPr/>
        <a:lstStyle/>
        <a:p>
          <a:endParaRPr lang="en-GB"/>
        </a:p>
      </dgm:t>
    </dgm:pt>
    <dgm:pt modelId="{15C95492-BD70-FD47-92D5-43DBD7D8BADD}">
      <dgm:prSet custT="1"/>
      <dgm:spPr/>
      <dgm:t>
        <a:bodyPr/>
        <a:lstStyle/>
        <a:p>
          <a:pPr algn="ctr"/>
          <a:r>
            <a:rPr lang="en-US" sz="1600" b="1" dirty="0"/>
            <a:t>PEOPLE-ORIENTED</a:t>
          </a:r>
          <a:r>
            <a:rPr lang="en-MY" sz="1600" dirty="0"/>
            <a:t> </a:t>
          </a:r>
        </a:p>
      </dgm:t>
    </dgm:pt>
    <dgm:pt modelId="{742A10FF-CCA1-D947-B089-785B2B0335AD}" type="parTrans" cxnId="{D7618D50-9A12-9C49-8FEE-C56CDE02EA1A}">
      <dgm:prSet/>
      <dgm:spPr/>
      <dgm:t>
        <a:bodyPr/>
        <a:lstStyle/>
        <a:p>
          <a:endParaRPr lang="en-GB"/>
        </a:p>
      </dgm:t>
    </dgm:pt>
    <dgm:pt modelId="{53B820E3-A825-7246-9FF8-4C70AF459C7E}" type="sibTrans" cxnId="{D7618D50-9A12-9C49-8FEE-C56CDE02EA1A}">
      <dgm:prSet/>
      <dgm:spPr/>
      <dgm:t>
        <a:bodyPr/>
        <a:lstStyle/>
        <a:p>
          <a:endParaRPr lang="en-GB"/>
        </a:p>
      </dgm:t>
    </dgm:pt>
    <dgm:pt modelId="{60066315-030A-4A40-981B-789EFE2607BA}">
      <dgm:prSet/>
      <dgm:spPr/>
      <dgm:t>
        <a:bodyPr/>
        <a:lstStyle/>
        <a:p>
          <a:pPr algn="l"/>
          <a:r>
            <a:rPr lang="en-US" sz="1100" b="1" dirty="0" err="1"/>
            <a:t>CommonKADS</a:t>
          </a:r>
          <a:r>
            <a:rPr lang="en-MY" sz="1100" dirty="0"/>
            <a:t> </a:t>
          </a:r>
        </a:p>
      </dgm:t>
    </dgm:pt>
    <dgm:pt modelId="{82D01D9D-6189-0446-A42F-046D56F3DD37}" type="parTrans" cxnId="{FE93131C-FEE4-6C46-9F8D-D168F87DBC16}">
      <dgm:prSet/>
      <dgm:spPr/>
      <dgm:t>
        <a:bodyPr/>
        <a:lstStyle/>
        <a:p>
          <a:endParaRPr lang="en-GB"/>
        </a:p>
      </dgm:t>
    </dgm:pt>
    <dgm:pt modelId="{387AB2E1-FAA4-C34F-845A-5597BD6CAFF2}" type="sibTrans" cxnId="{FE93131C-FEE4-6C46-9F8D-D168F87DBC16}">
      <dgm:prSet/>
      <dgm:spPr/>
      <dgm:t>
        <a:bodyPr/>
        <a:lstStyle/>
        <a:p>
          <a:endParaRPr lang="en-GB"/>
        </a:p>
      </dgm:t>
    </dgm:pt>
    <dgm:pt modelId="{9BD004DF-8846-4140-AC16-56AB4168E7DC}">
      <dgm:prSet/>
      <dgm:spPr/>
      <dgm:t>
        <a:bodyPr/>
        <a:lstStyle/>
        <a:p>
          <a:pPr algn="l"/>
          <a:r>
            <a:rPr lang="en-US" sz="1100" b="1"/>
            <a:t>ETHICS</a:t>
          </a:r>
          <a:r>
            <a:rPr lang="en-MY" sz="1100"/>
            <a:t> </a:t>
          </a:r>
        </a:p>
      </dgm:t>
    </dgm:pt>
    <dgm:pt modelId="{CF85834A-E6FC-3F44-8F1A-F90557B5181E}" type="parTrans" cxnId="{5D5FD0C8-DF60-7A4C-B77D-EDB14FF9F21F}">
      <dgm:prSet/>
      <dgm:spPr/>
      <dgm:t>
        <a:bodyPr/>
        <a:lstStyle/>
        <a:p>
          <a:endParaRPr lang="en-GB"/>
        </a:p>
      </dgm:t>
    </dgm:pt>
    <dgm:pt modelId="{12103F34-1BC3-4B44-93DF-9BCA0CF785A7}" type="sibTrans" cxnId="{5D5FD0C8-DF60-7A4C-B77D-EDB14FF9F21F}">
      <dgm:prSet/>
      <dgm:spPr/>
      <dgm:t>
        <a:bodyPr/>
        <a:lstStyle/>
        <a:p>
          <a:endParaRPr lang="en-GB"/>
        </a:p>
      </dgm:t>
    </dgm:pt>
    <dgm:pt modelId="{220B43AA-2C2C-F244-9383-39B7C33E8A6B}">
      <dgm:prSet/>
      <dgm:spPr/>
      <dgm:t>
        <a:bodyPr/>
        <a:lstStyle/>
        <a:p>
          <a:pPr algn="l"/>
          <a:r>
            <a:rPr lang="en-US" sz="1100" b="1"/>
            <a:t>KADS</a:t>
          </a:r>
          <a:r>
            <a:rPr lang="en-MY" sz="1100"/>
            <a:t> </a:t>
          </a:r>
        </a:p>
      </dgm:t>
    </dgm:pt>
    <dgm:pt modelId="{377C5226-7C0D-DD47-A91C-FB2C17174841}" type="parTrans" cxnId="{0BAADBCB-B5D8-684B-9BF9-C9F0107EA366}">
      <dgm:prSet/>
      <dgm:spPr/>
      <dgm:t>
        <a:bodyPr/>
        <a:lstStyle/>
        <a:p>
          <a:endParaRPr lang="en-GB"/>
        </a:p>
      </dgm:t>
    </dgm:pt>
    <dgm:pt modelId="{5902538D-CE5E-9744-AD1F-77E558AC24A7}" type="sibTrans" cxnId="{0BAADBCB-B5D8-684B-9BF9-C9F0107EA366}">
      <dgm:prSet/>
      <dgm:spPr/>
      <dgm:t>
        <a:bodyPr/>
        <a:lstStyle/>
        <a:p>
          <a:endParaRPr lang="en-GB"/>
        </a:p>
      </dgm:t>
    </dgm:pt>
    <dgm:pt modelId="{61B8A2DC-C353-7A48-8E5A-8B958E163547}">
      <dgm:prSet custT="1"/>
      <dgm:spPr/>
      <dgm:t>
        <a:bodyPr/>
        <a:lstStyle/>
        <a:p>
          <a:pPr algn="ctr"/>
          <a:r>
            <a:rPr lang="en-US" sz="1200" b="1" dirty="0"/>
            <a:t>ORGANIZATIONAL-ORIENTED</a:t>
          </a:r>
          <a:r>
            <a:rPr lang="en-MY" sz="1200" dirty="0"/>
            <a:t> </a:t>
          </a:r>
        </a:p>
      </dgm:t>
    </dgm:pt>
    <dgm:pt modelId="{F1CB297F-378D-BF46-8654-F923D3BB183A}" type="parTrans" cxnId="{168FE320-8C4F-5947-834F-5A67B578C875}">
      <dgm:prSet/>
      <dgm:spPr/>
      <dgm:t>
        <a:bodyPr/>
        <a:lstStyle/>
        <a:p>
          <a:endParaRPr lang="en-GB"/>
        </a:p>
      </dgm:t>
    </dgm:pt>
    <dgm:pt modelId="{54D51352-CE0E-A942-A9E4-51D91FCC5641}" type="sibTrans" cxnId="{168FE320-8C4F-5947-834F-5A67B578C875}">
      <dgm:prSet/>
      <dgm:spPr/>
      <dgm:t>
        <a:bodyPr/>
        <a:lstStyle/>
        <a:p>
          <a:endParaRPr lang="en-GB"/>
        </a:p>
      </dgm:t>
    </dgm:pt>
    <dgm:pt modelId="{6E403E8B-9CE0-C64B-92C6-00A8CF6F672E}">
      <dgm:prSet/>
      <dgm:spPr/>
      <dgm:t>
        <a:bodyPr/>
        <a:lstStyle/>
        <a:p>
          <a:pPr algn="l"/>
          <a:r>
            <a:rPr lang="en-US" sz="1100" b="1" dirty="0"/>
            <a:t>Soft-System Methodology (SSM</a:t>
          </a:r>
          <a:r>
            <a:rPr lang="en-MY" sz="1100" b="1" dirty="0"/>
            <a:t>)</a:t>
          </a:r>
          <a:endParaRPr lang="en-MY" sz="1100" dirty="0"/>
        </a:p>
      </dgm:t>
    </dgm:pt>
    <dgm:pt modelId="{F37C4B17-4921-F240-8FFF-AA8BF111669C}" type="parTrans" cxnId="{51344525-3C22-0E4C-9960-F11C341C998C}">
      <dgm:prSet/>
      <dgm:spPr/>
      <dgm:t>
        <a:bodyPr/>
        <a:lstStyle/>
        <a:p>
          <a:endParaRPr lang="en-GB"/>
        </a:p>
      </dgm:t>
    </dgm:pt>
    <dgm:pt modelId="{F4BED927-0BBF-D841-80A4-1D45651F350B}" type="sibTrans" cxnId="{51344525-3C22-0E4C-9960-F11C341C998C}">
      <dgm:prSet/>
      <dgm:spPr/>
      <dgm:t>
        <a:bodyPr/>
        <a:lstStyle/>
        <a:p>
          <a:endParaRPr lang="en-GB"/>
        </a:p>
      </dgm:t>
    </dgm:pt>
    <dgm:pt modelId="{E2FB2116-B0C7-E544-A162-665AB85BD2C3}">
      <dgm:prSet/>
      <dgm:spPr/>
      <dgm:t>
        <a:bodyPr/>
        <a:lstStyle/>
        <a:p>
          <a:pPr algn="l"/>
          <a:r>
            <a:rPr lang="en-US" sz="1100" b="1" dirty="0"/>
            <a:t>IS work and Analysis of Changes (ISAC)</a:t>
          </a:r>
          <a:r>
            <a:rPr lang="en-MY" sz="1100" dirty="0"/>
            <a:t> </a:t>
          </a:r>
        </a:p>
      </dgm:t>
    </dgm:pt>
    <dgm:pt modelId="{8996C72B-56E0-7E47-86BC-53C61AB5E302}" type="parTrans" cxnId="{5C2DF1E8-ACC9-DF41-83A8-1764B14EA420}">
      <dgm:prSet/>
      <dgm:spPr/>
      <dgm:t>
        <a:bodyPr/>
        <a:lstStyle/>
        <a:p>
          <a:endParaRPr lang="en-GB"/>
        </a:p>
      </dgm:t>
    </dgm:pt>
    <dgm:pt modelId="{6AE68239-5D14-B046-AD15-484902F28D88}" type="sibTrans" cxnId="{5C2DF1E8-ACC9-DF41-83A8-1764B14EA420}">
      <dgm:prSet/>
      <dgm:spPr/>
      <dgm:t>
        <a:bodyPr/>
        <a:lstStyle/>
        <a:p>
          <a:endParaRPr lang="en-GB"/>
        </a:p>
      </dgm:t>
    </dgm:pt>
    <dgm:pt modelId="{DAAC73A0-1689-444B-A7D4-851CA0C36D57}">
      <dgm:prSet/>
      <dgm:spPr/>
      <dgm:t>
        <a:bodyPr/>
        <a:lstStyle/>
        <a:p>
          <a:pPr algn="l"/>
          <a:r>
            <a:rPr lang="en-US" sz="1100" b="1"/>
            <a:t>Process Innovation (PI)</a:t>
          </a:r>
          <a:endParaRPr lang="en-MY" sz="1100"/>
        </a:p>
      </dgm:t>
    </dgm:pt>
    <dgm:pt modelId="{71FCB83F-B556-DB4A-B2B6-BB59A02D4211}" type="parTrans" cxnId="{65F44A9C-7675-9141-9AC6-5B95588964C1}">
      <dgm:prSet/>
      <dgm:spPr/>
      <dgm:t>
        <a:bodyPr/>
        <a:lstStyle/>
        <a:p>
          <a:endParaRPr lang="en-GB"/>
        </a:p>
      </dgm:t>
    </dgm:pt>
    <dgm:pt modelId="{0C136336-D813-0A45-B8BE-D807668ACC29}" type="sibTrans" cxnId="{65F44A9C-7675-9141-9AC6-5B95588964C1}">
      <dgm:prSet/>
      <dgm:spPr/>
      <dgm:t>
        <a:bodyPr/>
        <a:lstStyle/>
        <a:p>
          <a:endParaRPr lang="en-GB"/>
        </a:p>
      </dgm:t>
    </dgm:pt>
    <dgm:pt modelId="{D78FA52A-F08B-E647-9443-A2BBE18BB398}">
      <dgm:prSet/>
      <dgm:spPr/>
      <dgm:t>
        <a:bodyPr/>
        <a:lstStyle/>
        <a:p>
          <a:pPr algn="l"/>
          <a:r>
            <a:rPr lang="en-US" sz="1100" b="1"/>
            <a:t>Project in controlled environments (PRINCE)</a:t>
          </a:r>
          <a:r>
            <a:rPr lang="en-MY" sz="1100"/>
            <a:t>  </a:t>
          </a:r>
        </a:p>
      </dgm:t>
    </dgm:pt>
    <dgm:pt modelId="{5995C34C-5271-814E-B1C9-C4E51D577041}" type="parTrans" cxnId="{1124C9A2-FDC9-FA46-8DF2-DFB5E5D2A901}">
      <dgm:prSet/>
      <dgm:spPr/>
      <dgm:t>
        <a:bodyPr/>
        <a:lstStyle/>
        <a:p>
          <a:endParaRPr lang="en-GB"/>
        </a:p>
      </dgm:t>
    </dgm:pt>
    <dgm:pt modelId="{039BA8DE-A7C0-6047-B813-076CC033ED9A}" type="sibTrans" cxnId="{1124C9A2-FDC9-FA46-8DF2-DFB5E5D2A901}">
      <dgm:prSet/>
      <dgm:spPr/>
      <dgm:t>
        <a:bodyPr/>
        <a:lstStyle/>
        <a:p>
          <a:endParaRPr lang="en-GB"/>
        </a:p>
      </dgm:t>
    </dgm:pt>
    <dgm:pt modelId="{D540F630-E9B3-F94B-9B60-CEB856AB1ADE}">
      <dgm:prSet custT="1"/>
      <dgm:spPr/>
      <dgm:t>
        <a:bodyPr/>
        <a:lstStyle/>
        <a:p>
          <a:pPr algn="ctr"/>
          <a:r>
            <a:rPr lang="en-US" sz="1400" b="1" dirty="0"/>
            <a:t>FRAMEWORK</a:t>
          </a:r>
          <a:r>
            <a:rPr lang="en-MY" sz="1500" dirty="0"/>
            <a:t> </a:t>
          </a:r>
        </a:p>
      </dgm:t>
    </dgm:pt>
    <dgm:pt modelId="{243E1855-000A-E842-8CBA-0A6276A4A7BA}" type="parTrans" cxnId="{8BBF1ACC-7E64-2A4D-910D-E2A655C355BC}">
      <dgm:prSet/>
      <dgm:spPr/>
      <dgm:t>
        <a:bodyPr/>
        <a:lstStyle/>
        <a:p>
          <a:endParaRPr lang="en-GB"/>
        </a:p>
      </dgm:t>
    </dgm:pt>
    <dgm:pt modelId="{CE9B7CD8-FE06-BC45-8B10-6063657C94CC}" type="sibTrans" cxnId="{8BBF1ACC-7E64-2A4D-910D-E2A655C355BC}">
      <dgm:prSet/>
      <dgm:spPr/>
      <dgm:t>
        <a:bodyPr/>
        <a:lstStyle/>
        <a:p>
          <a:endParaRPr lang="en-GB"/>
        </a:p>
      </dgm:t>
    </dgm:pt>
    <dgm:pt modelId="{6F1A4136-433D-694D-BD24-73541DF5925A}">
      <dgm:prSet/>
      <dgm:spPr/>
      <dgm:t>
        <a:bodyPr/>
        <a:lstStyle/>
        <a:p>
          <a:pPr algn="l"/>
          <a:r>
            <a:rPr lang="en-US" sz="1200" b="1" dirty="0"/>
            <a:t>Multiview</a:t>
          </a:r>
          <a:r>
            <a:rPr lang="en-MY" sz="1200" dirty="0"/>
            <a:t> </a:t>
          </a:r>
        </a:p>
      </dgm:t>
    </dgm:pt>
    <dgm:pt modelId="{B78216B8-2B71-AF42-9ED9-CFE5623F7C69}" type="parTrans" cxnId="{098B64AE-BCF7-C442-B09D-140A475610A9}">
      <dgm:prSet/>
      <dgm:spPr/>
      <dgm:t>
        <a:bodyPr/>
        <a:lstStyle/>
        <a:p>
          <a:endParaRPr lang="en-GB"/>
        </a:p>
      </dgm:t>
    </dgm:pt>
    <dgm:pt modelId="{794CB127-04E4-7946-84A5-23D59D317BF3}" type="sibTrans" cxnId="{098B64AE-BCF7-C442-B09D-140A475610A9}">
      <dgm:prSet/>
      <dgm:spPr/>
      <dgm:t>
        <a:bodyPr/>
        <a:lstStyle/>
        <a:p>
          <a:endParaRPr lang="en-GB"/>
        </a:p>
      </dgm:t>
    </dgm:pt>
    <dgm:pt modelId="{5628CAB8-3995-444A-A325-D22EF57D344E}">
      <dgm:prSet/>
      <dgm:spPr/>
      <dgm:t>
        <a:bodyPr/>
        <a:lstStyle/>
        <a:p>
          <a:pPr algn="l"/>
          <a:r>
            <a:rPr lang="en-US" sz="1200" b="1" dirty="0"/>
            <a:t>Strategic options development and analysis (SODA)</a:t>
          </a:r>
          <a:r>
            <a:rPr lang="en-MY" sz="1200" dirty="0"/>
            <a:t> </a:t>
          </a:r>
        </a:p>
      </dgm:t>
    </dgm:pt>
    <dgm:pt modelId="{AE0A48DF-7FD3-2447-9D7B-A27DF3A531C0}" type="parTrans" cxnId="{097BE560-70B4-6048-A837-AF65E0E2C473}">
      <dgm:prSet/>
      <dgm:spPr/>
      <dgm:t>
        <a:bodyPr/>
        <a:lstStyle/>
        <a:p>
          <a:endParaRPr lang="en-GB"/>
        </a:p>
      </dgm:t>
    </dgm:pt>
    <dgm:pt modelId="{413668DC-8F73-7C4A-814A-21C754B9B28F}" type="sibTrans" cxnId="{097BE560-70B4-6048-A837-AF65E0E2C473}">
      <dgm:prSet/>
      <dgm:spPr/>
      <dgm:t>
        <a:bodyPr/>
        <a:lstStyle/>
        <a:p>
          <a:endParaRPr lang="en-GB"/>
        </a:p>
      </dgm:t>
    </dgm:pt>
    <dgm:pt modelId="{ADDF424D-E188-074C-94D4-C9CC57C65A38}">
      <dgm:prSet/>
      <dgm:spPr/>
      <dgm:t>
        <a:bodyPr/>
        <a:lstStyle/>
        <a:p>
          <a:pPr algn="l"/>
          <a:r>
            <a:rPr lang="en-US" sz="1200" b="1"/>
            <a:t>Capability Maturity Model (CMM)</a:t>
          </a:r>
          <a:r>
            <a:rPr lang="en-MY" sz="1200"/>
            <a:t> </a:t>
          </a:r>
        </a:p>
      </dgm:t>
    </dgm:pt>
    <dgm:pt modelId="{CBDC9506-9ECD-1E49-AF9B-162E4C9A3606}" type="parTrans" cxnId="{AFE89A33-4456-B44B-8C1B-7B86D1F93326}">
      <dgm:prSet/>
      <dgm:spPr/>
      <dgm:t>
        <a:bodyPr/>
        <a:lstStyle/>
        <a:p>
          <a:endParaRPr lang="en-GB"/>
        </a:p>
      </dgm:t>
    </dgm:pt>
    <dgm:pt modelId="{9A2D4DAD-4391-504A-875E-5F0E768976F5}" type="sibTrans" cxnId="{AFE89A33-4456-B44B-8C1B-7B86D1F93326}">
      <dgm:prSet/>
      <dgm:spPr/>
      <dgm:t>
        <a:bodyPr/>
        <a:lstStyle/>
        <a:p>
          <a:endParaRPr lang="en-GB"/>
        </a:p>
      </dgm:t>
    </dgm:pt>
    <dgm:pt modelId="{1085FAA8-3253-074A-ACD1-82A62775A1B2}">
      <dgm:prSet/>
      <dgm:spPr/>
      <dgm:t>
        <a:bodyPr/>
        <a:lstStyle/>
        <a:p>
          <a:pPr algn="l"/>
          <a:endParaRPr lang="en-MY" sz="1100" dirty="0"/>
        </a:p>
      </dgm:t>
    </dgm:pt>
    <dgm:pt modelId="{3A31F62F-30A2-8444-AF88-9D980C22A01A}" type="parTrans" cxnId="{02299A00-2DB1-F44E-94EF-C04EC4EEA49C}">
      <dgm:prSet/>
      <dgm:spPr/>
      <dgm:t>
        <a:bodyPr/>
        <a:lstStyle/>
        <a:p>
          <a:endParaRPr lang="en-GB"/>
        </a:p>
      </dgm:t>
    </dgm:pt>
    <dgm:pt modelId="{5F6E67B4-2D69-3548-A174-F0E54191F4F1}" type="sibTrans" cxnId="{02299A00-2DB1-F44E-94EF-C04EC4EEA49C}">
      <dgm:prSet/>
      <dgm:spPr/>
      <dgm:t>
        <a:bodyPr/>
        <a:lstStyle/>
        <a:p>
          <a:endParaRPr lang="en-GB"/>
        </a:p>
      </dgm:t>
    </dgm:pt>
    <dgm:pt modelId="{18FB5828-1874-8846-84EE-53F40698B2B3}">
      <dgm:prSet/>
      <dgm:spPr/>
      <dgm:t>
        <a:bodyPr/>
        <a:lstStyle/>
        <a:p>
          <a:pPr algn="l"/>
          <a:endParaRPr lang="en-MY" sz="1100" dirty="0"/>
        </a:p>
      </dgm:t>
    </dgm:pt>
    <dgm:pt modelId="{C12CA963-7C0C-404B-9565-CC899EDA1626}" type="parTrans" cxnId="{B7FB1E11-CAA8-E149-9548-18E145D4F06E}">
      <dgm:prSet/>
      <dgm:spPr/>
      <dgm:t>
        <a:bodyPr/>
        <a:lstStyle/>
        <a:p>
          <a:endParaRPr lang="en-GB"/>
        </a:p>
      </dgm:t>
    </dgm:pt>
    <dgm:pt modelId="{97E718E1-8528-224C-AA58-E0B6ECE9F6F8}" type="sibTrans" cxnId="{B7FB1E11-CAA8-E149-9548-18E145D4F06E}">
      <dgm:prSet/>
      <dgm:spPr/>
      <dgm:t>
        <a:bodyPr/>
        <a:lstStyle/>
        <a:p>
          <a:endParaRPr lang="en-GB"/>
        </a:p>
      </dgm:t>
    </dgm:pt>
    <dgm:pt modelId="{25F44CAD-4FA1-6643-92B0-89EDF7721D9D}">
      <dgm:prSet/>
      <dgm:spPr/>
      <dgm:t>
        <a:bodyPr/>
        <a:lstStyle/>
        <a:p>
          <a:pPr algn="l"/>
          <a:endParaRPr lang="en-MY" sz="1100" dirty="0"/>
        </a:p>
      </dgm:t>
    </dgm:pt>
    <dgm:pt modelId="{18555D90-3391-FE4C-A2A8-F7DD2BB2F278}" type="parTrans" cxnId="{A44AE321-F452-1546-9F67-87CACDB6BEDA}">
      <dgm:prSet/>
      <dgm:spPr/>
      <dgm:t>
        <a:bodyPr/>
        <a:lstStyle/>
        <a:p>
          <a:endParaRPr lang="en-GB"/>
        </a:p>
      </dgm:t>
    </dgm:pt>
    <dgm:pt modelId="{506F1A07-5DAF-094C-BBF0-DC1BBDFBF2DC}" type="sibTrans" cxnId="{A44AE321-F452-1546-9F67-87CACDB6BEDA}">
      <dgm:prSet/>
      <dgm:spPr/>
      <dgm:t>
        <a:bodyPr/>
        <a:lstStyle/>
        <a:p>
          <a:endParaRPr lang="en-GB"/>
        </a:p>
      </dgm:t>
    </dgm:pt>
    <dgm:pt modelId="{732D1F03-7C9C-314D-A463-2BA48E4D4060}">
      <dgm:prSet/>
      <dgm:spPr/>
      <dgm:t>
        <a:bodyPr/>
        <a:lstStyle/>
        <a:p>
          <a:pPr algn="l"/>
          <a:endParaRPr lang="en-MY" sz="1100" dirty="0"/>
        </a:p>
      </dgm:t>
    </dgm:pt>
    <dgm:pt modelId="{BEDFE37F-B9B0-B44F-8E51-6E6EEE01CA55}" type="parTrans" cxnId="{7396090A-CD81-6746-8634-0E2DDB7E5EE2}">
      <dgm:prSet/>
      <dgm:spPr/>
      <dgm:t>
        <a:bodyPr/>
        <a:lstStyle/>
        <a:p>
          <a:endParaRPr lang="en-GB"/>
        </a:p>
      </dgm:t>
    </dgm:pt>
    <dgm:pt modelId="{E6B22489-9082-9944-866D-E8684ACE7CAD}" type="sibTrans" cxnId="{7396090A-CD81-6746-8634-0E2DDB7E5EE2}">
      <dgm:prSet/>
      <dgm:spPr/>
      <dgm:t>
        <a:bodyPr/>
        <a:lstStyle/>
        <a:p>
          <a:endParaRPr lang="en-GB"/>
        </a:p>
      </dgm:t>
    </dgm:pt>
    <dgm:pt modelId="{DBC96E30-C72F-B747-859F-F04038C68A6E}">
      <dgm:prSet/>
      <dgm:spPr/>
      <dgm:t>
        <a:bodyPr/>
        <a:lstStyle/>
        <a:p>
          <a:pPr algn="l"/>
          <a:endParaRPr lang="en-MY" sz="1100" dirty="0"/>
        </a:p>
      </dgm:t>
    </dgm:pt>
    <dgm:pt modelId="{563744EE-B159-8845-B70D-6B1CB4F4BD59}" type="parTrans" cxnId="{75C88B52-91D7-DF47-8D6F-912CCA9DDEC5}">
      <dgm:prSet/>
      <dgm:spPr/>
      <dgm:t>
        <a:bodyPr/>
        <a:lstStyle/>
        <a:p>
          <a:endParaRPr lang="en-GB"/>
        </a:p>
      </dgm:t>
    </dgm:pt>
    <dgm:pt modelId="{17FF4B9C-503A-7A41-AE09-9E3EDC2A8A34}" type="sibTrans" cxnId="{75C88B52-91D7-DF47-8D6F-912CCA9DDEC5}">
      <dgm:prSet/>
      <dgm:spPr/>
      <dgm:t>
        <a:bodyPr/>
        <a:lstStyle/>
        <a:p>
          <a:endParaRPr lang="en-GB"/>
        </a:p>
      </dgm:t>
    </dgm:pt>
    <dgm:pt modelId="{CEFEC365-E3C9-0D4A-AD3D-2FF2176ABF82}">
      <dgm:prSet/>
      <dgm:spPr/>
      <dgm:t>
        <a:bodyPr/>
        <a:lstStyle/>
        <a:p>
          <a:pPr algn="l"/>
          <a:endParaRPr lang="en-MY" sz="1100" dirty="0"/>
        </a:p>
      </dgm:t>
    </dgm:pt>
    <dgm:pt modelId="{DB9F2F8E-7E9C-9A4F-8909-359C536B79A4}" type="parTrans" cxnId="{82F6B964-3838-0E4F-A8EA-91CA6D7C342E}">
      <dgm:prSet/>
      <dgm:spPr/>
      <dgm:t>
        <a:bodyPr/>
        <a:lstStyle/>
        <a:p>
          <a:endParaRPr lang="en-GB"/>
        </a:p>
      </dgm:t>
    </dgm:pt>
    <dgm:pt modelId="{47BB8F99-EE04-354F-A7E0-A5BB34F67DB1}" type="sibTrans" cxnId="{82F6B964-3838-0E4F-A8EA-91CA6D7C342E}">
      <dgm:prSet/>
      <dgm:spPr/>
      <dgm:t>
        <a:bodyPr/>
        <a:lstStyle/>
        <a:p>
          <a:endParaRPr lang="en-GB"/>
        </a:p>
      </dgm:t>
    </dgm:pt>
    <dgm:pt modelId="{FE6BE74A-D748-1A45-AF44-F5BFCD0BCEEA}">
      <dgm:prSet/>
      <dgm:spPr/>
      <dgm:t>
        <a:bodyPr/>
        <a:lstStyle/>
        <a:p>
          <a:pPr algn="l"/>
          <a:endParaRPr lang="en-MY" sz="1200"/>
        </a:p>
      </dgm:t>
    </dgm:pt>
    <dgm:pt modelId="{FF01A823-11A8-104C-9F17-4B63A51933DB}" type="parTrans" cxnId="{42035A1C-AB36-8E4C-9319-9291D2B4C922}">
      <dgm:prSet/>
      <dgm:spPr/>
      <dgm:t>
        <a:bodyPr/>
        <a:lstStyle/>
        <a:p>
          <a:endParaRPr lang="en-GB"/>
        </a:p>
      </dgm:t>
    </dgm:pt>
    <dgm:pt modelId="{507F48BA-50CF-3141-B363-F292006C005B}" type="sibTrans" cxnId="{42035A1C-AB36-8E4C-9319-9291D2B4C922}">
      <dgm:prSet/>
      <dgm:spPr/>
      <dgm:t>
        <a:bodyPr/>
        <a:lstStyle/>
        <a:p>
          <a:endParaRPr lang="en-GB"/>
        </a:p>
      </dgm:t>
    </dgm:pt>
    <dgm:pt modelId="{885D1D86-B823-C944-AC1F-5B26D86155D8}" type="pres">
      <dgm:prSet presAssocID="{1A82885A-7A3C-3249-9F16-693C6AF51524}" presName="Name0" presStyleCnt="0">
        <dgm:presLayoutVars>
          <dgm:dir/>
          <dgm:resizeHandles val="exact"/>
        </dgm:presLayoutVars>
      </dgm:prSet>
      <dgm:spPr/>
    </dgm:pt>
    <dgm:pt modelId="{837DD636-4632-1B42-A615-86F27DB4AE51}" type="pres">
      <dgm:prSet presAssocID="{1A82885A-7A3C-3249-9F16-693C6AF51524}" presName="bkgdShp" presStyleLbl="alignAccFollowNode1" presStyleIdx="0" presStyleCnt="1"/>
      <dgm:spPr/>
    </dgm:pt>
    <dgm:pt modelId="{F42EAEA5-5B67-4C47-8009-32972C3185C7}" type="pres">
      <dgm:prSet presAssocID="{1A82885A-7A3C-3249-9F16-693C6AF51524}" presName="linComp" presStyleCnt="0"/>
      <dgm:spPr/>
    </dgm:pt>
    <dgm:pt modelId="{DED74DE9-F1E9-2D42-9D96-E0F671256385}" type="pres">
      <dgm:prSet presAssocID="{CF9F8E55-7BCB-D949-8763-9BB033115B1C}" presName="compNode" presStyleCnt="0"/>
      <dgm:spPr/>
    </dgm:pt>
    <dgm:pt modelId="{76C76737-E6F5-5645-86E6-58D106D5AFED}" type="pres">
      <dgm:prSet presAssocID="{CF9F8E55-7BCB-D949-8763-9BB033115B1C}" presName="node" presStyleLbl="node1" presStyleIdx="0" presStyleCnt="7">
        <dgm:presLayoutVars>
          <dgm:bulletEnabled val="1"/>
        </dgm:presLayoutVars>
      </dgm:prSet>
      <dgm:spPr/>
    </dgm:pt>
    <dgm:pt modelId="{180FDC5C-5CFE-CD4B-B4AC-20BBD44CFF4E}" type="pres">
      <dgm:prSet presAssocID="{CF9F8E55-7BCB-D949-8763-9BB033115B1C}" presName="invisiNode" presStyleLbl="node1" presStyleIdx="0" presStyleCnt="7"/>
      <dgm:spPr/>
    </dgm:pt>
    <dgm:pt modelId="{BD8FDCA5-6E43-E44F-ACE5-5199DC01B80B}" type="pres">
      <dgm:prSet presAssocID="{CF9F8E55-7BCB-D949-8763-9BB033115B1C}" presName="imagNode" presStyleLbl="fgImgPlace1" presStyleIdx="0" presStyleCnt="7"/>
      <dgm:spPr>
        <a:blipFill dpi="0" rotWithShape="1">
          <a:blip xmlns:r="http://schemas.openxmlformats.org/officeDocument/2006/relationships" r:embed="rId1">
            <a:extLst>
              <a:ext uri="{28A0092B-C50C-407E-A947-70E740481C1C}">
                <a14:useLocalDpi xmlns:a14="http://schemas.microsoft.com/office/drawing/2010/main" val="0"/>
              </a:ext>
            </a:extLst>
          </a:blip>
          <a:srcRect/>
          <a:stretch>
            <a:fillRect l="-8468" t="-899" r="-5458" b="-2513"/>
          </a:stretch>
        </a:blipFill>
      </dgm:spPr>
    </dgm:pt>
    <dgm:pt modelId="{3381825E-21DA-C640-8434-A589781B96C9}" type="pres">
      <dgm:prSet presAssocID="{2AC7940B-0754-BF4C-8728-FF981E20D62D}" presName="sibTrans" presStyleLbl="sibTrans2D1" presStyleIdx="0" presStyleCnt="0"/>
      <dgm:spPr/>
    </dgm:pt>
    <dgm:pt modelId="{1EAEE063-09D5-B444-8B82-5E5254D4DBA7}" type="pres">
      <dgm:prSet presAssocID="{12DAB630-9BAA-9A45-96AA-5BF69C948BC1}" presName="compNode" presStyleCnt="0"/>
      <dgm:spPr/>
    </dgm:pt>
    <dgm:pt modelId="{1DF5C841-CA2F-764C-AC6C-8A841B5B0961}" type="pres">
      <dgm:prSet presAssocID="{12DAB630-9BAA-9A45-96AA-5BF69C948BC1}" presName="node" presStyleLbl="node1" presStyleIdx="1" presStyleCnt="7">
        <dgm:presLayoutVars>
          <dgm:bulletEnabled val="1"/>
        </dgm:presLayoutVars>
      </dgm:prSet>
      <dgm:spPr/>
    </dgm:pt>
    <dgm:pt modelId="{2C82CE71-D97B-0E43-9586-745A1F61F1D7}" type="pres">
      <dgm:prSet presAssocID="{12DAB630-9BAA-9A45-96AA-5BF69C948BC1}" presName="invisiNode" presStyleLbl="node1" presStyleIdx="1" presStyleCnt="7"/>
      <dgm:spPr/>
    </dgm:pt>
    <dgm:pt modelId="{7214BF9B-5E66-7648-B84A-C830420100E9}" type="pres">
      <dgm:prSet presAssocID="{12DAB630-9BAA-9A45-96AA-5BF69C948BC1}" presName="imagNode" presStyleLbl="fgImgPlace1" presStyleIdx="1" presStyleCnt="7"/>
      <dgm:spPr>
        <a:blipFill dpi="0" rotWithShape="1">
          <a:blip xmlns:r="http://schemas.openxmlformats.org/officeDocument/2006/relationships" r:embed="rId2">
            <a:extLst>
              <a:ext uri="{28A0092B-C50C-407E-A947-70E740481C1C}">
                <a14:useLocalDpi xmlns:a14="http://schemas.microsoft.com/office/drawing/2010/main" val="0"/>
              </a:ext>
            </a:extLst>
          </a:blip>
          <a:srcRect/>
          <a:stretch>
            <a:fillRect l="-1134" t="-5540" r="-3926" b="-2512"/>
          </a:stretch>
        </a:blipFill>
      </dgm:spPr>
    </dgm:pt>
    <dgm:pt modelId="{2632A4BF-EA91-0D49-93EE-B2E678A73FBD}" type="pres">
      <dgm:prSet presAssocID="{4F18C543-0431-144A-8F39-DE71106D20E1}" presName="sibTrans" presStyleLbl="sibTrans2D1" presStyleIdx="0" presStyleCnt="0"/>
      <dgm:spPr/>
    </dgm:pt>
    <dgm:pt modelId="{135CFA27-534B-9E46-9B40-A29A0984C630}" type="pres">
      <dgm:prSet presAssocID="{8B0648CD-C8B1-9349-8D5C-399B56FFCFA5}" presName="compNode" presStyleCnt="0"/>
      <dgm:spPr/>
    </dgm:pt>
    <dgm:pt modelId="{64C889A7-33F7-164A-98CA-77D89DDF5CB8}" type="pres">
      <dgm:prSet presAssocID="{8B0648CD-C8B1-9349-8D5C-399B56FFCFA5}" presName="node" presStyleLbl="node1" presStyleIdx="2" presStyleCnt="7">
        <dgm:presLayoutVars>
          <dgm:bulletEnabled val="1"/>
        </dgm:presLayoutVars>
      </dgm:prSet>
      <dgm:spPr/>
    </dgm:pt>
    <dgm:pt modelId="{1127502B-F695-F047-B244-F452BED1CE9C}" type="pres">
      <dgm:prSet presAssocID="{8B0648CD-C8B1-9349-8D5C-399B56FFCFA5}" presName="invisiNode" presStyleLbl="node1" presStyleIdx="2" presStyleCnt="7"/>
      <dgm:spPr/>
    </dgm:pt>
    <dgm:pt modelId="{803B5D51-5859-9B4F-AEDF-5A96CC023424}" type="pres">
      <dgm:prSet presAssocID="{8B0648CD-C8B1-9349-8D5C-399B56FFCFA5}" presName="imagNode" presStyleLbl="fgImgPlace1" presStyleIdx="2" presStyleCnt="7"/>
      <dgm:spPr>
        <a:blipFill dpi="0" rotWithShape="1">
          <a:blip xmlns:r="http://schemas.openxmlformats.org/officeDocument/2006/relationships" r:embed="rId3">
            <a:extLst>
              <a:ext uri="{28A0092B-C50C-407E-A947-70E740481C1C}">
                <a14:useLocalDpi xmlns:a14="http://schemas.microsoft.com/office/drawing/2010/main" val="0"/>
              </a:ext>
            </a:extLst>
          </a:blip>
          <a:srcRect/>
          <a:stretch>
            <a:fillRect l="-1202" t="15176" r="-5910" b="12528"/>
          </a:stretch>
        </a:blipFill>
      </dgm:spPr>
    </dgm:pt>
    <dgm:pt modelId="{64D54AE6-C247-1749-9DD8-1028DD8C02FF}" type="pres">
      <dgm:prSet presAssocID="{201B53FA-E8E8-DF4F-AA94-8179A40D29D4}" presName="sibTrans" presStyleLbl="sibTrans2D1" presStyleIdx="0" presStyleCnt="0"/>
      <dgm:spPr/>
    </dgm:pt>
    <dgm:pt modelId="{EC88AFEB-D04F-004D-A345-22085EF30734}" type="pres">
      <dgm:prSet presAssocID="{B9C98B6A-46CE-AE48-952D-493709F6BF33}" presName="compNode" presStyleCnt="0"/>
      <dgm:spPr/>
    </dgm:pt>
    <dgm:pt modelId="{7FF8CE4A-CB3C-F740-87A8-528EA6B2852F}" type="pres">
      <dgm:prSet presAssocID="{B9C98B6A-46CE-AE48-952D-493709F6BF33}" presName="node" presStyleLbl="node1" presStyleIdx="3" presStyleCnt="7">
        <dgm:presLayoutVars>
          <dgm:bulletEnabled val="1"/>
        </dgm:presLayoutVars>
      </dgm:prSet>
      <dgm:spPr/>
    </dgm:pt>
    <dgm:pt modelId="{167B8877-425B-B541-9851-C7F8AA739A24}" type="pres">
      <dgm:prSet presAssocID="{B9C98B6A-46CE-AE48-952D-493709F6BF33}" presName="invisiNode" presStyleLbl="node1" presStyleIdx="3" presStyleCnt="7"/>
      <dgm:spPr/>
    </dgm:pt>
    <dgm:pt modelId="{FD0F2ADE-0275-034A-AC2C-656C70FDB3D6}" type="pres">
      <dgm:prSet presAssocID="{B9C98B6A-46CE-AE48-952D-493709F6BF33}" presName="imagNode" presStyleLbl="fgImgPlace1" presStyleIdx="3" presStyleCnt="7"/>
      <dgm:spPr>
        <a:blipFill>
          <a:blip xmlns:r="http://schemas.openxmlformats.org/officeDocument/2006/relationships" r:embed="rId4">
            <a:extLst>
              <a:ext uri="{28A0092B-C50C-407E-A947-70E740481C1C}">
                <a14:useLocalDpi xmlns:a14="http://schemas.microsoft.com/office/drawing/2010/main" val="0"/>
              </a:ext>
            </a:extLst>
          </a:blip>
          <a:srcRect/>
          <a:stretch>
            <a:fillRect l="-9000" r="-9000"/>
          </a:stretch>
        </a:blipFill>
      </dgm:spPr>
    </dgm:pt>
    <dgm:pt modelId="{B4502802-0B2D-AE48-8B93-5C17684E1F1B}" type="pres">
      <dgm:prSet presAssocID="{A9CCE3ED-E7EE-B746-B1B6-7A28628DC022}" presName="sibTrans" presStyleLbl="sibTrans2D1" presStyleIdx="0" presStyleCnt="0"/>
      <dgm:spPr/>
    </dgm:pt>
    <dgm:pt modelId="{6F295148-52DC-4A4E-B90E-2FF7F9438F3F}" type="pres">
      <dgm:prSet presAssocID="{15C95492-BD70-FD47-92D5-43DBD7D8BADD}" presName="compNode" presStyleCnt="0"/>
      <dgm:spPr/>
    </dgm:pt>
    <dgm:pt modelId="{939EB3C2-CC15-E644-A3AC-DEA170AD7CC4}" type="pres">
      <dgm:prSet presAssocID="{15C95492-BD70-FD47-92D5-43DBD7D8BADD}" presName="node" presStyleLbl="node1" presStyleIdx="4" presStyleCnt="7">
        <dgm:presLayoutVars>
          <dgm:bulletEnabled val="1"/>
        </dgm:presLayoutVars>
      </dgm:prSet>
      <dgm:spPr/>
    </dgm:pt>
    <dgm:pt modelId="{3DECB331-15CE-F444-BEB9-B4CD68E6AC26}" type="pres">
      <dgm:prSet presAssocID="{15C95492-BD70-FD47-92D5-43DBD7D8BADD}" presName="invisiNode" presStyleLbl="node1" presStyleIdx="4" presStyleCnt="7"/>
      <dgm:spPr/>
    </dgm:pt>
    <dgm:pt modelId="{78F517EA-DC62-884F-8219-39EE284BF6C4}" type="pres">
      <dgm:prSet presAssocID="{15C95492-BD70-FD47-92D5-43DBD7D8BADD}" presName="imagNode" presStyleLbl="fgImgPlace1" presStyleIdx="4" presStyleCnt="7"/>
      <dgm:spPr>
        <a:blipFill dpi="0" rotWithShape="1">
          <a:blip xmlns:r="http://schemas.openxmlformats.org/officeDocument/2006/relationships" r:embed="rId5">
            <a:extLst>
              <a:ext uri="{28A0092B-C50C-407E-A947-70E740481C1C}">
                <a14:useLocalDpi xmlns:a14="http://schemas.microsoft.com/office/drawing/2010/main" val="0"/>
              </a:ext>
            </a:extLst>
          </a:blip>
          <a:srcRect/>
          <a:stretch>
            <a:fillRect l="-8855" t="12750" r="-22191" b="4310"/>
          </a:stretch>
        </a:blipFill>
      </dgm:spPr>
    </dgm:pt>
    <dgm:pt modelId="{2B6185A8-7441-954D-B701-460B0D400576}" type="pres">
      <dgm:prSet presAssocID="{53B820E3-A825-7246-9FF8-4C70AF459C7E}" presName="sibTrans" presStyleLbl="sibTrans2D1" presStyleIdx="0" presStyleCnt="0"/>
      <dgm:spPr/>
    </dgm:pt>
    <dgm:pt modelId="{11795CF8-A1B3-3348-AA03-793607DC06BF}" type="pres">
      <dgm:prSet presAssocID="{61B8A2DC-C353-7A48-8E5A-8B958E163547}" presName="compNode" presStyleCnt="0"/>
      <dgm:spPr/>
    </dgm:pt>
    <dgm:pt modelId="{6F0C6027-7E4D-264F-A57F-9E73A02D987A}" type="pres">
      <dgm:prSet presAssocID="{61B8A2DC-C353-7A48-8E5A-8B958E163547}" presName="node" presStyleLbl="node1" presStyleIdx="5" presStyleCnt="7">
        <dgm:presLayoutVars>
          <dgm:bulletEnabled val="1"/>
        </dgm:presLayoutVars>
      </dgm:prSet>
      <dgm:spPr/>
    </dgm:pt>
    <dgm:pt modelId="{55F4BD4A-309B-CA43-9CA8-FFFFDBA6E0C5}" type="pres">
      <dgm:prSet presAssocID="{61B8A2DC-C353-7A48-8E5A-8B958E163547}" presName="invisiNode" presStyleLbl="node1" presStyleIdx="5" presStyleCnt="7"/>
      <dgm:spPr/>
    </dgm:pt>
    <dgm:pt modelId="{A0B8C1ED-B329-6846-9B27-E1D902D6BF3C}" type="pres">
      <dgm:prSet presAssocID="{61B8A2DC-C353-7A48-8E5A-8B958E163547}" presName="imagNode" presStyleLbl="fgImgPlace1" presStyleIdx="5" presStyleCnt="7"/>
      <dgm:spPr>
        <a:blipFill dpi="0" rotWithShape="1">
          <a:blip xmlns:r="http://schemas.openxmlformats.org/officeDocument/2006/relationships" r:embed="rId6">
            <a:extLst>
              <a:ext uri="{28A0092B-C50C-407E-A947-70E740481C1C}">
                <a14:useLocalDpi xmlns:a14="http://schemas.microsoft.com/office/drawing/2010/main" val="0"/>
              </a:ext>
            </a:extLst>
          </a:blip>
          <a:srcRect/>
          <a:stretch>
            <a:fillRect l="-2489" t="-3626" r="-7273" b="-692"/>
          </a:stretch>
        </a:blipFill>
      </dgm:spPr>
    </dgm:pt>
    <dgm:pt modelId="{C9B7B040-771A-064B-ADA6-95F75D9AA6DE}" type="pres">
      <dgm:prSet presAssocID="{54D51352-CE0E-A942-A9E4-51D91FCC5641}" presName="sibTrans" presStyleLbl="sibTrans2D1" presStyleIdx="0" presStyleCnt="0"/>
      <dgm:spPr/>
    </dgm:pt>
    <dgm:pt modelId="{D867AC8B-A9D8-6844-ACBB-274EAC667C04}" type="pres">
      <dgm:prSet presAssocID="{D540F630-E9B3-F94B-9B60-CEB856AB1ADE}" presName="compNode" presStyleCnt="0"/>
      <dgm:spPr/>
    </dgm:pt>
    <dgm:pt modelId="{C1896571-5C34-A044-B885-C41EEFC3837B}" type="pres">
      <dgm:prSet presAssocID="{D540F630-E9B3-F94B-9B60-CEB856AB1ADE}" presName="node" presStyleLbl="node1" presStyleIdx="6" presStyleCnt="7">
        <dgm:presLayoutVars>
          <dgm:bulletEnabled val="1"/>
        </dgm:presLayoutVars>
      </dgm:prSet>
      <dgm:spPr/>
    </dgm:pt>
    <dgm:pt modelId="{7A61AA81-A07A-2246-8734-4B318F0CB892}" type="pres">
      <dgm:prSet presAssocID="{D540F630-E9B3-F94B-9B60-CEB856AB1ADE}" presName="invisiNode" presStyleLbl="node1" presStyleIdx="6" presStyleCnt="7"/>
      <dgm:spPr/>
    </dgm:pt>
    <dgm:pt modelId="{68052011-3D92-6447-8A41-BEFE3EF94F3F}" type="pres">
      <dgm:prSet presAssocID="{D540F630-E9B3-F94B-9B60-CEB856AB1ADE}" presName="imagNode" presStyleLbl="fgImgPlace1" presStyleIdx="6" presStyleCnt="7"/>
      <dgm:spPr>
        <a:blipFill dpi="0" rotWithShape="1">
          <a:blip xmlns:r="http://schemas.openxmlformats.org/officeDocument/2006/relationships" r:embed="rId7">
            <a:extLst>
              <a:ext uri="{28A0092B-C50C-407E-A947-70E740481C1C}">
                <a14:useLocalDpi xmlns:a14="http://schemas.microsoft.com/office/drawing/2010/main" val="0"/>
              </a:ext>
            </a:extLst>
          </a:blip>
          <a:srcRect/>
          <a:stretch>
            <a:fillRect l="-2011" t="-593" r="-1295" b="1"/>
          </a:stretch>
        </a:blipFill>
      </dgm:spPr>
    </dgm:pt>
  </dgm:ptLst>
  <dgm:cxnLst>
    <dgm:cxn modelId="{02299A00-2DB1-F44E-94EF-C04EC4EEA49C}" srcId="{8B0648CD-C8B1-9349-8D5C-399B56FFCFA5}" destId="{1085FAA8-3253-074A-ACD1-82A62775A1B2}" srcOrd="0" destOrd="0" parTransId="{3A31F62F-30A2-8444-AF88-9D980C22A01A}" sibTransId="{5F6E67B4-2D69-3548-A174-F0E54191F4F1}"/>
    <dgm:cxn modelId="{31074003-8CED-454B-A2BF-BCA85B2EE579}" type="presOf" srcId="{25F44CAD-4FA1-6643-92B0-89EDF7721D9D}" destId="{1DF5C841-CA2F-764C-AC6C-8A841B5B0961}" srcOrd="0" destOrd="2" presId="urn:microsoft.com/office/officeart/2005/8/layout/pList2"/>
    <dgm:cxn modelId="{8E228608-7BAB-B04B-882F-9079161EDB2D}" srcId="{1A82885A-7A3C-3249-9F16-693C6AF51524}" destId="{CF9F8E55-7BCB-D949-8763-9BB033115B1C}" srcOrd="0" destOrd="0" parTransId="{50FCAA9C-3741-BB4B-9077-A0BDADBC1193}" sibTransId="{2AC7940B-0754-BF4C-8728-FF981E20D62D}"/>
    <dgm:cxn modelId="{7396090A-CD81-6746-8634-0E2DDB7E5EE2}" srcId="{CF9F8E55-7BCB-D949-8763-9BB033115B1C}" destId="{732D1F03-7C9C-314D-A463-2BA48E4D4060}" srcOrd="0" destOrd="0" parTransId="{BEDFE37F-B9B0-B44F-8E51-6E6EEE01CA55}" sibTransId="{E6B22489-9082-9944-866D-E8684ACE7CAD}"/>
    <dgm:cxn modelId="{F9B6C30A-DF40-6846-A282-6B9B20181702}" srcId="{12DAB630-9BAA-9A45-96AA-5BF69C948BC1}" destId="{98B95DB2-6623-1A49-A036-E896C17D0CBD}" srcOrd="2" destOrd="0" parTransId="{CC17586C-5A42-C24B-B5EE-467150E9F76E}" sibTransId="{93E9261D-483B-F74D-80FB-8E9D0B77E4F6}"/>
    <dgm:cxn modelId="{2C21AE0D-0EB9-C34B-AD98-A633F0ECF6B9}" srcId="{8B0648CD-C8B1-9349-8D5C-399B56FFCFA5}" destId="{17568747-F456-B940-A417-2095D8086D4E}" srcOrd="1" destOrd="0" parTransId="{68970720-FB6F-BB4B-9470-1991B13FDE88}" sibTransId="{34B6825D-71AF-CD41-832F-6C7BC1F22F77}"/>
    <dgm:cxn modelId="{B7FB1E11-CAA8-E149-9548-18E145D4F06E}" srcId="{12DAB630-9BAA-9A45-96AA-5BF69C948BC1}" destId="{18FB5828-1874-8846-84EE-53F40698B2B3}" srcOrd="0" destOrd="0" parTransId="{C12CA963-7C0C-404B-9565-CC899EDA1626}" sibTransId="{97E718E1-8528-224C-AA58-E0B6ECE9F6F8}"/>
    <dgm:cxn modelId="{FE93131C-FEE4-6C46-9F8D-D168F87DBC16}" srcId="{15C95492-BD70-FD47-92D5-43DBD7D8BADD}" destId="{60066315-030A-4A40-981B-789EFE2607BA}" srcOrd="1" destOrd="0" parTransId="{82D01D9D-6189-0446-A42F-046D56F3DD37}" sibTransId="{387AB2E1-FAA4-C34F-845A-5597BD6CAFF2}"/>
    <dgm:cxn modelId="{42035A1C-AB36-8E4C-9319-9291D2B4C922}" srcId="{D540F630-E9B3-F94B-9B60-CEB856AB1ADE}" destId="{FE6BE74A-D748-1A45-AF44-F5BFCD0BCEEA}" srcOrd="0" destOrd="0" parTransId="{FF01A823-11A8-104C-9F17-4B63A51933DB}" sibTransId="{507F48BA-50CF-3141-B363-F292006C005B}"/>
    <dgm:cxn modelId="{168FE320-8C4F-5947-834F-5A67B578C875}" srcId="{1A82885A-7A3C-3249-9F16-693C6AF51524}" destId="{61B8A2DC-C353-7A48-8E5A-8B958E163547}" srcOrd="5" destOrd="0" parTransId="{F1CB297F-378D-BF46-8654-F923D3BB183A}" sibTransId="{54D51352-CE0E-A942-A9E4-51D91FCC5641}"/>
    <dgm:cxn modelId="{A44AE321-F452-1546-9F67-87CACDB6BEDA}" srcId="{12DAB630-9BAA-9A45-96AA-5BF69C948BC1}" destId="{25F44CAD-4FA1-6643-92B0-89EDF7721D9D}" srcOrd="1" destOrd="0" parTransId="{18555D90-3391-FE4C-A2A8-F7DD2BB2F278}" sibTransId="{506F1A07-5DAF-094C-BBF0-DC1BBDFBF2DC}"/>
    <dgm:cxn modelId="{51344525-3C22-0E4C-9960-F11C341C998C}" srcId="{61B8A2DC-C353-7A48-8E5A-8B958E163547}" destId="{6E403E8B-9CE0-C64B-92C6-00A8CF6F672E}" srcOrd="1" destOrd="0" parTransId="{F37C4B17-4921-F240-8FFF-AA8BF111669C}" sibTransId="{F4BED927-0BBF-D841-80A4-1D45651F350B}"/>
    <dgm:cxn modelId="{EEADFB26-F085-A441-8037-AB108DC81EFA}" type="presOf" srcId="{9DBCABF8-E8F0-8147-97DE-2ABE331D9B62}" destId="{76C76737-E6F5-5645-86E6-58D106D5AFED}" srcOrd="0" destOrd="3" presId="urn:microsoft.com/office/officeart/2005/8/layout/pList2"/>
    <dgm:cxn modelId="{55334F2E-C74D-6946-8D6E-7661ED36071A}" type="presOf" srcId="{09CB42AC-88D6-A947-840E-CCDC57D9F48D}" destId="{64C889A7-33F7-164A-98CA-77D89DDF5CB8}" srcOrd="0" destOrd="3" presId="urn:microsoft.com/office/officeart/2005/8/layout/pList2"/>
    <dgm:cxn modelId="{AFE89A33-4456-B44B-8C1B-7B86D1F93326}" srcId="{D540F630-E9B3-F94B-9B60-CEB856AB1ADE}" destId="{ADDF424D-E188-074C-94D4-C9CC57C65A38}" srcOrd="3" destOrd="0" parTransId="{CBDC9506-9ECD-1E49-AF9B-162E4C9A3606}" sibTransId="{9A2D4DAD-4391-504A-875E-5F0E768976F5}"/>
    <dgm:cxn modelId="{F086A733-0761-CA4A-8571-7A91B437C03B}" srcId="{8B0648CD-C8B1-9349-8D5C-399B56FFCFA5}" destId="{1D69124A-5679-5144-BA84-896E013DF95B}" srcOrd="4" destOrd="0" parTransId="{CEB0BEEB-05AA-9047-AD36-7E1E33C27720}" sibTransId="{33D13E02-B33F-EA45-BA9C-BE681EF5377E}"/>
    <dgm:cxn modelId="{20C51B36-E9E4-F849-916C-AF970A50D437}" type="presOf" srcId="{26D5011D-E068-2146-AB9D-6EF31E8670B0}" destId="{7FF8CE4A-CB3C-F740-87A8-528EA6B2852F}" srcOrd="0" destOrd="3" presId="urn:microsoft.com/office/officeart/2005/8/layout/pList2"/>
    <dgm:cxn modelId="{D93E5D3F-0D02-0545-9C76-A8412D5EAAE7}" type="presOf" srcId="{B9C98B6A-46CE-AE48-952D-493709F6BF33}" destId="{7FF8CE4A-CB3C-F740-87A8-528EA6B2852F}" srcOrd="0" destOrd="0" presId="urn:microsoft.com/office/officeart/2005/8/layout/pList2"/>
    <dgm:cxn modelId="{6EF7E05D-8F3D-0B43-BC17-AB95E1B4B7BD}" type="presOf" srcId="{C0C437DF-B029-1E46-A3A1-B81FB04F9686}" destId="{64C889A7-33F7-164A-98CA-77D89DDF5CB8}" srcOrd="0" destOrd="6" presId="urn:microsoft.com/office/officeart/2005/8/layout/pList2"/>
    <dgm:cxn modelId="{097BE560-70B4-6048-A837-AF65E0E2C473}" srcId="{D540F630-E9B3-F94B-9B60-CEB856AB1ADE}" destId="{5628CAB8-3995-444A-A325-D22EF57D344E}" srcOrd="2" destOrd="0" parTransId="{AE0A48DF-7FD3-2447-9D7B-A27DF3A531C0}" sibTransId="{413668DC-8F73-7C4A-814A-21C754B9B28F}"/>
    <dgm:cxn modelId="{5048C441-F06B-DC4A-94A9-9A928CB4632B}" type="presOf" srcId="{8B0648CD-C8B1-9349-8D5C-399B56FFCFA5}" destId="{64C889A7-33F7-164A-98CA-77D89DDF5CB8}" srcOrd="0" destOrd="0" presId="urn:microsoft.com/office/officeart/2005/8/layout/pList2"/>
    <dgm:cxn modelId="{82F6B964-3838-0E4F-A8EA-91CA6D7C342E}" srcId="{61B8A2DC-C353-7A48-8E5A-8B958E163547}" destId="{CEFEC365-E3C9-0D4A-AD3D-2FF2176ABF82}" srcOrd="0" destOrd="0" parTransId="{DB9F2F8E-7E9C-9A4F-8909-359C536B79A4}" sibTransId="{47BB8F99-EE04-354F-A7E0-A5BB34F67DB1}"/>
    <dgm:cxn modelId="{0F5FBF65-EED3-1443-A0A6-BD76AB1FD3ED}" srcId="{CF9F8E55-7BCB-D949-8763-9BB033115B1C}" destId="{5DAA7457-F34D-E74C-BE5F-B45C6EBCDD7C}" srcOrd="1" destOrd="0" parTransId="{3EF7387D-0426-4A4D-8A56-CA7B3A381532}" sibTransId="{51A29BF9-2DB9-DD49-8C8E-0640832C4CC4}"/>
    <dgm:cxn modelId="{7E8C5248-1862-1444-804D-54A2D3C14314}" type="presOf" srcId="{1085FAA8-3253-074A-ACD1-82A62775A1B2}" destId="{64C889A7-33F7-164A-98CA-77D89DDF5CB8}" srcOrd="0" destOrd="1" presId="urn:microsoft.com/office/officeart/2005/8/layout/pList2"/>
    <dgm:cxn modelId="{6FC1A74C-1956-574A-BB96-28B3B7677969}" type="presOf" srcId="{CEFEC365-E3C9-0D4A-AD3D-2FF2176ABF82}" destId="{6F0C6027-7E4D-264F-A57F-9E73A02D987A}" srcOrd="0" destOrd="1" presId="urn:microsoft.com/office/officeart/2005/8/layout/pList2"/>
    <dgm:cxn modelId="{8E35C96D-5E34-3F46-9800-E45371ABF37D}" type="presOf" srcId="{98B95DB2-6623-1A49-A036-E896C17D0CBD}" destId="{1DF5C841-CA2F-764C-AC6C-8A841B5B0961}" srcOrd="0" destOrd="3" presId="urn:microsoft.com/office/officeart/2005/8/layout/pList2"/>
    <dgm:cxn modelId="{200AC76E-5E3F-7C4E-B490-BC42E75BD07C}" type="presOf" srcId="{61B8A2DC-C353-7A48-8E5A-8B958E163547}" destId="{6F0C6027-7E4D-264F-A57F-9E73A02D987A}" srcOrd="0" destOrd="0" presId="urn:microsoft.com/office/officeart/2005/8/layout/pList2"/>
    <dgm:cxn modelId="{D7618D50-9A12-9C49-8FEE-C56CDE02EA1A}" srcId="{1A82885A-7A3C-3249-9F16-693C6AF51524}" destId="{15C95492-BD70-FD47-92D5-43DBD7D8BADD}" srcOrd="4" destOrd="0" parTransId="{742A10FF-CCA1-D947-B089-785B2B0335AD}" sibTransId="{53B820E3-A825-7246-9FF8-4C70AF459C7E}"/>
    <dgm:cxn modelId="{E5002371-26D3-F644-85B5-F8FFC1036B0C}" type="presOf" srcId="{18E89E1A-00A7-784D-9F24-B40720495BB3}" destId="{64C889A7-33F7-164A-98CA-77D89DDF5CB8}" srcOrd="0" destOrd="4" presId="urn:microsoft.com/office/officeart/2005/8/layout/pList2"/>
    <dgm:cxn modelId="{4FCE5952-92C4-9242-B696-FBC7B45D7115}" srcId="{8B0648CD-C8B1-9349-8D5C-399B56FFCFA5}" destId="{C0C437DF-B029-1E46-A3A1-B81FB04F9686}" srcOrd="5" destOrd="0" parTransId="{8D77319E-49C3-7A42-A74F-D370A685B08B}" sibTransId="{D14E889D-B82D-3D46-87D2-960259DA3370}"/>
    <dgm:cxn modelId="{75C88B52-91D7-DF47-8D6F-912CCA9DDEC5}" srcId="{15C95492-BD70-FD47-92D5-43DBD7D8BADD}" destId="{DBC96E30-C72F-B747-859F-F04038C68A6E}" srcOrd="0" destOrd="0" parTransId="{563744EE-B159-8845-B70D-6B1CB4F4BD59}" sibTransId="{17FF4B9C-503A-7A41-AE09-9E3EDC2A8A34}"/>
    <dgm:cxn modelId="{611A1D76-ABB9-EF4D-8C79-596A205F3217}" type="presOf" srcId="{9BD004DF-8846-4140-AC16-56AB4168E7DC}" destId="{939EB3C2-CC15-E644-A3AC-DEA170AD7CC4}" srcOrd="0" destOrd="3" presId="urn:microsoft.com/office/officeart/2005/8/layout/pList2"/>
    <dgm:cxn modelId="{8EB86C76-38EB-F645-9643-D1F294FE2D3B}" type="presOf" srcId="{732D1F03-7C9C-314D-A463-2BA48E4D4060}" destId="{76C76737-E6F5-5645-86E6-58D106D5AFED}" srcOrd="0" destOrd="1" presId="urn:microsoft.com/office/officeart/2005/8/layout/pList2"/>
    <dgm:cxn modelId="{2F5AA557-A34C-4843-AD2F-BF3B8D37DFBB}" srcId="{B9C98B6A-46CE-AE48-952D-493709F6BF33}" destId="{538F05C9-6585-FF4E-A716-7CF0112E9594}" srcOrd="1" destOrd="0" parTransId="{C91DD649-9503-D744-B372-B69F4E169EF4}" sibTransId="{FB7D5E0A-051D-764F-AE11-9B0CAD5DE7FF}"/>
    <dgm:cxn modelId="{CF7B5B58-6592-E64E-92EB-03EBF3EC2992}" type="presOf" srcId="{FE6BE74A-D748-1A45-AF44-F5BFCD0BCEEA}" destId="{C1896571-5C34-A044-B885-C41EEFC3837B}" srcOrd="0" destOrd="1" presId="urn:microsoft.com/office/officeart/2005/8/layout/pList2"/>
    <dgm:cxn modelId="{15A90B79-29EF-AE42-BD70-664A8CCCED32}" type="presOf" srcId="{15C95492-BD70-FD47-92D5-43DBD7D8BADD}" destId="{939EB3C2-CC15-E644-A3AC-DEA170AD7CC4}" srcOrd="0" destOrd="0" presId="urn:microsoft.com/office/officeart/2005/8/layout/pList2"/>
    <dgm:cxn modelId="{626AFF7A-4AB8-1746-846E-CA37B076FD29}" type="presOf" srcId="{A9CCE3ED-E7EE-B746-B1B6-7A28628DC022}" destId="{B4502802-0B2D-AE48-8B93-5C17684E1F1B}" srcOrd="0" destOrd="0" presId="urn:microsoft.com/office/officeart/2005/8/layout/pList2"/>
    <dgm:cxn modelId="{706D6D7E-A375-8549-A8A6-E328CBC74413}" srcId="{1A82885A-7A3C-3249-9F16-693C6AF51524}" destId="{8B0648CD-C8B1-9349-8D5C-399B56FFCFA5}" srcOrd="2" destOrd="0" parTransId="{7A86CD7A-E65E-CA45-8FEC-703AD0486BA4}" sibTransId="{201B53FA-E8E8-DF4F-AA94-8179A40D29D4}"/>
    <dgm:cxn modelId="{8DC7FF82-7B59-6D45-BF22-23C5E9B9CF71}" type="presOf" srcId="{ADDF424D-E188-074C-94D4-C9CC57C65A38}" destId="{C1896571-5C34-A044-B885-C41EEFC3837B}" srcOrd="0" destOrd="4" presId="urn:microsoft.com/office/officeart/2005/8/layout/pList2"/>
    <dgm:cxn modelId="{94CC3783-9FC7-DE46-AEF6-8CC03FBBEAB1}" type="presOf" srcId="{DAAC73A0-1689-444B-A7D4-851CA0C36D57}" destId="{6F0C6027-7E4D-264F-A57F-9E73A02D987A}" srcOrd="0" destOrd="4" presId="urn:microsoft.com/office/officeart/2005/8/layout/pList2"/>
    <dgm:cxn modelId="{5E808584-B0AC-B343-BCAD-EDBB034D3B46}" srcId="{1A82885A-7A3C-3249-9F16-693C6AF51524}" destId="{B9C98B6A-46CE-AE48-952D-493709F6BF33}" srcOrd="3" destOrd="0" parTransId="{E9261B4C-A31B-454F-81BB-B7B4515A6730}" sibTransId="{A9CCE3ED-E7EE-B746-B1B6-7A28628DC022}"/>
    <dgm:cxn modelId="{3763A987-7143-9B49-9AE9-FFE7C6C84333}" type="presOf" srcId="{53B820E3-A825-7246-9FF8-4C70AF459C7E}" destId="{2B6185A8-7441-954D-B701-460B0D400576}" srcOrd="0" destOrd="0" presId="urn:microsoft.com/office/officeart/2005/8/layout/pList2"/>
    <dgm:cxn modelId="{3B9DD687-371C-AF4D-B53B-4FD687107DD4}" type="presOf" srcId="{18FB5828-1874-8846-84EE-53F40698B2B3}" destId="{1DF5C841-CA2F-764C-AC6C-8A841B5B0961}" srcOrd="0" destOrd="1" presId="urn:microsoft.com/office/officeart/2005/8/layout/pList2"/>
    <dgm:cxn modelId="{FFF7FE87-2C8F-8B46-BE0B-BDAF0D8F9AB2}" type="presOf" srcId="{DBC96E30-C72F-B747-859F-F04038C68A6E}" destId="{939EB3C2-CC15-E644-A3AC-DEA170AD7CC4}" srcOrd="0" destOrd="1" presId="urn:microsoft.com/office/officeart/2005/8/layout/pList2"/>
    <dgm:cxn modelId="{65BA1388-CA1C-E34E-9888-B84140BF081E}" type="presOf" srcId="{1D69124A-5679-5144-BA84-896E013DF95B}" destId="{64C889A7-33F7-164A-98CA-77D89DDF5CB8}" srcOrd="0" destOrd="5" presId="urn:microsoft.com/office/officeart/2005/8/layout/pList2"/>
    <dgm:cxn modelId="{97C3C68A-15D0-6F4B-A6C1-DEF396BE0B30}" srcId="{B9C98B6A-46CE-AE48-952D-493709F6BF33}" destId="{26D5011D-E068-2146-AB9D-6EF31E8670B0}" srcOrd="2" destOrd="0" parTransId="{D61A1851-211E-3C46-AACC-5EF076AFD38A}" sibTransId="{74424E74-671F-A143-95A6-C513D4B1DE21}"/>
    <dgm:cxn modelId="{DEBBF48C-466C-C44C-904E-E3C2C43C37B2}" type="presOf" srcId="{6F1A4136-433D-694D-BD24-73541DF5925A}" destId="{C1896571-5C34-A044-B885-C41EEFC3837B}" srcOrd="0" destOrd="2" presId="urn:microsoft.com/office/officeart/2005/8/layout/pList2"/>
    <dgm:cxn modelId="{65F44A9C-7675-9141-9AC6-5B95588964C1}" srcId="{61B8A2DC-C353-7A48-8E5A-8B958E163547}" destId="{DAAC73A0-1689-444B-A7D4-851CA0C36D57}" srcOrd="3" destOrd="0" parTransId="{71FCB83F-B556-DB4A-B2B6-BB59A02D4211}" sibTransId="{0C136336-D813-0A45-B8BE-D807668ACC29}"/>
    <dgm:cxn modelId="{C07BE79C-39D8-1240-ACD6-133399ED6CCB}" type="presOf" srcId="{CF9F8E55-7BCB-D949-8763-9BB033115B1C}" destId="{76C76737-E6F5-5645-86E6-58D106D5AFED}" srcOrd="0" destOrd="0" presId="urn:microsoft.com/office/officeart/2005/8/layout/pList2"/>
    <dgm:cxn modelId="{4DFCC2A0-1D0D-0B4C-B63F-9C1BD8226B90}" type="presOf" srcId="{2AC7940B-0754-BF4C-8728-FF981E20D62D}" destId="{3381825E-21DA-C640-8434-A589781B96C9}" srcOrd="0" destOrd="0" presId="urn:microsoft.com/office/officeart/2005/8/layout/pList2"/>
    <dgm:cxn modelId="{AA2217A2-7D93-0A41-B5FB-9DBEFACF0F7F}" type="presOf" srcId="{1A82885A-7A3C-3249-9F16-693C6AF51524}" destId="{885D1D86-B823-C944-AC1F-5B26D86155D8}" srcOrd="0" destOrd="0" presId="urn:microsoft.com/office/officeart/2005/8/layout/pList2"/>
    <dgm:cxn modelId="{1124C9A2-FDC9-FA46-8DF2-DFB5E5D2A901}" srcId="{61B8A2DC-C353-7A48-8E5A-8B958E163547}" destId="{D78FA52A-F08B-E647-9443-A2BBE18BB398}" srcOrd="4" destOrd="0" parTransId="{5995C34C-5271-814E-B1C9-C4E51D577041}" sibTransId="{039BA8DE-A7C0-6047-B813-076CC033ED9A}"/>
    <dgm:cxn modelId="{9AE850A3-D676-D347-8D51-15E52D9C9D50}" type="presOf" srcId="{60066315-030A-4A40-981B-789EFE2607BA}" destId="{939EB3C2-CC15-E644-A3AC-DEA170AD7CC4}" srcOrd="0" destOrd="2" presId="urn:microsoft.com/office/officeart/2005/8/layout/pList2"/>
    <dgm:cxn modelId="{DC464AA4-C645-C64B-9CD6-12F6BDA95184}" type="presOf" srcId="{D540F630-E9B3-F94B-9B60-CEB856AB1ADE}" destId="{C1896571-5C34-A044-B885-C41EEFC3837B}" srcOrd="0" destOrd="0" presId="urn:microsoft.com/office/officeart/2005/8/layout/pList2"/>
    <dgm:cxn modelId="{7DC870A6-2A91-2840-A5C4-32F064434330}" srcId="{8B0648CD-C8B1-9349-8D5C-399B56FFCFA5}" destId="{18E89E1A-00A7-784D-9F24-B40720495BB3}" srcOrd="3" destOrd="0" parTransId="{CC01FA02-B1A1-0B47-9ADE-2D205C439467}" sibTransId="{DB521DC6-4D2D-AC4B-B161-C23E4260F3CC}"/>
    <dgm:cxn modelId="{9926DFA6-D194-ED43-A37A-FAA984CB8362}" type="presOf" srcId="{5DAA7457-F34D-E74C-BE5F-B45C6EBCDD7C}" destId="{76C76737-E6F5-5645-86E6-58D106D5AFED}" srcOrd="0" destOrd="2" presId="urn:microsoft.com/office/officeart/2005/8/layout/pList2"/>
    <dgm:cxn modelId="{997012AE-4B1F-104A-BBF9-E72A44062024}" srcId="{8B0648CD-C8B1-9349-8D5C-399B56FFCFA5}" destId="{09CB42AC-88D6-A947-840E-CCDC57D9F48D}" srcOrd="2" destOrd="0" parTransId="{A56E86AA-35C8-F04C-8E95-B7AE44DD3B4E}" sibTransId="{21344636-D9D1-A040-AF0F-C029B9EAE96F}"/>
    <dgm:cxn modelId="{098B64AE-BCF7-C442-B09D-140A475610A9}" srcId="{D540F630-E9B3-F94B-9B60-CEB856AB1ADE}" destId="{6F1A4136-433D-694D-BD24-73541DF5925A}" srcOrd="1" destOrd="0" parTransId="{B78216B8-2B71-AF42-9ED9-CFE5623F7C69}" sibTransId="{794CB127-04E4-7946-84A5-23D59D317BF3}"/>
    <dgm:cxn modelId="{D9521AB2-E036-4E40-8976-DCE335103E85}" type="presOf" srcId="{220B43AA-2C2C-F244-9383-39B7C33E8A6B}" destId="{939EB3C2-CC15-E644-A3AC-DEA170AD7CC4}" srcOrd="0" destOrd="4" presId="urn:microsoft.com/office/officeart/2005/8/layout/pList2"/>
    <dgm:cxn modelId="{17EE5EB2-06A1-5B4C-8803-CF53B8F6403A}" srcId="{CF9F8E55-7BCB-D949-8763-9BB033115B1C}" destId="{9DBCABF8-E8F0-8147-97DE-2ABE331D9B62}" srcOrd="2" destOrd="0" parTransId="{DBEE68DF-83E2-E645-8DC8-08BA0690C558}" sibTransId="{31188F5E-62F3-D74F-8B14-B91D240687B0}"/>
    <dgm:cxn modelId="{2FEFC1B5-4ACD-214A-ABB2-53EF18B14DAF}" type="presOf" srcId="{D78FA52A-F08B-E647-9443-A2BBE18BB398}" destId="{6F0C6027-7E4D-264F-A57F-9E73A02D987A}" srcOrd="0" destOrd="5" presId="urn:microsoft.com/office/officeart/2005/8/layout/pList2"/>
    <dgm:cxn modelId="{035433BB-3F6F-CE44-B2C7-AE7DBF1DA069}" type="presOf" srcId="{805A5C1D-4AB2-1148-988E-2BFB974D192C}" destId="{7FF8CE4A-CB3C-F740-87A8-528EA6B2852F}" srcOrd="0" destOrd="1" presId="urn:microsoft.com/office/officeart/2005/8/layout/pList2"/>
    <dgm:cxn modelId="{929E7ABC-CC2B-7548-A127-AA20E99711CD}" type="presOf" srcId="{E2FB2116-B0C7-E544-A162-665AB85BD2C3}" destId="{6F0C6027-7E4D-264F-A57F-9E73A02D987A}" srcOrd="0" destOrd="3" presId="urn:microsoft.com/office/officeart/2005/8/layout/pList2"/>
    <dgm:cxn modelId="{5D5FD0C8-DF60-7A4C-B77D-EDB14FF9F21F}" srcId="{15C95492-BD70-FD47-92D5-43DBD7D8BADD}" destId="{9BD004DF-8846-4140-AC16-56AB4168E7DC}" srcOrd="2" destOrd="0" parTransId="{CF85834A-E6FC-3F44-8F1A-F90557B5181E}" sibTransId="{12103F34-1BC3-4B44-93DF-9BCA0CF785A7}"/>
    <dgm:cxn modelId="{0BAADBCB-B5D8-684B-9BF9-C9F0107EA366}" srcId="{15C95492-BD70-FD47-92D5-43DBD7D8BADD}" destId="{220B43AA-2C2C-F244-9383-39B7C33E8A6B}" srcOrd="3" destOrd="0" parTransId="{377C5226-7C0D-DD47-A91C-FB2C17174841}" sibTransId="{5902538D-CE5E-9744-AD1F-77E558AC24A7}"/>
    <dgm:cxn modelId="{8BBF1ACC-7E64-2A4D-910D-E2A655C355BC}" srcId="{1A82885A-7A3C-3249-9F16-693C6AF51524}" destId="{D540F630-E9B3-F94B-9B60-CEB856AB1ADE}" srcOrd="6" destOrd="0" parTransId="{243E1855-000A-E842-8CBA-0A6276A4A7BA}" sibTransId="{CE9B7CD8-FE06-BC45-8B10-6063657C94CC}"/>
    <dgm:cxn modelId="{7A8B16CE-B05E-9748-8D68-4EB3D6823E81}" srcId="{1A82885A-7A3C-3249-9F16-693C6AF51524}" destId="{12DAB630-9BAA-9A45-96AA-5BF69C948BC1}" srcOrd="1" destOrd="0" parTransId="{8F314990-11FE-7E4F-8424-CA5361433318}" sibTransId="{4F18C543-0431-144A-8F39-DE71106D20E1}"/>
    <dgm:cxn modelId="{956F76CF-A9DB-2E46-A405-F7106860C272}" type="presOf" srcId="{12DAB630-9BAA-9A45-96AA-5BF69C948BC1}" destId="{1DF5C841-CA2F-764C-AC6C-8A841B5B0961}" srcOrd="0" destOrd="0" presId="urn:microsoft.com/office/officeart/2005/8/layout/pList2"/>
    <dgm:cxn modelId="{EFCC43D7-BA44-BF46-9BF4-A937385E0D80}" srcId="{B9C98B6A-46CE-AE48-952D-493709F6BF33}" destId="{805A5C1D-4AB2-1148-988E-2BFB974D192C}" srcOrd="0" destOrd="0" parTransId="{2C8E1F35-0B2F-E04A-8838-7F4344A5DE1F}" sibTransId="{6B429F2A-8AA6-0544-B9B2-7B5990FDF8E1}"/>
    <dgm:cxn modelId="{A1DDA8E0-2CE0-DD49-8900-8DADCFB51EEC}" type="presOf" srcId="{54D51352-CE0E-A942-A9E4-51D91FCC5641}" destId="{C9B7B040-771A-064B-ADA6-95F75D9AA6DE}" srcOrd="0" destOrd="0" presId="urn:microsoft.com/office/officeart/2005/8/layout/pList2"/>
    <dgm:cxn modelId="{DC2030E8-BE2A-CB44-A3C2-B746D5ECDE94}" type="presOf" srcId="{201B53FA-E8E8-DF4F-AA94-8179A40D29D4}" destId="{64D54AE6-C247-1749-9DD8-1028DD8C02FF}" srcOrd="0" destOrd="0" presId="urn:microsoft.com/office/officeart/2005/8/layout/pList2"/>
    <dgm:cxn modelId="{5C2DF1E8-ACC9-DF41-83A8-1764B14EA420}" srcId="{61B8A2DC-C353-7A48-8E5A-8B958E163547}" destId="{E2FB2116-B0C7-E544-A162-665AB85BD2C3}" srcOrd="2" destOrd="0" parTransId="{8996C72B-56E0-7E47-86BC-53C61AB5E302}" sibTransId="{6AE68239-5D14-B046-AD15-484902F28D88}"/>
    <dgm:cxn modelId="{52E2BDE9-186B-1F46-B28D-F87926370470}" type="presOf" srcId="{5628CAB8-3995-444A-A325-D22EF57D344E}" destId="{C1896571-5C34-A044-B885-C41EEFC3837B}" srcOrd="0" destOrd="3" presId="urn:microsoft.com/office/officeart/2005/8/layout/pList2"/>
    <dgm:cxn modelId="{8982C1EB-276C-7844-8718-23E69587E7E9}" type="presOf" srcId="{25904F00-D350-BA48-88A6-62933E2F5EA6}" destId="{76C76737-E6F5-5645-86E6-58D106D5AFED}" srcOrd="0" destOrd="4" presId="urn:microsoft.com/office/officeart/2005/8/layout/pList2"/>
    <dgm:cxn modelId="{7F5137ED-76FE-054F-8004-78D4AFBE2D8D}" type="presOf" srcId="{4F18C543-0431-144A-8F39-DE71106D20E1}" destId="{2632A4BF-EA91-0D49-93EE-B2E678A73FBD}" srcOrd="0" destOrd="0" presId="urn:microsoft.com/office/officeart/2005/8/layout/pList2"/>
    <dgm:cxn modelId="{FE4087F0-9AB3-1443-8DA0-C19369CF1152}" type="presOf" srcId="{538F05C9-6585-FF4E-A716-7CF0112E9594}" destId="{7FF8CE4A-CB3C-F740-87A8-528EA6B2852F}" srcOrd="0" destOrd="2" presId="urn:microsoft.com/office/officeart/2005/8/layout/pList2"/>
    <dgm:cxn modelId="{6EF0C7F2-E987-E74C-BA07-2036B640C40A}" type="presOf" srcId="{6E403E8B-9CE0-C64B-92C6-00A8CF6F672E}" destId="{6F0C6027-7E4D-264F-A57F-9E73A02D987A}" srcOrd="0" destOrd="2" presId="urn:microsoft.com/office/officeart/2005/8/layout/pList2"/>
    <dgm:cxn modelId="{5CD9CDF2-4ECE-5340-AD43-79CDB743CFF5}" type="presOf" srcId="{17568747-F456-B940-A417-2095D8086D4E}" destId="{64C889A7-33F7-164A-98CA-77D89DDF5CB8}" srcOrd="0" destOrd="2" presId="urn:microsoft.com/office/officeart/2005/8/layout/pList2"/>
    <dgm:cxn modelId="{99EC98FB-3DDF-394A-AA29-3AC888471CDB}" srcId="{CF9F8E55-7BCB-D949-8763-9BB033115B1C}" destId="{25904F00-D350-BA48-88A6-62933E2F5EA6}" srcOrd="3" destOrd="0" parTransId="{AB159660-140D-0B40-99E7-588F0B568DD6}" sibTransId="{80F94E0D-30F0-C448-93FC-758217D61023}"/>
    <dgm:cxn modelId="{0211E520-3D02-444E-AC41-3790957CD654}" type="presParOf" srcId="{885D1D86-B823-C944-AC1F-5B26D86155D8}" destId="{837DD636-4632-1B42-A615-86F27DB4AE51}" srcOrd="0" destOrd="0" presId="urn:microsoft.com/office/officeart/2005/8/layout/pList2"/>
    <dgm:cxn modelId="{3799668E-B436-4343-9C52-D42D251679D6}" type="presParOf" srcId="{885D1D86-B823-C944-AC1F-5B26D86155D8}" destId="{F42EAEA5-5B67-4C47-8009-32972C3185C7}" srcOrd="1" destOrd="0" presId="urn:microsoft.com/office/officeart/2005/8/layout/pList2"/>
    <dgm:cxn modelId="{3FEA4234-4C50-0443-A2A8-A793CA076C5C}" type="presParOf" srcId="{F42EAEA5-5B67-4C47-8009-32972C3185C7}" destId="{DED74DE9-F1E9-2D42-9D96-E0F671256385}" srcOrd="0" destOrd="0" presId="urn:microsoft.com/office/officeart/2005/8/layout/pList2"/>
    <dgm:cxn modelId="{7B91BA3A-77D7-9049-93FD-828AF4665682}" type="presParOf" srcId="{DED74DE9-F1E9-2D42-9D96-E0F671256385}" destId="{76C76737-E6F5-5645-86E6-58D106D5AFED}" srcOrd="0" destOrd="0" presId="urn:microsoft.com/office/officeart/2005/8/layout/pList2"/>
    <dgm:cxn modelId="{D33DB218-043C-794B-85E1-AB0D78C5DC10}" type="presParOf" srcId="{DED74DE9-F1E9-2D42-9D96-E0F671256385}" destId="{180FDC5C-5CFE-CD4B-B4AC-20BBD44CFF4E}" srcOrd="1" destOrd="0" presId="urn:microsoft.com/office/officeart/2005/8/layout/pList2"/>
    <dgm:cxn modelId="{2941A95A-45C0-654A-B1CA-A12FE30250DF}" type="presParOf" srcId="{DED74DE9-F1E9-2D42-9D96-E0F671256385}" destId="{BD8FDCA5-6E43-E44F-ACE5-5199DC01B80B}" srcOrd="2" destOrd="0" presId="urn:microsoft.com/office/officeart/2005/8/layout/pList2"/>
    <dgm:cxn modelId="{97B98282-214B-EA43-9FAB-77BA58583B30}" type="presParOf" srcId="{F42EAEA5-5B67-4C47-8009-32972C3185C7}" destId="{3381825E-21DA-C640-8434-A589781B96C9}" srcOrd="1" destOrd="0" presId="urn:microsoft.com/office/officeart/2005/8/layout/pList2"/>
    <dgm:cxn modelId="{AE450181-03C3-074F-9E8A-3E24BFFF005D}" type="presParOf" srcId="{F42EAEA5-5B67-4C47-8009-32972C3185C7}" destId="{1EAEE063-09D5-B444-8B82-5E5254D4DBA7}" srcOrd="2" destOrd="0" presId="urn:microsoft.com/office/officeart/2005/8/layout/pList2"/>
    <dgm:cxn modelId="{AA3845E6-E29C-734E-AF88-7CA87265313E}" type="presParOf" srcId="{1EAEE063-09D5-B444-8B82-5E5254D4DBA7}" destId="{1DF5C841-CA2F-764C-AC6C-8A841B5B0961}" srcOrd="0" destOrd="0" presId="urn:microsoft.com/office/officeart/2005/8/layout/pList2"/>
    <dgm:cxn modelId="{6966B0E4-054B-F14D-BACF-B2DEA8E18EEF}" type="presParOf" srcId="{1EAEE063-09D5-B444-8B82-5E5254D4DBA7}" destId="{2C82CE71-D97B-0E43-9586-745A1F61F1D7}" srcOrd="1" destOrd="0" presId="urn:microsoft.com/office/officeart/2005/8/layout/pList2"/>
    <dgm:cxn modelId="{EEBC8C23-7C52-1540-BDF5-18276F1187F4}" type="presParOf" srcId="{1EAEE063-09D5-B444-8B82-5E5254D4DBA7}" destId="{7214BF9B-5E66-7648-B84A-C830420100E9}" srcOrd="2" destOrd="0" presId="urn:microsoft.com/office/officeart/2005/8/layout/pList2"/>
    <dgm:cxn modelId="{3DD77D0B-D6B3-1B49-AA85-7CC89F43DD2F}" type="presParOf" srcId="{F42EAEA5-5B67-4C47-8009-32972C3185C7}" destId="{2632A4BF-EA91-0D49-93EE-B2E678A73FBD}" srcOrd="3" destOrd="0" presId="urn:microsoft.com/office/officeart/2005/8/layout/pList2"/>
    <dgm:cxn modelId="{94A740A2-2EE9-134C-945D-CCCC54532308}" type="presParOf" srcId="{F42EAEA5-5B67-4C47-8009-32972C3185C7}" destId="{135CFA27-534B-9E46-9B40-A29A0984C630}" srcOrd="4" destOrd="0" presId="urn:microsoft.com/office/officeart/2005/8/layout/pList2"/>
    <dgm:cxn modelId="{E107D651-259C-A943-9101-B10D985B13FC}" type="presParOf" srcId="{135CFA27-534B-9E46-9B40-A29A0984C630}" destId="{64C889A7-33F7-164A-98CA-77D89DDF5CB8}" srcOrd="0" destOrd="0" presId="urn:microsoft.com/office/officeart/2005/8/layout/pList2"/>
    <dgm:cxn modelId="{BC1BD7F6-7CF6-AE4F-9EA4-299378173890}" type="presParOf" srcId="{135CFA27-534B-9E46-9B40-A29A0984C630}" destId="{1127502B-F695-F047-B244-F452BED1CE9C}" srcOrd="1" destOrd="0" presId="urn:microsoft.com/office/officeart/2005/8/layout/pList2"/>
    <dgm:cxn modelId="{347CBB87-C8D0-AF45-8C77-004A24744D5D}" type="presParOf" srcId="{135CFA27-534B-9E46-9B40-A29A0984C630}" destId="{803B5D51-5859-9B4F-AEDF-5A96CC023424}" srcOrd="2" destOrd="0" presId="urn:microsoft.com/office/officeart/2005/8/layout/pList2"/>
    <dgm:cxn modelId="{800EE28E-4D79-B341-AC0B-276411ECCD1C}" type="presParOf" srcId="{F42EAEA5-5B67-4C47-8009-32972C3185C7}" destId="{64D54AE6-C247-1749-9DD8-1028DD8C02FF}" srcOrd="5" destOrd="0" presId="urn:microsoft.com/office/officeart/2005/8/layout/pList2"/>
    <dgm:cxn modelId="{EA3C1CC1-FDD1-8B49-8E7E-4F3AD0DD4313}" type="presParOf" srcId="{F42EAEA5-5B67-4C47-8009-32972C3185C7}" destId="{EC88AFEB-D04F-004D-A345-22085EF30734}" srcOrd="6" destOrd="0" presId="urn:microsoft.com/office/officeart/2005/8/layout/pList2"/>
    <dgm:cxn modelId="{1B7C5062-93F4-AC42-9BE3-21786EB5741F}" type="presParOf" srcId="{EC88AFEB-D04F-004D-A345-22085EF30734}" destId="{7FF8CE4A-CB3C-F740-87A8-528EA6B2852F}" srcOrd="0" destOrd="0" presId="urn:microsoft.com/office/officeart/2005/8/layout/pList2"/>
    <dgm:cxn modelId="{3F8558FD-5B98-9844-BBD4-0E39C4369C83}" type="presParOf" srcId="{EC88AFEB-D04F-004D-A345-22085EF30734}" destId="{167B8877-425B-B541-9851-C7F8AA739A24}" srcOrd="1" destOrd="0" presId="urn:microsoft.com/office/officeart/2005/8/layout/pList2"/>
    <dgm:cxn modelId="{4EDFC741-A91B-124B-A9B1-F3387D01E6D3}" type="presParOf" srcId="{EC88AFEB-D04F-004D-A345-22085EF30734}" destId="{FD0F2ADE-0275-034A-AC2C-656C70FDB3D6}" srcOrd="2" destOrd="0" presId="urn:microsoft.com/office/officeart/2005/8/layout/pList2"/>
    <dgm:cxn modelId="{157FD462-085B-704E-82B7-F86824F76AB7}" type="presParOf" srcId="{F42EAEA5-5B67-4C47-8009-32972C3185C7}" destId="{B4502802-0B2D-AE48-8B93-5C17684E1F1B}" srcOrd="7" destOrd="0" presId="urn:microsoft.com/office/officeart/2005/8/layout/pList2"/>
    <dgm:cxn modelId="{D19BB503-8106-754F-9621-6390B1932F98}" type="presParOf" srcId="{F42EAEA5-5B67-4C47-8009-32972C3185C7}" destId="{6F295148-52DC-4A4E-B90E-2FF7F9438F3F}" srcOrd="8" destOrd="0" presId="urn:microsoft.com/office/officeart/2005/8/layout/pList2"/>
    <dgm:cxn modelId="{D544188B-D289-7342-89E2-DD84DA682CA8}" type="presParOf" srcId="{6F295148-52DC-4A4E-B90E-2FF7F9438F3F}" destId="{939EB3C2-CC15-E644-A3AC-DEA170AD7CC4}" srcOrd="0" destOrd="0" presId="urn:microsoft.com/office/officeart/2005/8/layout/pList2"/>
    <dgm:cxn modelId="{2A1ACEB9-C0A5-844C-8A01-01A41BDD5012}" type="presParOf" srcId="{6F295148-52DC-4A4E-B90E-2FF7F9438F3F}" destId="{3DECB331-15CE-F444-BEB9-B4CD68E6AC26}" srcOrd="1" destOrd="0" presId="urn:microsoft.com/office/officeart/2005/8/layout/pList2"/>
    <dgm:cxn modelId="{26B29981-F8CD-B740-92FF-E991A86DF660}" type="presParOf" srcId="{6F295148-52DC-4A4E-B90E-2FF7F9438F3F}" destId="{78F517EA-DC62-884F-8219-39EE284BF6C4}" srcOrd="2" destOrd="0" presId="urn:microsoft.com/office/officeart/2005/8/layout/pList2"/>
    <dgm:cxn modelId="{F0C35C04-2375-FE49-81BE-40EEF7D33AF7}" type="presParOf" srcId="{F42EAEA5-5B67-4C47-8009-32972C3185C7}" destId="{2B6185A8-7441-954D-B701-460B0D400576}" srcOrd="9" destOrd="0" presId="urn:microsoft.com/office/officeart/2005/8/layout/pList2"/>
    <dgm:cxn modelId="{AEC97656-3202-A547-80E3-173B80615627}" type="presParOf" srcId="{F42EAEA5-5B67-4C47-8009-32972C3185C7}" destId="{11795CF8-A1B3-3348-AA03-793607DC06BF}" srcOrd="10" destOrd="0" presId="urn:microsoft.com/office/officeart/2005/8/layout/pList2"/>
    <dgm:cxn modelId="{7D1B6815-0D22-FF4D-B5F1-C7B245D0A773}" type="presParOf" srcId="{11795CF8-A1B3-3348-AA03-793607DC06BF}" destId="{6F0C6027-7E4D-264F-A57F-9E73A02D987A}" srcOrd="0" destOrd="0" presId="urn:microsoft.com/office/officeart/2005/8/layout/pList2"/>
    <dgm:cxn modelId="{324D7232-4DCF-344B-A0FC-C314CC9BF095}" type="presParOf" srcId="{11795CF8-A1B3-3348-AA03-793607DC06BF}" destId="{55F4BD4A-309B-CA43-9CA8-FFFFDBA6E0C5}" srcOrd="1" destOrd="0" presId="urn:microsoft.com/office/officeart/2005/8/layout/pList2"/>
    <dgm:cxn modelId="{E2EEC3C1-22DE-BA4A-A91B-1CC36E47AC80}" type="presParOf" srcId="{11795CF8-A1B3-3348-AA03-793607DC06BF}" destId="{A0B8C1ED-B329-6846-9B27-E1D902D6BF3C}" srcOrd="2" destOrd="0" presId="urn:microsoft.com/office/officeart/2005/8/layout/pList2"/>
    <dgm:cxn modelId="{387309D3-8ACE-6446-B8F6-DCBFABBE382B}" type="presParOf" srcId="{F42EAEA5-5B67-4C47-8009-32972C3185C7}" destId="{C9B7B040-771A-064B-ADA6-95F75D9AA6DE}" srcOrd="11" destOrd="0" presId="urn:microsoft.com/office/officeart/2005/8/layout/pList2"/>
    <dgm:cxn modelId="{04B697F9-0050-D14C-9562-E4909C000986}" type="presParOf" srcId="{F42EAEA5-5B67-4C47-8009-32972C3185C7}" destId="{D867AC8B-A9D8-6844-ACBB-274EAC667C04}" srcOrd="12" destOrd="0" presId="urn:microsoft.com/office/officeart/2005/8/layout/pList2"/>
    <dgm:cxn modelId="{E240AD23-4A66-A84C-B296-151DC415562A}" type="presParOf" srcId="{D867AC8B-A9D8-6844-ACBB-274EAC667C04}" destId="{C1896571-5C34-A044-B885-C41EEFC3837B}" srcOrd="0" destOrd="0" presId="urn:microsoft.com/office/officeart/2005/8/layout/pList2"/>
    <dgm:cxn modelId="{F6315AB1-1ABB-514F-AD96-90FFB46E50A0}" type="presParOf" srcId="{D867AC8B-A9D8-6844-ACBB-274EAC667C04}" destId="{7A61AA81-A07A-2246-8734-4B318F0CB892}" srcOrd="1" destOrd="0" presId="urn:microsoft.com/office/officeart/2005/8/layout/pList2"/>
    <dgm:cxn modelId="{EC887374-04F0-614A-9637-897811819E23}" type="presParOf" srcId="{D867AC8B-A9D8-6844-ACBB-274EAC667C04}" destId="{68052011-3D92-6447-8A41-BEFE3EF94F3F}" srcOrd="2" destOrd="0" presId="urn:microsoft.com/office/officeart/2005/8/layout/p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8F6ACF13-1BE4-2F44-9845-5E015877C424}" type="doc">
      <dgm:prSet loTypeId="urn:microsoft.com/office/officeart/2005/8/layout/arrow1" loCatId="process" qsTypeId="urn:microsoft.com/office/officeart/2005/8/quickstyle/simple1" qsCatId="simple" csTypeId="urn:microsoft.com/office/officeart/2005/8/colors/colorful2" csCatId="colorful"/>
      <dgm:spPr/>
      <dgm:t>
        <a:bodyPr/>
        <a:lstStyle/>
        <a:p>
          <a:endParaRPr lang="en-GB"/>
        </a:p>
      </dgm:t>
    </dgm:pt>
    <dgm:pt modelId="{6F5B81E8-2ED1-354B-B91D-82F9E2C0F59C}">
      <dgm:prSet/>
      <dgm:spPr/>
      <dgm:t>
        <a:bodyPr/>
        <a:lstStyle/>
        <a:p>
          <a:r>
            <a:rPr lang="en-US" b="1"/>
            <a:t>Traditional Approach</a:t>
          </a:r>
          <a:endParaRPr lang="en-MY"/>
        </a:p>
      </dgm:t>
    </dgm:pt>
    <dgm:pt modelId="{FE07CA44-184F-BE47-A973-B3E52A7B585D}" type="parTrans" cxnId="{BE3E158F-3761-E447-AA5F-2B023237CB23}">
      <dgm:prSet/>
      <dgm:spPr/>
      <dgm:t>
        <a:bodyPr/>
        <a:lstStyle/>
        <a:p>
          <a:endParaRPr lang="en-GB"/>
        </a:p>
      </dgm:t>
    </dgm:pt>
    <dgm:pt modelId="{A4662477-0C63-2145-90B5-41ED4E24D16A}" type="sibTrans" cxnId="{BE3E158F-3761-E447-AA5F-2B023237CB23}">
      <dgm:prSet/>
      <dgm:spPr/>
      <dgm:t>
        <a:bodyPr/>
        <a:lstStyle/>
        <a:p>
          <a:endParaRPr lang="en-GB"/>
        </a:p>
      </dgm:t>
    </dgm:pt>
    <dgm:pt modelId="{236AD128-E759-924D-A206-DCEFCDBBC738}">
      <dgm:prSet/>
      <dgm:spPr/>
      <dgm:t>
        <a:bodyPr/>
        <a:lstStyle/>
        <a:p>
          <a:r>
            <a:rPr lang="en-US" b="1" dirty="0"/>
            <a:t>Object-Oriented Approach</a:t>
          </a:r>
          <a:endParaRPr lang="en-MY" dirty="0"/>
        </a:p>
      </dgm:t>
    </dgm:pt>
    <dgm:pt modelId="{CF7BDF6C-A918-8043-A038-F16C6BB6DF45}" type="parTrans" cxnId="{9F762447-5AFE-AE4E-909A-B92D2FB26339}">
      <dgm:prSet/>
      <dgm:spPr/>
      <dgm:t>
        <a:bodyPr/>
        <a:lstStyle/>
        <a:p>
          <a:endParaRPr lang="en-GB"/>
        </a:p>
      </dgm:t>
    </dgm:pt>
    <dgm:pt modelId="{FA9DF8CF-E271-0B44-B525-6DE6B7505862}" type="sibTrans" cxnId="{9F762447-5AFE-AE4E-909A-B92D2FB26339}">
      <dgm:prSet/>
      <dgm:spPr/>
      <dgm:t>
        <a:bodyPr/>
        <a:lstStyle/>
        <a:p>
          <a:endParaRPr lang="en-GB"/>
        </a:p>
      </dgm:t>
    </dgm:pt>
    <dgm:pt modelId="{9B935617-D9ED-AE45-A0C1-A6A5791551ED}" type="pres">
      <dgm:prSet presAssocID="{8F6ACF13-1BE4-2F44-9845-5E015877C424}" presName="cycle" presStyleCnt="0">
        <dgm:presLayoutVars>
          <dgm:dir/>
          <dgm:resizeHandles val="exact"/>
        </dgm:presLayoutVars>
      </dgm:prSet>
      <dgm:spPr/>
    </dgm:pt>
    <dgm:pt modelId="{DAE1C5AC-4C61-084E-9A01-DD289ADB97C0}" type="pres">
      <dgm:prSet presAssocID="{6F5B81E8-2ED1-354B-B91D-82F9E2C0F59C}" presName="arrow" presStyleLbl="node1" presStyleIdx="0" presStyleCnt="2">
        <dgm:presLayoutVars>
          <dgm:bulletEnabled val="1"/>
        </dgm:presLayoutVars>
      </dgm:prSet>
      <dgm:spPr/>
    </dgm:pt>
    <dgm:pt modelId="{D7B19F0A-0AF4-144F-BB0A-E967A15A47B7}" type="pres">
      <dgm:prSet presAssocID="{236AD128-E759-924D-A206-DCEFCDBBC738}" presName="arrow" presStyleLbl="node1" presStyleIdx="1" presStyleCnt="2">
        <dgm:presLayoutVars>
          <dgm:bulletEnabled val="1"/>
        </dgm:presLayoutVars>
      </dgm:prSet>
      <dgm:spPr/>
    </dgm:pt>
  </dgm:ptLst>
  <dgm:cxnLst>
    <dgm:cxn modelId="{9F762447-5AFE-AE4E-909A-B92D2FB26339}" srcId="{8F6ACF13-1BE4-2F44-9845-5E015877C424}" destId="{236AD128-E759-924D-A206-DCEFCDBBC738}" srcOrd="1" destOrd="0" parTransId="{CF7BDF6C-A918-8043-A038-F16C6BB6DF45}" sibTransId="{FA9DF8CF-E271-0B44-B525-6DE6B7505862}"/>
    <dgm:cxn modelId="{BE3E158F-3761-E447-AA5F-2B023237CB23}" srcId="{8F6ACF13-1BE4-2F44-9845-5E015877C424}" destId="{6F5B81E8-2ED1-354B-B91D-82F9E2C0F59C}" srcOrd="0" destOrd="0" parTransId="{FE07CA44-184F-BE47-A973-B3E52A7B585D}" sibTransId="{A4662477-0C63-2145-90B5-41ED4E24D16A}"/>
    <dgm:cxn modelId="{52EA8BD4-F839-6E47-922E-0781DD43029A}" type="presOf" srcId="{236AD128-E759-924D-A206-DCEFCDBBC738}" destId="{D7B19F0A-0AF4-144F-BB0A-E967A15A47B7}" srcOrd="0" destOrd="0" presId="urn:microsoft.com/office/officeart/2005/8/layout/arrow1"/>
    <dgm:cxn modelId="{61623FE0-E264-DD48-AE51-057EB92BD1CD}" type="presOf" srcId="{6F5B81E8-2ED1-354B-B91D-82F9E2C0F59C}" destId="{DAE1C5AC-4C61-084E-9A01-DD289ADB97C0}" srcOrd="0" destOrd="0" presId="urn:microsoft.com/office/officeart/2005/8/layout/arrow1"/>
    <dgm:cxn modelId="{A74D79F8-9A23-7540-BAB3-5BDBE550B855}" type="presOf" srcId="{8F6ACF13-1BE4-2F44-9845-5E015877C424}" destId="{9B935617-D9ED-AE45-A0C1-A6A5791551ED}" srcOrd="0" destOrd="0" presId="urn:microsoft.com/office/officeart/2005/8/layout/arrow1"/>
    <dgm:cxn modelId="{F47EE490-1732-4842-AA68-FE7A7E51DC30}" type="presParOf" srcId="{9B935617-D9ED-AE45-A0C1-A6A5791551ED}" destId="{DAE1C5AC-4C61-084E-9A01-DD289ADB97C0}" srcOrd="0" destOrd="0" presId="urn:microsoft.com/office/officeart/2005/8/layout/arrow1"/>
    <dgm:cxn modelId="{466EF38B-3B1C-3940-AE99-DFA9560C2B6C}" type="presParOf" srcId="{9B935617-D9ED-AE45-A0C1-A6A5791551ED}" destId="{D7B19F0A-0AF4-144F-BB0A-E967A15A47B7}" srcOrd="1" destOrd="0" presId="urn:microsoft.com/office/officeart/2005/8/layout/arrow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AD92A59-EEE6-384E-B051-A4D0656FB009}">
      <dsp:nvSpPr>
        <dsp:cNvPr id="0" name=""/>
        <dsp:cNvSpPr/>
      </dsp:nvSpPr>
      <dsp:spPr>
        <a:xfrm>
          <a:off x="0" y="554196"/>
          <a:ext cx="11366937" cy="623610"/>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a:t>Organization as systems, is composed of subsystems and so on.</a:t>
          </a:r>
          <a:endParaRPr lang="en-MY" sz="2600" kern="1200"/>
        </a:p>
      </dsp:txBody>
      <dsp:txXfrm>
        <a:off x="30442" y="584638"/>
        <a:ext cx="11306053" cy="562726"/>
      </dsp:txXfrm>
    </dsp:sp>
    <dsp:sp modelId="{328EA61D-1B88-BC4D-9BD2-91C1B5BCE592}">
      <dsp:nvSpPr>
        <dsp:cNvPr id="0" name=""/>
        <dsp:cNvSpPr/>
      </dsp:nvSpPr>
      <dsp:spPr>
        <a:xfrm>
          <a:off x="0" y="1252686"/>
          <a:ext cx="11366937" cy="623610"/>
        </a:xfrm>
        <a:prstGeom prst="roundRect">
          <a:avLst/>
        </a:prstGeom>
        <a:solidFill>
          <a:schemeClr val="accent3">
            <a:hueOff val="677650"/>
            <a:satOff val="25000"/>
            <a:lumOff val="-367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a:t>It is mainly involves levels of management and culture.</a:t>
          </a:r>
          <a:endParaRPr lang="en-MY" sz="2600" kern="1200"/>
        </a:p>
      </dsp:txBody>
      <dsp:txXfrm>
        <a:off x="30442" y="1283128"/>
        <a:ext cx="11306053" cy="562726"/>
      </dsp:txXfrm>
    </dsp:sp>
    <dsp:sp modelId="{3B28EE7C-BB20-6C48-B26C-0CA8F16BB3CB}">
      <dsp:nvSpPr>
        <dsp:cNvPr id="0" name=""/>
        <dsp:cNvSpPr/>
      </dsp:nvSpPr>
      <dsp:spPr>
        <a:xfrm>
          <a:off x="0" y="1951176"/>
          <a:ext cx="11366937" cy="623610"/>
        </a:xfrm>
        <a:prstGeom prst="roundRect">
          <a:avLst/>
        </a:prstGeom>
        <a:solidFill>
          <a:schemeClr val="accent3">
            <a:hueOff val="1355300"/>
            <a:satOff val="50000"/>
            <a:lumOff val="-735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a:t>These will impact the information system development.</a:t>
          </a:r>
          <a:endParaRPr lang="en-MY" sz="2600" kern="1200"/>
        </a:p>
      </dsp:txBody>
      <dsp:txXfrm>
        <a:off x="30442" y="1981618"/>
        <a:ext cx="11306053" cy="562726"/>
      </dsp:txXfrm>
    </dsp:sp>
    <dsp:sp modelId="{EF18D6B8-95FC-2F46-8D93-6F198DFFCBC1}">
      <dsp:nvSpPr>
        <dsp:cNvPr id="0" name=""/>
        <dsp:cNvSpPr/>
      </dsp:nvSpPr>
      <dsp:spPr>
        <a:xfrm>
          <a:off x="0" y="2649666"/>
          <a:ext cx="11366937" cy="623610"/>
        </a:xfrm>
        <a:prstGeom prst="roundRect">
          <a:avLst/>
        </a:prstGeom>
        <a:solidFill>
          <a:schemeClr val="accent3">
            <a:hueOff val="2032949"/>
            <a:satOff val="75000"/>
            <a:lumOff val="-11029"/>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a:t>The different levels of management will produce the different levels of decisions.</a:t>
          </a:r>
          <a:endParaRPr lang="en-MY" sz="2600" kern="1200"/>
        </a:p>
      </dsp:txBody>
      <dsp:txXfrm>
        <a:off x="30442" y="2680108"/>
        <a:ext cx="11306053" cy="562726"/>
      </dsp:txXfrm>
    </dsp:sp>
    <dsp:sp modelId="{94B944F6-B167-C347-883B-D121A29DAC8F}">
      <dsp:nvSpPr>
        <dsp:cNvPr id="0" name=""/>
        <dsp:cNvSpPr/>
      </dsp:nvSpPr>
      <dsp:spPr>
        <a:xfrm>
          <a:off x="0" y="3348156"/>
          <a:ext cx="11366937" cy="623610"/>
        </a:xfrm>
        <a:prstGeom prst="roundRect">
          <a:avLst/>
        </a:prstGeom>
        <a:solidFill>
          <a:schemeClr val="accent3">
            <a:hueOff val="2710599"/>
            <a:satOff val="100000"/>
            <a:lumOff val="-1470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a:t>The culture influences the way people in subsystems interrelate.</a:t>
          </a:r>
          <a:endParaRPr lang="en-MY" sz="2600" kern="1200"/>
        </a:p>
      </dsp:txBody>
      <dsp:txXfrm>
        <a:off x="30442" y="3378598"/>
        <a:ext cx="11306053" cy="56272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0D976B7-D618-CC40-AD94-2298C576AF77}">
      <dsp:nvSpPr>
        <dsp:cNvPr id="0" name=""/>
        <dsp:cNvSpPr/>
      </dsp:nvSpPr>
      <dsp:spPr>
        <a:xfrm>
          <a:off x="2438682" y="4323166"/>
          <a:ext cx="4838025" cy="0"/>
        </a:xfrm>
        <a:prstGeom prst="line">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70EBD8D-AD7B-DC47-9039-F0C02C044724}">
      <dsp:nvSpPr>
        <dsp:cNvPr id="0" name=""/>
        <dsp:cNvSpPr/>
      </dsp:nvSpPr>
      <dsp:spPr>
        <a:xfrm>
          <a:off x="2438682" y="3129622"/>
          <a:ext cx="4027594" cy="0"/>
        </a:xfrm>
        <a:prstGeom prst="line">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073056E-A3F9-B340-90EF-6BB9836DCEE9}">
      <dsp:nvSpPr>
        <dsp:cNvPr id="0" name=""/>
        <dsp:cNvSpPr/>
      </dsp:nvSpPr>
      <dsp:spPr>
        <a:xfrm>
          <a:off x="2438682" y="1685582"/>
          <a:ext cx="4027594" cy="0"/>
        </a:xfrm>
        <a:prstGeom prst="line">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43CB4C0-5775-8346-8EB0-E4FD6FB6A80A}">
      <dsp:nvSpPr>
        <dsp:cNvPr id="0" name=""/>
        <dsp:cNvSpPr/>
      </dsp:nvSpPr>
      <dsp:spPr>
        <a:xfrm>
          <a:off x="2438682" y="492039"/>
          <a:ext cx="4838025" cy="0"/>
        </a:xfrm>
        <a:prstGeom prst="line">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F9CBDC9-D070-B548-B425-345ED2E5B633}">
      <dsp:nvSpPr>
        <dsp:cNvPr id="0" name=""/>
        <dsp:cNvSpPr/>
      </dsp:nvSpPr>
      <dsp:spPr>
        <a:xfrm>
          <a:off x="22739" y="0"/>
          <a:ext cx="4830510" cy="4911700"/>
        </a:xfrm>
        <a:prstGeom prst="ellipse">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6F75372-7D2A-844F-8963-86F830FE14A2}">
      <dsp:nvSpPr>
        <dsp:cNvPr id="0" name=""/>
        <dsp:cNvSpPr/>
      </dsp:nvSpPr>
      <dsp:spPr>
        <a:xfrm>
          <a:off x="866938" y="2559865"/>
          <a:ext cx="3143488" cy="1620861"/>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b" anchorCtr="0">
          <a:noAutofit/>
        </a:bodyPr>
        <a:lstStyle/>
        <a:p>
          <a:pPr marL="0" lvl="0" indent="0" algn="ctr" defTabSz="2889250">
            <a:lnSpc>
              <a:spcPct val="90000"/>
            </a:lnSpc>
            <a:spcBef>
              <a:spcPct val="0"/>
            </a:spcBef>
            <a:spcAft>
              <a:spcPct val="35000"/>
            </a:spcAft>
            <a:buNone/>
          </a:pPr>
          <a:endParaRPr lang="en-MY" sz="6500" kern="1200" dirty="0"/>
        </a:p>
      </dsp:txBody>
      <dsp:txXfrm>
        <a:off x="866938" y="2559865"/>
        <a:ext cx="3143488" cy="1620861"/>
      </dsp:txXfrm>
    </dsp:sp>
    <dsp:sp modelId="{BC3602F2-FC4A-0545-BFF5-36219B64503F}">
      <dsp:nvSpPr>
        <dsp:cNvPr id="0" name=""/>
        <dsp:cNvSpPr/>
      </dsp:nvSpPr>
      <dsp:spPr>
        <a:xfrm>
          <a:off x="7265826" y="-30472"/>
          <a:ext cx="1080574" cy="1080574"/>
        </a:xfrm>
        <a:prstGeom prst="ellipse">
          <a:avLst/>
        </a:prstGeom>
        <a:blipFill dpi="0" rotWithShape="1">
          <a:blip xmlns:r="http://schemas.openxmlformats.org/officeDocument/2006/relationships" r:embed="rId2">
            <a:duotone>
              <a:schemeClr val="accent1">
                <a:shade val="45000"/>
                <a:satMod val="135000"/>
              </a:schemeClr>
              <a:prstClr val="white"/>
            </a:duotone>
            <a:extLst>
              <a:ext uri="{28A0092B-C50C-407E-A947-70E740481C1C}">
                <a14:useLocalDpi xmlns:a14="http://schemas.microsoft.com/office/drawing/2010/main" val="0"/>
              </a:ext>
            </a:extLst>
          </a:blip>
          <a:srcRect/>
          <a:stretch>
            <a:fillRect l="8456" t="6410" r="9508" b="11553"/>
          </a:stretch>
        </a:blipFill>
        <a:ln w="12700" cap="flat" cmpd="sng" algn="ctr">
          <a:solidFill>
            <a:schemeClr val="accent1">
              <a:lumMod val="50000"/>
            </a:schemeClr>
          </a:solidFill>
          <a:prstDash val="solid"/>
          <a:miter lim="800000"/>
        </a:ln>
        <a:effectLst/>
      </dsp:spPr>
      <dsp:style>
        <a:lnRef idx="2">
          <a:scrgbClr r="0" g="0" b="0"/>
        </a:lnRef>
        <a:fillRef idx="1">
          <a:scrgbClr r="0" g="0" b="0"/>
        </a:fillRef>
        <a:effectRef idx="0">
          <a:scrgbClr r="0" g="0" b="0"/>
        </a:effectRef>
        <a:fontRef idx="minor"/>
      </dsp:style>
    </dsp:sp>
    <dsp:sp modelId="{D4AC5F8E-19CB-0447-9A72-DAAFDE935157}">
      <dsp:nvSpPr>
        <dsp:cNvPr id="0" name=""/>
        <dsp:cNvSpPr/>
      </dsp:nvSpPr>
      <dsp:spPr>
        <a:xfrm>
          <a:off x="8281321" y="-48247"/>
          <a:ext cx="3844218" cy="10805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0" rIns="76200" bIns="0" numCol="1" spcCol="1270" anchor="ctr" anchorCtr="0">
          <a:noAutofit/>
        </a:bodyPr>
        <a:lstStyle/>
        <a:p>
          <a:pPr marL="0" lvl="0" indent="0" algn="l" defTabSz="889000">
            <a:lnSpc>
              <a:spcPct val="90000"/>
            </a:lnSpc>
            <a:spcBef>
              <a:spcPct val="0"/>
            </a:spcBef>
            <a:spcAft>
              <a:spcPct val="35000"/>
            </a:spcAft>
            <a:buNone/>
          </a:pPr>
          <a:r>
            <a:rPr lang="en-US" sz="2000" kern="1200" dirty="0"/>
            <a:t>Increasing user awareness of the availability of a service, product, industry, person, or group</a:t>
          </a:r>
          <a:endParaRPr lang="en-MY" sz="2000" kern="1200" dirty="0"/>
        </a:p>
      </dsp:txBody>
      <dsp:txXfrm>
        <a:off x="8281321" y="-48247"/>
        <a:ext cx="3844218" cy="1080574"/>
      </dsp:txXfrm>
    </dsp:sp>
    <dsp:sp modelId="{38C19090-81B6-DC46-A0D7-CA95E84E00FE}">
      <dsp:nvSpPr>
        <dsp:cNvPr id="0" name=""/>
        <dsp:cNvSpPr/>
      </dsp:nvSpPr>
      <dsp:spPr>
        <a:xfrm>
          <a:off x="6464991" y="1203981"/>
          <a:ext cx="1080574" cy="1080574"/>
        </a:xfrm>
        <a:prstGeom prst="ellipse">
          <a:avLst/>
        </a:prstGeom>
        <a:blipFill>
          <a:blip xmlns:r="http://schemas.openxmlformats.org/officeDocument/2006/relationships" r:embed="rId3">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a:blipFill>
        <a:ln w="12700" cap="flat" cmpd="sng" algn="ctr">
          <a:solidFill>
            <a:schemeClr val="accent1">
              <a:lumMod val="50000"/>
            </a:schemeClr>
          </a:solidFill>
          <a:prstDash val="solid"/>
          <a:miter lim="800000"/>
        </a:ln>
        <a:effectLst/>
      </dsp:spPr>
      <dsp:style>
        <a:lnRef idx="2">
          <a:scrgbClr r="0" g="0" b="0"/>
        </a:lnRef>
        <a:fillRef idx="1">
          <a:scrgbClr r="0" g="0" b="0"/>
        </a:fillRef>
        <a:effectRef idx="0">
          <a:scrgbClr r="0" g="0" b="0"/>
        </a:effectRef>
        <a:fontRef idx="minor"/>
      </dsp:style>
    </dsp:sp>
    <dsp:sp modelId="{8BD37749-DFD0-A541-A9CF-04BC074C8453}">
      <dsp:nvSpPr>
        <dsp:cNvPr id="0" name=""/>
        <dsp:cNvSpPr/>
      </dsp:nvSpPr>
      <dsp:spPr>
        <a:xfrm>
          <a:off x="7486569" y="1197400"/>
          <a:ext cx="4523883" cy="10805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0" rIns="76200" bIns="0" numCol="1" spcCol="1270" anchor="ctr" anchorCtr="0">
          <a:noAutofit/>
        </a:bodyPr>
        <a:lstStyle/>
        <a:p>
          <a:pPr marL="0" lvl="0" indent="0" algn="l" defTabSz="889000">
            <a:lnSpc>
              <a:spcPct val="90000"/>
            </a:lnSpc>
            <a:spcBef>
              <a:spcPct val="0"/>
            </a:spcBef>
            <a:spcAft>
              <a:spcPct val="35000"/>
            </a:spcAft>
            <a:buNone/>
          </a:pPr>
          <a:r>
            <a:rPr lang="en-US" sz="2000" kern="1200" dirty="0"/>
            <a:t>The possibility of 24-hour access for users</a:t>
          </a:r>
          <a:endParaRPr lang="en-MY" sz="2000" kern="1200" dirty="0"/>
        </a:p>
      </dsp:txBody>
      <dsp:txXfrm>
        <a:off x="7486569" y="1197400"/>
        <a:ext cx="4523883" cy="1080574"/>
      </dsp:txXfrm>
    </dsp:sp>
    <dsp:sp modelId="{F7DE7B3D-A33C-6F40-8A51-C8BC2DA988A3}">
      <dsp:nvSpPr>
        <dsp:cNvPr id="0" name=""/>
        <dsp:cNvSpPr/>
      </dsp:nvSpPr>
      <dsp:spPr>
        <a:xfrm>
          <a:off x="7270051" y="3831126"/>
          <a:ext cx="1080574" cy="1080574"/>
        </a:xfrm>
        <a:prstGeom prst="ellipse">
          <a:avLst/>
        </a:prstGeom>
        <a:blipFill dpi="0" rotWithShape="1">
          <a:blip xmlns:r="http://schemas.openxmlformats.org/officeDocument/2006/relationships" r:embed="rId4">
            <a:duotone>
              <a:schemeClr val="accent6">
                <a:shade val="45000"/>
                <a:satMod val="135000"/>
              </a:schemeClr>
              <a:prstClr val="white"/>
            </a:duotone>
            <a:extLst>
              <a:ext uri="{28A0092B-C50C-407E-A947-70E740481C1C}">
                <a14:useLocalDpi xmlns:a14="http://schemas.microsoft.com/office/drawing/2010/main"/>
              </a:ext>
            </a:extLst>
          </a:blip>
          <a:srcRect/>
          <a:stretch>
            <a:fillRect l="5052" t="18320" r="6802" b="-6466"/>
          </a:stretch>
        </a:blipFill>
        <a:ln w="12700" cap="flat" cmpd="sng" algn="ctr">
          <a:solidFill>
            <a:schemeClr val="accent1">
              <a:lumMod val="50000"/>
            </a:schemeClr>
          </a:solidFill>
          <a:prstDash val="solid"/>
          <a:miter lim="800000"/>
        </a:ln>
        <a:effectLst/>
      </dsp:spPr>
      <dsp:style>
        <a:lnRef idx="2">
          <a:scrgbClr r="0" g="0" b="0"/>
        </a:lnRef>
        <a:fillRef idx="1">
          <a:scrgbClr r="0" g="0" b="0"/>
        </a:fillRef>
        <a:effectRef idx="0">
          <a:scrgbClr r="0" g="0" b="0"/>
        </a:effectRef>
        <a:fontRef idx="minor"/>
      </dsp:style>
    </dsp:sp>
    <dsp:sp modelId="{F32F9357-EE80-A14F-8BA8-50A412855A8C}">
      <dsp:nvSpPr>
        <dsp:cNvPr id="0" name=""/>
        <dsp:cNvSpPr/>
      </dsp:nvSpPr>
      <dsp:spPr>
        <a:xfrm>
          <a:off x="8399231" y="3726942"/>
          <a:ext cx="3669931" cy="10805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0" rIns="76200" bIns="0" numCol="1" spcCol="1270" anchor="ctr" anchorCtr="0">
          <a:noAutofit/>
        </a:bodyPr>
        <a:lstStyle/>
        <a:p>
          <a:pPr marL="0" lvl="0" indent="0" algn="l" defTabSz="889000">
            <a:lnSpc>
              <a:spcPct val="90000"/>
            </a:lnSpc>
            <a:spcBef>
              <a:spcPct val="0"/>
            </a:spcBef>
            <a:spcAft>
              <a:spcPct val="35000"/>
            </a:spcAft>
            <a:buNone/>
          </a:pPr>
          <a:r>
            <a:rPr lang="en-US" sz="2000" kern="1200" dirty="0"/>
            <a:t>Improving the usefulness and usability of interface design</a:t>
          </a:r>
          <a:endParaRPr lang="en-MY" sz="2000" kern="1200" dirty="0"/>
        </a:p>
      </dsp:txBody>
      <dsp:txXfrm>
        <a:off x="8399231" y="3726942"/>
        <a:ext cx="3669931" cy="1080574"/>
      </dsp:txXfrm>
    </dsp:sp>
    <dsp:sp modelId="{5823AA89-C89C-4941-994D-5536EDECA49F}">
      <dsp:nvSpPr>
        <dsp:cNvPr id="0" name=""/>
        <dsp:cNvSpPr/>
      </dsp:nvSpPr>
      <dsp:spPr>
        <a:xfrm>
          <a:off x="6463629" y="2616474"/>
          <a:ext cx="1080574" cy="1080574"/>
        </a:xfrm>
        <a:prstGeom prst="ellipse">
          <a:avLst/>
        </a:prstGeom>
        <a:blipFill>
          <a:blip xmlns:r="http://schemas.openxmlformats.org/officeDocument/2006/relationships" r:embed="rId5">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a:blipFill>
        <a:ln w="12700" cap="flat" cmpd="sng" algn="ctr">
          <a:solidFill>
            <a:schemeClr val="accent1">
              <a:lumMod val="50000"/>
            </a:schemeClr>
          </a:solidFill>
          <a:prstDash val="solid"/>
          <a:miter lim="800000"/>
        </a:ln>
        <a:effectLst/>
      </dsp:spPr>
      <dsp:style>
        <a:lnRef idx="2">
          <a:scrgbClr r="0" g="0" b="0"/>
        </a:lnRef>
        <a:fillRef idx="1">
          <a:scrgbClr r="0" g="0" b="0"/>
        </a:fillRef>
        <a:effectRef idx="0">
          <a:scrgbClr r="0" g="0" b="0"/>
        </a:effectRef>
        <a:fontRef idx="minor"/>
      </dsp:style>
    </dsp:sp>
    <dsp:sp modelId="{63B12DE5-09B2-8549-96D1-CAAA2B4ECCCD}">
      <dsp:nvSpPr>
        <dsp:cNvPr id="0" name=""/>
        <dsp:cNvSpPr/>
      </dsp:nvSpPr>
      <dsp:spPr>
        <a:xfrm>
          <a:off x="7487366" y="2307960"/>
          <a:ext cx="4351577" cy="12735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200" tIns="0" rIns="76200" bIns="0" numCol="1" spcCol="1270" anchor="ctr" anchorCtr="0">
          <a:noAutofit/>
        </a:bodyPr>
        <a:lstStyle/>
        <a:p>
          <a:pPr marL="0" lvl="0" indent="0" algn="l" defTabSz="889000">
            <a:lnSpc>
              <a:spcPct val="90000"/>
            </a:lnSpc>
            <a:spcBef>
              <a:spcPct val="0"/>
            </a:spcBef>
            <a:spcAft>
              <a:spcPct val="35000"/>
            </a:spcAft>
            <a:buNone/>
          </a:pPr>
          <a:r>
            <a:rPr lang="en-US" sz="2000" kern="1200" dirty="0"/>
            <a:t>Creating a system that can extend globally rather than remain local, thus reaching people in remote locations without worry of the time zone in which they are located</a:t>
          </a:r>
          <a:endParaRPr lang="en-MY" sz="2000" kern="1200" dirty="0"/>
        </a:p>
      </dsp:txBody>
      <dsp:txXfrm>
        <a:off x="7487366" y="2307960"/>
        <a:ext cx="4351577" cy="127356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CA92014-126F-C44E-98FA-6E86B7201943}">
      <dsp:nvSpPr>
        <dsp:cNvPr id="0" name=""/>
        <dsp:cNvSpPr/>
      </dsp:nvSpPr>
      <dsp:spPr>
        <a:xfrm>
          <a:off x="5165" y="0"/>
          <a:ext cx="3406402" cy="2078832"/>
        </a:xfrm>
        <a:prstGeom prst="rect">
          <a:avLst/>
        </a:prstGeom>
        <a:blipFill dpi="0" rotWithShape="1">
          <a:blip xmlns:r="http://schemas.openxmlformats.org/officeDocument/2006/relationships" r:embed="rId1">
            <a:duotone>
              <a:schemeClr val="accent2">
                <a:shade val="45000"/>
                <a:satMod val="135000"/>
              </a:schemeClr>
              <a:prstClr val="white"/>
            </a:duotone>
            <a:extLst>
              <a:ext uri="{28A0092B-C50C-407E-A947-70E740481C1C}">
                <a14:useLocalDpi xmlns:a14="http://schemas.microsoft.com/office/drawing/2010/main" val="0"/>
              </a:ext>
            </a:extLst>
          </a:blip>
          <a:srcRect/>
          <a:stretch>
            <a:fillRect l="15081" t="-940" r="9693" b="-9224"/>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5836E97-1727-BD4A-9C19-FCA0BDC033D9}">
      <dsp:nvSpPr>
        <dsp:cNvPr id="0" name=""/>
        <dsp:cNvSpPr/>
      </dsp:nvSpPr>
      <dsp:spPr>
        <a:xfrm>
          <a:off x="336798" y="1968185"/>
          <a:ext cx="3219693" cy="2853003"/>
        </a:xfrm>
        <a:prstGeom prst="wedgeRectCallout">
          <a:avLst>
            <a:gd name="adj1" fmla="val 20250"/>
            <a:gd name="adj2" fmla="val -607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t" anchorCtr="0">
          <a:noAutofit/>
        </a:bodyPr>
        <a:lstStyle/>
        <a:p>
          <a:pPr marL="0" lvl="0" indent="0" algn="ctr" defTabSz="800100">
            <a:lnSpc>
              <a:spcPct val="90000"/>
            </a:lnSpc>
            <a:spcBef>
              <a:spcPct val="0"/>
            </a:spcBef>
            <a:spcAft>
              <a:spcPct val="35000"/>
            </a:spcAft>
            <a:buNone/>
          </a:pPr>
          <a:r>
            <a:rPr lang="en-US" sz="1800" kern="1200" dirty="0"/>
            <a:t>ENVIRONMENT</a:t>
          </a:r>
        </a:p>
        <a:p>
          <a:pPr marL="0" lvl="0" indent="0" algn="l" defTabSz="800100">
            <a:lnSpc>
              <a:spcPct val="90000"/>
            </a:lnSpc>
            <a:spcBef>
              <a:spcPct val="0"/>
            </a:spcBef>
            <a:spcAft>
              <a:spcPct val="35000"/>
            </a:spcAft>
            <a:buNone/>
          </a:pPr>
          <a:r>
            <a:rPr lang="en-US" sz="1800" kern="1200" dirty="0"/>
            <a:t>System analyst (SA) studies the problems and needs of an organization to determine how people, data, process, communications and information technology can best accomplish improvements for the business (organizations) </a:t>
          </a:r>
          <a:endParaRPr lang="en-MY" sz="1800" kern="1200" dirty="0"/>
        </a:p>
      </dsp:txBody>
      <dsp:txXfrm>
        <a:off x="336798" y="1968185"/>
        <a:ext cx="3219693" cy="2853003"/>
      </dsp:txXfrm>
    </dsp:sp>
    <dsp:sp modelId="{9A7C1F13-0719-3849-9286-94B1E92B0141}">
      <dsp:nvSpPr>
        <dsp:cNvPr id="0" name=""/>
        <dsp:cNvSpPr/>
      </dsp:nvSpPr>
      <dsp:spPr>
        <a:xfrm>
          <a:off x="3788194" y="2"/>
          <a:ext cx="3406402" cy="2078832"/>
        </a:xfrm>
        <a:prstGeom prst="rect">
          <a:avLst/>
        </a:prstGeom>
        <a:blipFill dpi="0" rotWithShape="1">
          <a:blip xmlns:r="http://schemas.openxmlformats.org/officeDocument/2006/relationships" r:embed="rId2">
            <a:duotone>
              <a:schemeClr val="accent2">
                <a:shade val="45000"/>
                <a:satMod val="135000"/>
              </a:schemeClr>
              <a:prstClr val="white"/>
            </a:duotone>
            <a:extLst>
              <a:ext uri="{28A0092B-C50C-407E-A947-70E740481C1C}">
                <a14:useLocalDpi xmlns:a14="http://schemas.microsoft.com/office/drawing/2010/main" val="0"/>
              </a:ext>
            </a:extLst>
          </a:blip>
          <a:srcRect/>
          <a:stretch>
            <a:fillRect l="10255" t="-5775" r="17903" b="-12047"/>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A2FC67D-F5F1-2D44-8622-EFBA866AEAB6}">
      <dsp:nvSpPr>
        <dsp:cNvPr id="0" name=""/>
        <dsp:cNvSpPr/>
      </dsp:nvSpPr>
      <dsp:spPr>
        <a:xfrm>
          <a:off x="4110378" y="1956651"/>
          <a:ext cx="3229819" cy="2861998"/>
        </a:xfrm>
        <a:prstGeom prst="wedgeRectCallout">
          <a:avLst>
            <a:gd name="adj1" fmla="val 20250"/>
            <a:gd name="adj2" fmla="val -60700"/>
          </a:avLst>
        </a:prstGeom>
        <a:solidFill>
          <a:schemeClr val="accent2">
            <a:hueOff val="-727682"/>
            <a:satOff val="-41964"/>
            <a:lumOff val="431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t" anchorCtr="0">
          <a:noAutofit/>
        </a:bodyPr>
        <a:lstStyle/>
        <a:p>
          <a:pPr marL="0" lvl="0" indent="0" algn="ctr" defTabSz="800100">
            <a:lnSpc>
              <a:spcPct val="90000"/>
            </a:lnSpc>
            <a:spcBef>
              <a:spcPct val="0"/>
            </a:spcBef>
            <a:spcAft>
              <a:spcPct val="35000"/>
            </a:spcAft>
            <a:buNone/>
          </a:pPr>
          <a:r>
            <a:rPr lang="en-US" sz="1800" kern="1200" dirty="0"/>
            <a:t>ROLES</a:t>
          </a:r>
          <a:endParaRPr lang="en-MY" sz="1800" kern="1200" dirty="0"/>
        </a:p>
        <a:p>
          <a:pPr marL="171450" lvl="1" indent="-171450" algn="l" defTabSz="800100">
            <a:lnSpc>
              <a:spcPct val="90000"/>
            </a:lnSpc>
            <a:spcBef>
              <a:spcPct val="0"/>
            </a:spcBef>
            <a:spcAft>
              <a:spcPct val="15000"/>
            </a:spcAft>
            <a:buChar char="•"/>
          </a:pPr>
          <a:r>
            <a:rPr lang="en-US" sz="1800" kern="1200" dirty="0"/>
            <a:t>The analyst must be able to work with people of all descriptions and be experienced in working with computers</a:t>
          </a:r>
          <a:endParaRPr lang="en-MY" sz="1800" kern="1200" dirty="0"/>
        </a:p>
        <a:p>
          <a:pPr marL="171450" lvl="1" indent="-171450" algn="l" defTabSz="800100">
            <a:lnSpc>
              <a:spcPct val="90000"/>
            </a:lnSpc>
            <a:spcBef>
              <a:spcPct val="0"/>
            </a:spcBef>
            <a:spcAft>
              <a:spcPct val="15000"/>
            </a:spcAft>
            <a:buChar char="•"/>
          </a:pPr>
          <a:r>
            <a:rPr lang="en-US" sz="1800" kern="1200" dirty="0"/>
            <a:t>Three primary roles:</a:t>
          </a:r>
          <a:endParaRPr lang="en-MY" sz="1800" kern="1200" dirty="0"/>
        </a:p>
        <a:p>
          <a:pPr marL="171450" lvl="1" indent="-171450" algn="l" defTabSz="800100">
            <a:lnSpc>
              <a:spcPct val="90000"/>
            </a:lnSpc>
            <a:spcBef>
              <a:spcPct val="0"/>
            </a:spcBef>
            <a:spcAft>
              <a:spcPct val="15000"/>
            </a:spcAft>
            <a:buFont typeface="+mj-lt"/>
            <a:buAutoNum type="arabicPeriod"/>
          </a:pPr>
          <a:r>
            <a:rPr lang="en-US" sz="1800" kern="1200" dirty="0"/>
            <a:t> Consultant</a:t>
          </a:r>
          <a:endParaRPr lang="en-MY" sz="1800" kern="1200" dirty="0"/>
        </a:p>
        <a:p>
          <a:pPr marL="171450" lvl="1" indent="-171450" algn="l" defTabSz="800100">
            <a:lnSpc>
              <a:spcPct val="90000"/>
            </a:lnSpc>
            <a:spcBef>
              <a:spcPct val="0"/>
            </a:spcBef>
            <a:spcAft>
              <a:spcPct val="15000"/>
            </a:spcAft>
            <a:buFont typeface="+mj-lt"/>
            <a:buAutoNum type="arabicPeriod"/>
          </a:pPr>
          <a:r>
            <a:rPr lang="en-US" sz="1800" kern="1200" dirty="0"/>
            <a:t>Supporting Expert</a:t>
          </a:r>
          <a:endParaRPr lang="en-MY" sz="1800" kern="1200" dirty="0"/>
        </a:p>
        <a:p>
          <a:pPr marL="171450" lvl="1" indent="-171450" algn="l" defTabSz="800100">
            <a:lnSpc>
              <a:spcPct val="90000"/>
            </a:lnSpc>
            <a:spcBef>
              <a:spcPct val="0"/>
            </a:spcBef>
            <a:spcAft>
              <a:spcPct val="15000"/>
            </a:spcAft>
            <a:buFont typeface="+mj-lt"/>
            <a:buAutoNum type="arabicPeriod"/>
          </a:pPr>
          <a:r>
            <a:rPr lang="en-US" sz="1800" kern="1200" dirty="0"/>
            <a:t>Agent of change</a:t>
          </a:r>
          <a:endParaRPr lang="en-MY" sz="1800" kern="1200" dirty="0"/>
        </a:p>
      </dsp:txBody>
      <dsp:txXfrm>
        <a:off x="4110378" y="1956651"/>
        <a:ext cx="3229819" cy="2861998"/>
      </dsp:txXfrm>
    </dsp:sp>
    <dsp:sp modelId="{E09E1954-D170-0048-B57E-81C31C32E994}">
      <dsp:nvSpPr>
        <dsp:cNvPr id="0" name=""/>
        <dsp:cNvSpPr/>
      </dsp:nvSpPr>
      <dsp:spPr>
        <a:xfrm>
          <a:off x="7514903" y="0"/>
          <a:ext cx="3406402" cy="2078832"/>
        </a:xfrm>
        <a:prstGeom prst="rect">
          <a:avLst/>
        </a:prstGeom>
        <a:blipFill dpi="0" rotWithShape="1">
          <a:blip xmlns:r="http://schemas.openxmlformats.org/officeDocument/2006/relationships" r:embed="rId3">
            <a:duotone>
              <a:schemeClr val="accent2">
                <a:shade val="45000"/>
                <a:satMod val="135000"/>
              </a:schemeClr>
              <a:prstClr val="white"/>
            </a:duotone>
            <a:extLst>
              <a:ext uri="{28A0092B-C50C-407E-A947-70E740481C1C}">
                <a14:useLocalDpi xmlns:a14="http://schemas.microsoft.com/office/drawing/2010/main" val="0"/>
              </a:ext>
            </a:extLst>
          </a:blip>
          <a:srcRect/>
          <a:stretch>
            <a:fillRect l="17795" t="1182" r="5451" b="-10212"/>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612B65F-4CFB-F148-83F0-5292AB58AD29}">
      <dsp:nvSpPr>
        <dsp:cNvPr id="0" name=""/>
        <dsp:cNvSpPr/>
      </dsp:nvSpPr>
      <dsp:spPr>
        <a:xfrm>
          <a:off x="7763640" y="1947691"/>
          <a:ext cx="3240006" cy="2870944"/>
        </a:xfrm>
        <a:prstGeom prst="wedgeRectCallout">
          <a:avLst>
            <a:gd name="adj1" fmla="val 20250"/>
            <a:gd name="adj2" fmla="val -60700"/>
          </a:avLst>
        </a:prstGeom>
        <a:solidFill>
          <a:schemeClr val="accent2">
            <a:hueOff val="-1455363"/>
            <a:satOff val="-83928"/>
            <a:lumOff val="86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t" anchorCtr="0">
          <a:noAutofit/>
        </a:bodyPr>
        <a:lstStyle/>
        <a:p>
          <a:pPr marL="0" lvl="0" indent="0" algn="ctr" defTabSz="800100">
            <a:lnSpc>
              <a:spcPct val="90000"/>
            </a:lnSpc>
            <a:spcBef>
              <a:spcPct val="0"/>
            </a:spcBef>
            <a:spcAft>
              <a:spcPct val="35000"/>
            </a:spcAft>
            <a:buNone/>
          </a:pPr>
          <a:r>
            <a:rPr lang="en-US" sz="1800" kern="1200" dirty="0"/>
            <a:t>QUALITIES</a:t>
          </a:r>
          <a:endParaRPr lang="en-MY" sz="1800" kern="1200" dirty="0"/>
        </a:p>
        <a:p>
          <a:pPr marL="171450" lvl="1" indent="-171450" algn="l" defTabSz="800100">
            <a:lnSpc>
              <a:spcPct val="90000"/>
            </a:lnSpc>
            <a:spcBef>
              <a:spcPct val="0"/>
            </a:spcBef>
            <a:spcAft>
              <a:spcPct val="15000"/>
            </a:spcAft>
            <a:buChar char="•"/>
          </a:pPr>
          <a:r>
            <a:rPr lang="en-US" sz="1800" kern="1200" dirty="0"/>
            <a:t>Problem solver</a:t>
          </a:r>
          <a:endParaRPr lang="en-MY" sz="1800" kern="1200" dirty="0"/>
        </a:p>
        <a:p>
          <a:pPr marL="171450" lvl="1" indent="-171450" algn="l" defTabSz="800100">
            <a:lnSpc>
              <a:spcPct val="90000"/>
            </a:lnSpc>
            <a:spcBef>
              <a:spcPct val="0"/>
            </a:spcBef>
            <a:spcAft>
              <a:spcPct val="15000"/>
            </a:spcAft>
            <a:buChar char="•"/>
          </a:pPr>
          <a:r>
            <a:rPr lang="en-US" sz="1800" kern="1200" dirty="0"/>
            <a:t>Communicator</a:t>
          </a:r>
          <a:endParaRPr lang="en-MY" sz="1800" kern="1200" dirty="0"/>
        </a:p>
        <a:p>
          <a:pPr marL="171450" lvl="1" indent="-171450" algn="l" defTabSz="800100">
            <a:lnSpc>
              <a:spcPct val="90000"/>
            </a:lnSpc>
            <a:spcBef>
              <a:spcPct val="0"/>
            </a:spcBef>
            <a:spcAft>
              <a:spcPct val="15000"/>
            </a:spcAft>
            <a:buChar char="•"/>
          </a:pPr>
          <a:r>
            <a:rPr lang="en-US" sz="1800" kern="1200"/>
            <a:t>Strong personal and professional ethics</a:t>
          </a:r>
          <a:endParaRPr lang="en-MY" sz="1800" kern="1200"/>
        </a:p>
        <a:p>
          <a:pPr marL="171450" lvl="1" indent="-171450" algn="l" defTabSz="800100">
            <a:lnSpc>
              <a:spcPct val="90000"/>
            </a:lnSpc>
            <a:spcBef>
              <a:spcPct val="0"/>
            </a:spcBef>
            <a:spcAft>
              <a:spcPct val="15000"/>
            </a:spcAft>
            <a:buChar char="•"/>
          </a:pPr>
          <a:r>
            <a:rPr lang="en-US" sz="1800" kern="1200" dirty="0"/>
            <a:t>Self-disciplined and self-motivated</a:t>
          </a:r>
          <a:endParaRPr lang="en-MY" sz="1800" kern="1200" dirty="0"/>
        </a:p>
      </dsp:txBody>
      <dsp:txXfrm>
        <a:off x="7763640" y="1947691"/>
        <a:ext cx="3240006" cy="287094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7BF04D1-2540-A440-8889-ED95DDB91B74}">
      <dsp:nvSpPr>
        <dsp:cNvPr id="0" name=""/>
        <dsp:cNvSpPr/>
      </dsp:nvSpPr>
      <dsp:spPr>
        <a:xfrm>
          <a:off x="0" y="19449"/>
          <a:ext cx="6500117" cy="743535"/>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ACTIVITY:</a:t>
          </a:r>
          <a:endParaRPr lang="en-MY" sz="3100" kern="1200" dirty="0"/>
        </a:p>
      </dsp:txBody>
      <dsp:txXfrm>
        <a:off x="36296" y="55745"/>
        <a:ext cx="6427525" cy="670943"/>
      </dsp:txXfrm>
    </dsp:sp>
    <dsp:sp modelId="{7B438633-1722-3A4C-95BA-EC73A3744890}">
      <dsp:nvSpPr>
        <dsp:cNvPr id="0" name=""/>
        <dsp:cNvSpPr/>
      </dsp:nvSpPr>
      <dsp:spPr>
        <a:xfrm>
          <a:off x="0" y="762984"/>
          <a:ext cx="6500117" cy="16684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6379" tIns="39370" rIns="220472" bIns="39370" numCol="1" spcCol="1270" anchor="t" anchorCtr="0">
          <a:noAutofit/>
        </a:bodyPr>
        <a:lstStyle/>
        <a:p>
          <a:pPr marL="228600" lvl="1" indent="-228600" algn="l" defTabSz="1066800">
            <a:lnSpc>
              <a:spcPct val="90000"/>
            </a:lnSpc>
            <a:spcBef>
              <a:spcPct val="0"/>
            </a:spcBef>
            <a:spcAft>
              <a:spcPct val="20000"/>
            </a:spcAft>
            <a:buChar char="•"/>
          </a:pPr>
          <a:r>
            <a:rPr lang="en-US" sz="2400" kern="1200"/>
            <a:t>Interviewing user management</a:t>
          </a:r>
          <a:endParaRPr lang="en-MY" sz="2400" kern="1200"/>
        </a:p>
        <a:p>
          <a:pPr marL="228600" lvl="1" indent="-228600" algn="l" defTabSz="1066800">
            <a:lnSpc>
              <a:spcPct val="90000"/>
            </a:lnSpc>
            <a:spcBef>
              <a:spcPct val="0"/>
            </a:spcBef>
            <a:spcAft>
              <a:spcPct val="20000"/>
            </a:spcAft>
            <a:buChar char="•"/>
          </a:pPr>
          <a:r>
            <a:rPr lang="en-US" sz="2400" kern="1200"/>
            <a:t>Summarizing the knowledge obtained</a:t>
          </a:r>
          <a:endParaRPr lang="en-MY" sz="2400" kern="1200"/>
        </a:p>
        <a:p>
          <a:pPr marL="228600" lvl="1" indent="-228600" algn="l" defTabSz="1066800">
            <a:lnSpc>
              <a:spcPct val="90000"/>
            </a:lnSpc>
            <a:spcBef>
              <a:spcPct val="0"/>
            </a:spcBef>
            <a:spcAft>
              <a:spcPct val="20000"/>
            </a:spcAft>
            <a:buChar char="•"/>
          </a:pPr>
          <a:r>
            <a:rPr lang="en-US" sz="2400" kern="1200"/>
            <a:t>Estimating the scope of the project</a:t>
          </a:r>
          <a:endParaRPr lang="en-MY" sz="2400" kern="1200"/>
        </a:p>
        <a:p>
          <a:pPr marL="228600" lvl="1" indent="-228600" algn="l" defTabSz="1066800">
            <a:lnSpc>
              <a:spcPct val="90000"/>
            </a:lnSpc>
            <a:spcBef>
              <a:spcPct val="0"/>
            </a:spcBef>
            <a:spcAft>
              <a:spcPct val="20000"/>
            </a:spcAft>
            <a:buChar char="•"/>
          </a:pPr>
          <a:r>
            <a:rPr lang="en-US" sz="2400" kern="1200"/>
            <a:t>Documenting the results</a:t>
          </a:r>
          <a:endParaRPr lang="en-MY" sz="2400" kern="1200"/>
        </a:p>
      </dsp:txBody>
      <dsp:txXfrm>
        <a:off x="0" y="762984"/>
        <a:ext cx="6500117" cy="1668420"/>
      </dsp:txXfrm>
    </dsp:sp>
    <dsp:sp modelId="{61DB2743-BDE1-2F48-A9DD-9391637E68F8}">
      <dsp:nvSpPr>
        <dsp:cNvPr id="0" name=""/>
        <dsp:cNvSpPr/>
      </dsp:nvSpPr>
      <dsp:spPr>
        <a:xfrm>
          <a:off x="0" y="2431404"/>
          <a:ext cx="6500117" cy="743535"/>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a:t>OUTPUT: FEASIBILITY REPORT  	</a:t>
          </a:r>
          <a:endParaRPr lang="en-MY" sz="3100" kern="1200"/>
        </a:p>
      </dsp:txBody>
      <dsp:txXfrm>
        <a:off x="36296" y="2467700"/>
        <a:ext cx="6427525" cy="670943"/>
      </dsp:txXfrm>
    </dsp:sp>
    <dsp:sp modelId="{DE6D4777-C566-9745-84D1-D1EF658C2B1E}">
      <dsp:nvSpPr>
        <dsp:cNvPr id="0" name=""/>
        <dsp:cNvSpPr/>
      </dsp:nvSpPr>
      <dsp:spPr>
        <a:xfrm>
          <a:off x="0" y="3174939"/>
          <a:ext cx="6500117" cy="17646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6379" tIns="39370" rIns="220472" bIns="39370" numCol="1" spcCol="1270" anchor="t" anchorCtr="0">
          <a:noAutofit/>
        </a:bodyPr>
        <a:lstStyle/>
        <a:p>
          <a:pPr marL="228600" lvl="1" indent="-228600" algn="l" defTabSz="1066800">
            <a:lnSpc>
              <a:spcPct val="90000"/>
            </a:lnSpc>
            <a:spcBef>
              <a:spcPct val="0"/>
            </a:spcBef>
            <a:spcAft>
              <a:spcPct val="20000"/>
            </a:spcAft>
            <a:buChar char="•"/>
          </a:pPr>
          <a:r>
            <a:rPr lang="en-US" sz="2400" kern="1200"/>
            <a:t>containing problem definition and objective summaries from which management can make a decision on whether to proceed with the proposed project (come out with your system  proposal)</a:t>
          </a:r>
          <a:endParaRPr lang="en-MY" sz="2400" kern="1200"/>
        </a:p>
      </dsp:txBody>
      <dsp:txXfrm>
        <a:off x="0" y="3174939"/>
        <a:ext cx="6500117" cy="1764675"/>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BA2BAED-51A5-9247-BC9B-C61C3AF2BD68}">
      <dsp:nvSpPr>
        <dsp:cNvPr id="0" name=""/>
        <dsp:cNvSpPr/>
      </dsp:nvSpPr>
      <dsp:spPr>
        <a:xfrm>
          <a:off x="0" y="211239"/>
          <a:ext cx="6896190" cy="74646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Activity:</a:t>
          </a:r>
          <a:endParaRPr lang="en-MY" sz="3100" kern="1200" dirty="0"/>
        </a:p>
      </dsp:txBody>
      <dsp:txXfrm>
        <a:off x="36439" y="247678"/>
        <a:ext cx="6823312" cy="673582"/>
      </dsp:txXfrm>
    </dsp:sp>
    <dsp:sp modelId="{1E94B265-6AA5-7249-8C32-EEB54D1B101C}">
      <dsp:nvSpPr>
        <dsp:cNvPr id="0" name=""/>
        <dsp:cNvSpPr/>
      </dsp:nvSpPr>
      <dsp:spPr>
        <a:xfrm>
          <a:off x="0" y="957700"/>
          <a:ext cx="6896190" cy="17760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8954" tIns="27940" rIns="156464" bIns="27940" numCol="1" spcCol="1270" anchor="t" anchorCtr="0">
          <a:noAutofit/>
        </a:bodyPr>
        <a:lstStyle/>
        <a:p>
          <a:pPr marL="171450" lvl="1" indent="-171450" algn="l" defTabSz="755650">
            <a:lnSpc>
              <a:spcPct val="90000"/>
            </a:lnSpc>
            <a:spcBef>
              <a:spcPct val="0"/>
            </a:spcBef>
            <a:spcAft>
              <a:spcPct val="20000"/>
            </a:spcAft>
            <a:buChar char="•"/>
          </a:pPr>
          <a:r>
            <a:rPr lang="en-US" sz="1700" kern="1200"/>
            <a:t>Interviewing</a:t>
          </a:r>
          <a:endParaRPr lang="en-MY" sz="1700" kern="1200"/>
        </a:p>
        <a:p>
          <a:pPr marL="171450" lvl="1" indent="-171450" algn="l" defTabSz="755650">
            <a:lnSpc>
              <a:spcPct val="90000"/>
            </a:lnSpc>
            <a:spcBef>
              <a:spcPct val="0"/>
            </a:spcBef>
            <a:spcAft>
              <a:spcPct val="20000"/>
            </a:spcAft>
            <a:buChar char="•"/>
          </a:pPr>
          <a:r>
            <a:rPr lang="en-US" sz="1700" kern="1200"/>
            <a:t>Sampling and investing hard data</a:t>
          </a:r>
          <a:endParaRPr lang="en-MY" sz="1700" kern="1200"/>
        </a:p>
        <a:p>
          <a:pPr marL="171450" lvl="1" indent="-171450" algn="l" defTabSz="755650">
            <a:lnSpc>
              <a:spcPct val="90000"/>
            </a:lnSpc>
            <a:spcBef>
              <a:spcPct val="0"/>
            </a:spcBef>
            <a:spcAft>
              <a:spcPct val="20000"/>
            </a:spcAft>
            <a:buChar char="•"/>
          </a:pPr>
          <a:r>
            <a:rPr lang="en-US" sz="1700" kern="1200"/>
            <a:t>Questionnaires</a:t>
          </a:r>
          <a:endParaRPr lang="en-MY" sz="1700" kern="1200"/>
        </a:p>
        <a:p>
          <a:pPr marL="171450" lvl="1" indent="-171450" algn="l" defTabSz="755650">
            <a:lnSpc>
              <a:spcPct val="90000"/>
            </a:lnSpc>
            <a:spcBef>
              <a:spcPct val="0"/>
            </a:spcBef>
            <a:spcAft>
              <a:spcPct val="20000"/>
            </a:spcAft>
            <a:buChar char="•"/>
          </a:pPr>
          <a:r>
            <a:rPr lang="en-US" sz="1700" kern="1200"/>
            <a:t>Observe the decision maker’s behavior and environment</a:t>
          </a:r>
          <a:endParaRPr lang="en-MY" sz="1700" kern="1200"/>
        </a:p>
        <a:p>
          <a:pPr marL="171450" lvl="1" indent="-171450" algn="l" defTabSz="755650">
            <a:lnSpc>
              <a:spcPct val="90000"/>
            </a:lnSpc>
            <a:spcBef>
              <a:spcPct val="0"/>
            </a:spcBef>
            <a:spcAft>
              <a:spcPct val="20000"/>
            </a:spcAft>
            <a:buChar char="•"/>
          </a:pPr>
          <a:r>
            <a:rPr lang="en-US" sz="1700" kern="1200"/>
            <a:t>Prototyping</a:t>
          </a:r>
          <a:endParaRPr lang="en-MY" sz="1700" kern="1200"/>
        </a:p>
        <a:p>
          <a:pPr marL="171450" lvl="1" indent="-171450" algn="l" defTabSz="755650">
            <a:lnSpc>
              <a:spcPct val="90000"/>
            </a:lnSpc>
            <a:spcBef>
              <a:spcPct val="0"/>
            </a:spcBef>
            <a:spcAft>
              <a:spcPct val="20000"/>
            </a:spcAft>
            <a:buChar char="•"/>
          </a:pPr>
          <a:r>
            <a:rPr lang="en-US" sz="1700" kern="1200"/>
            <a:t>Learn the who, what, where, when, how, and why of the current system</a:t>
          </a:r>
          <a:endParaRPr lang="en-MY" sz="1700" kern="1200"/>
        </a:p>
      </dsp:txBody>
      <dsp:txXfrm>
        <a:off x="0" y="957700"/>
        <a:ext cx="6896190" cy="1776060"/>
      </dsp:txXfrm>
    </dsp:sp>
    <dsp:sp modelId="{B1C37050-D50E-7740-856F-13FA4716F04F}">
      <dsp:nvSpPr>
        <dsp:cNvPr id="0" name=""/>
        <dsp:cNvSpPr/>
      </dsp:nvSpPr>
      <dsp:spPr>
        <a:xfrm>
          <a:off x="0" y="2733760"/>
          <a:ext cx="6896190" cy="746460"/>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Output: </a:t>
          </a:r>
          <a:endParaRPr lang="en-MY" sz="3100" kern="1200" dirty="0"/>
        </a:p>
      </dsp:txBody>
      <dsp:txXfrm>
        <a:off x="36439" y="2770199"/>
        <a:ext cx="6823312" cy="673582"/>
      </dsp:txXfrm>
    </dsp:sp>
    <dsp:sp modelId="{ABE487D9-10B9-9042-BE83-7EB6922F4878}">
      <dsp:nvSpPr>
        <dsp:cNvPr id="0" name=""/>
        <dsp:cNvSpPr/>
      </dsp:nvSpPr>
      <dsp:spPr>
        <a:xfrm>
          <a:off x="0" y="3480220"/>
          <a:ext cx="6896190" cy="154836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8954" tIns="27940" rIns="156464" bIns="27940" numCol="1" spcCol="1270" anchor="t" anchorCtr="0">
          <a:noAutofit/>
        </a:bodyPr>
        <a:lstStyle/>
        <a:p>
          <a:pPr marL="171450" lvl="1" indent="-171450" algn="l" defTabSz="755650">
            <a:lnSpc>
              <a:spcPct val="90000"/>
            </a:lnSpc>
            <a:spcBef>
              <a:spcPct val="0"/>
            </a:spcBef>
            <a:spcAft>
              <a:spcPct val="20000"/>
            </a:spcAft>
            <a:buChar char="•"/>
          </a:pPr>
          <a:r>
            <a:rPr lang="en-US" sz="1700" kern="1200" dirty="0"/>
            <a:t>Analyst understands how users accomplish their work when interacting with a computer; and begin to know how to make the </a:t>
          </a:r>
          <a:r>
            <a:rPr lang="en-US" sz="1700" b="1" kern="1200" dirty="0">
              <a:solidFill>
                <a:schemeClr val="accent2"/>
              </a:solidFill>
            </a:rPr>
            <a:t>new system more useful and usable</a:t>
          </a:r>
          <a:r>
            <a:rPr lang="en-US" sz="1700" kern="1200" dirty="0"/>
            <a:t>. </a:t>
          </a:r>
          <a:endParaRPr lang="en-MY" sz="1700" kern="1200" dirty="0"/>
        </a:p>
        <a:p>
          <a:pPr marL="171450" lvl="1" indent="-171450" algn="l" defTabSz="755650">
            <a:lnSpc>
              <a:spcPct val="90000"/>
            </a:lnSpc>
            <a:spcBef>
              <a:spcPct val="0"/>
            </a:spcBef>
            <a:spcAft>
              <a:spcPct val="20000"/>
            </a:spcAft>
            <a:buChar char="•"/>
          </a:pPr>
          <a:r>
            <a:rPr lang="en-US" sz="1700" kern="1200" dirty="0"/>
            <a:t>The analyst should also know the </a:t>
          </a:r>
          <a:r>
            <a:rPr lang="en-US" sz="1700" b="1" kern="1200" dirty="0">
              <a:solidFill>
                <a:schemeClr val="accent2"/>
              </a:solidFill>
            </a:rPr>
            <a:t>BUSINESS FUNCTIONS </a:t>
          </a:r>
          <a:r>
            <a:rPr lang="en-US" sz="1700" kern="1200" dirty="0"/>
            <a:t>and have complete information on the people, goals, data and procedure involved.</a:t>
          </a:r>
          <a:endParaRPr lang="en-MY" sz="1700" kern="1200" dirty="0"/>
        </a:p>
      </dsp:txBody>
      <dsp:txXfrm>
        <a:off x="0" y="3480220"/>
        <a:ext cx="6896190" cy="154836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507E9B8-8ED3-4941-868B-EEEB1D8C6A94}">
      <dsp:nvSpPr>
        <dsp:cNvPr id="0" name=""/>
        <dsp:cNvSpPr/>
      </dsp:nvSpPr>
      <dsp:spPr>
        <a:xfrm>
          <a:off x="0" y="382887"/>
          <a:ext cx="6602250" cy="875993"/>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Activity:</a:t>
          </a:r>
          <a:endParaRPr lang="en-MY" sz="3100" kern="1200" dirty="0"/>
        </a:p>
      </dsp:txBody>
      <dsp:txXfrm>
        <a:off x="42762" y="425649"/>
        <a:ext cx="6516726" cy="790469"/>
      </dsp:txXfrm>
    </dsp:sp>
    <dsp:sp modelId="{E71F32D7-9C9C-F84E-8DF2-799046F1E7B6}">
      <dsp:nvSpPr>
        <dsp:cNvPr id="0" name=""/>
        <dsp:cNvSpPr/>
      </dsp:nvSpPr>
      <dsp:spPr>
        <a:xfrm>
          <a:off x="0" y="1258880"/>
          <a:ext cx="6602250" cy="16482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9621" tIns="30480" rIns="170688" bIns="30480" numCol="1" spcCol="1270" anchor="t" anchorCtr="0">
          <a:noAutofit/>
        </a:bodyPr>
        <a:lstStyle/>
        <a:p>
          <a:pPr marL="228600" lvl="1" indent="-228600" algn="l" defTabSz="1066800">
            <a:lnSpc>
              <a:spcPct val="90000"/>
            </a:lnSpc>
            <a:spcBef>
              <a:spcPct val="0"/>
            </a:spcBef>
            <a:spcAft>
              <a:spcPct val="20000"/>
            </a:spcAft>
            <a:buChar char="•"/>
          </a:pPr>
          <a:r>
            <a:rPr lang="en-US" sz="2400" kern="1200" dirty="0"/>
            <a:t>Create data flow diagrams </a:t>
          </a:r>
          <a:endParaRPr lang="en-MY" sz="2400" kern="1200" dirty="0"/>
        </a:p>
        <a:p>
          <a:pPr marL="228600" lvl="1" indent="-228600" algn="l" defTabSz="1066800">
            <a:lnSpc>
              <a:spcPct val="90000"/>
            </a:lnSpc>
            <a:spcBef>
              <a:spcPct val="0"/>
            </a:spcBef>
            <a:spcAft>
              <a:spcPct val="20000"/>
            </a:spcAft>
            <a:buChar char="•"/>
          </a:pPr>
          <a:r>
            <a:rPr lang="en-US" sz="2400" kern="1200" dirty="0"/>
            <a:t>Complete the data dictionary</a:t>
          </a:r>
          <a:endParaRPr lang="en-MY" sz="2400" kern="1200" dirty="0"/>
        </a:p>
        <a:p>
          <a:pPr marL="228600" lvl="1" indent="-228600" algn="l" defTabSz="1066800">
            <a:lnSpc>
              <a:spcPct val="90000"/>
            </a:lnSpc>
            <a:spcBef>
              <a:spcPct val="0"/>
            </a:spcBef>
            <a:spcAft>
              <a:spcPct val="20000"/>
            </a:spcAft>
            <a:buChar char="•"/>
          </a:pPr>
          <a:r>
            <a:rPr lang="en-US" sz="2400" kern="1200" dirty="0"/>
            <a:t>Analyze the structured decisions made</a:t>
          </a:r>
          <a:endParaRPr lang="en-MY" sz="2400" kern="1200" dirty="0"/>
        </a:p>
        <a:p>
          <a:pPr marL="228600" lvl="1" indent="-228600" algn="l" defTabSz="1066800">
            <a:lnSpc>
              <a:spcPct val="90000"/>
            </a:lnSpc>
            <a:spcBef>
              <a:spcPct val="0"/>
            </a:spcBef>
            <a:spcAft>
              <a:spcPct val="20000"/>
            </a:spcAft>
            <a:buChar char="•"/>
          </a:pPr>
          <a:r>
            <a:rPr lang="en-US" sz="2400" kern="1200" dirty="0"/>
            <a:t>Prepare and present the system proposal</a:t>
          </a:r>
          <a:endParaRPr lang="en-MY" sz="2400" kern="1200" dirty="0"/>
        </a:p>
      </dsp:txBody>
      <dsp:txXfrm>
        <a:off x="0" y="1258880"/>
        <a:ext cx="6602250" cy="1648237"/>
      </dsp:txXfrm>
    </dsp:sp>
    <dsp:sp modelId="{D2675DCA-7238-F94F-9BB8-6A76C00FB750}">
      <dsp:nvSpPr>
        <dsp:cNvPr id="0" name=""/>
        <dsp:cNvSpPr/>
      </dsp:nvSpPr>
      <dsp:spPr>
        <a:xfrm>
          <a:off x="0" y="2907118"/>
          <a:ext cx="6602250" cy="760398"/>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8110" tIns="118110" rIns="118110" bIns="118110" numCol="1" spcCol="1270" anchor="ctr" anchorCtr="0">
          <a:noAutofit/>
        </a:bodyPr>
        <a:lstStyle/>
        <a:p>
          <a:pPr marL="0" lvl="0" indent="0" algn="l" defTabSz="1377950">
            <a:lnSpc>
              <a:spcPct val="90000"/>
            </a:lnSpc>
            <a:spcBef>
              <a:spcPct val="0"/>
            </a:spcBef>
            <a:spcAft>
              <a:spcPct val="35000"/>
            </a:spcAft>
            <a:buNone/>
          </a:pPr>
          <a:r>
            <a:rPr lang="en-US" sz="3100" kern="1200" dirty="0"/>
            <a:t>Output: </a:t>
          </a:r>
          <a:endParaRPr lang="en-MY" sz="3100" kern="1200" dirty="0"/>
        </a:p>
      </dsp:txBody>
      <dsp:txXfrm>
        <a:off x="37120" y="2944238"/>
        <a:ext cx="6528010" cy="686158"/>
      </dsp:txXfrm>
    </dsp:sp>
    <dsp:sp modelId="{B02A49EF-A7EC-3C43-852F-53F57F50CDD0}">
      <dsp:nvSpPr>
        <dsp:cNvPr id="0" name=""/>
        <dsp:cNvSpPr/>
      </dsp:nvSpPr>
      <dsp:spPr>
        <a:xfrm>
          <a:off x="0" y="3667517"/>
          <a:ext cx="6602250" cy="10764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9621" tIns="30480" rIns="170688" bIns="30480" numCol="1" spcCol="1270" anchor="t" anchorCtr="0">
          <a:noAutofit/>
        </a:bodyPr>
        <a:lstStyle/>
        <a:p>
          <a:pPr marL="228600" lvl="1" indent="-228600" algn="l" defTabSz="1066800">
            <a:lnSpc>
              <a:spcPct val="90000"/>
            </a:lnSpc>
            <a:spcBef>
              <a:spcPct val="0"/>
            </a:spcBef>
            <a:spcAft>
              <a:spcPct val="20000"/>
            </a:spcAft>
            <a:buChar char="•"/>
          </a:pPr>
          <a:r>
            <a:rPr lang="en-US" sz="2400" kern="1200" dirty="0"/>
            <a:t>Recommendation on what, if anything, should be done</a:t>
          </a:r>
          <a:endParaRPr lang="en-MY" sz="2400" kern="1200" dirty="0"/>
        </a:p>
      </dsp:txBody>
      <dsp:txXfrm>
        <a:off x="0" y="3667517"/>
        <a:ext cx="6602250" cy="107640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71E3B6C-F8F1-BB4F-8D9C-70557FFD82FD}">
      <dsp:nvSpPr>
        <dsp:cNvPr id="0" name=""/>
        <dsp:cNvSpPr/>
      </dsp:nvSpPr>
      <dsp:spPr>
        <a:xfrm>
          <a:off x="0" y="26132"/>
          <a:ext cx="6453364" cy="81549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en-US" sz="3400" kern="1200"/>
            <a:t>Activity:</a:t>
          </a:r>
          <a:endParaRPr lang="en-MY" sz="3400" kern="1200"/>
        </a:p>
      </dsp:txBody>
      <dsp:txXfrm>
        <a:off x="39809" y="65941"/>
        <a:ext cx="6373746" cy="735872"/>
      </dsp:txXfrm>
    </dsp:sp>
    <dsp:sp modelId="{1A671726-D0BA-6E4E-9378-8FB790C4E63C}">
      <dsp:nvSpPr>
        <dsp:cNvPr id="0" name=""/>
        <dsp:cNvSpPr/>
      </dsp:nvSpPr>
      <dsp:spPr>
        <a:xfrm>
          <a:off x="0" y="841622"/>
          <a:ext cx="6453364" cy="23225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4894" tIns="43180" rIns="241808" bIns="43180" numCol="1" spcCol="1270" anchor="t" anchorCtr="0">
          <a:noAutofit/>
        </a:bodyPr>
        <a:lstStyle/>
        <a:p>
          <a:pPr marL="228600" lvl="1" indent="-228600" algn="l" defTabSz="1200150">
            <a:lnSpc>
              <a:spcPct val="90000"/>
            </a:lnSpc>
            <a:spcBef>
              <a:spcPct val="0"/>
            </a:spcBef>
            <a:spcAft>
              <a:spcPct val="20000"/>
            </a:spcAft>
            <a:buChar char="•"/>
          </a:pPr>
          <a:r>
            <a:rPr lang="en-US" sz="2700" kern="1200"/>
            <a:t>Design procedures for data entry</a:t>
          </a:r>
          <a:endParaRPr lang="en-MY" sz="2700" kern="1200"/>
        </a:p>
        <a:p>
          <a:pPr marL="228600" lvl="1" indent="-228600" algn="l" defTabSz="1200150">
            <a:lnSpc>
              <a:spcPct val="90000"/>
            </a:lnSpc>
            <a:spcBef>
              <a:spcPct val="0"/>
            </a:spcBef>
            <a:spcAft>
              <a:spcPct val="20000"/>
            </a:spcAft>
            <a:buChar char="•"/>
          </a:pPr>
          <a:r>
            <a:rPr lang="en-US" sz="2700" kern="1200"/>
            <a:t>Design the human-computer interface</a:t>
          </a:r>
          <a:endParaRPr lang="en-MY" sz="2700" kern="1200"/>
        </a:p>
        <a:p>
          <a:pPr marL="228600" lvl="1" indent="-228600" algn="l" defTabSz="1200150">
            <a:lnSpc>
              <a:spcPct val="90000"/>
            </a:lnSpc>
            <a:spcBef>
              <a:spcPct val="0"/>
            </a:spcBef>
            <a:spcAft>
              <a:spcPct val="20000"/>
            </a:spcAft>
            <a:buChar char="•"/>
          </a:pPr>
          <a:r>
            <a:rPr lang="en-US" sz="2700" kern="1200"/>
            <a:t>Design system controls</a:t>
          </a:r>
          <a:endParaRPr lang="en-MY" sz="2700" kern="1200"/>
        </a:p>
        <a:p>
          <a:pPr marL="228600" lvl="1" indent="-228600" algn="l" defTabSz="1200150">
            <a:lnSpc>
              <a:spcPct val="90000"/>
            </a:lnSpc>
            <a:spcBef>
              <a:spcPct val="0"/>
            </a:spcBef>
            <a:spcAft>
              <a:spcPct val="20000"/>
            </a:spcAft>
            <a:buChar char="•"/>
          </a:pPr>
          <a:r>
            <a:rPr lang="en-US" sz="2700" kern="1200"/>
            <a:t>Design files and/or database</a:t>
          </a:r>
          <a:endParaRPr lang="en-MY" sz="2700" kern="1200"/>
        </a:p>
        <a:p>
          <a:pPr marL="228600" lvl="1" indent="-228600" algn="l" defTabSz="1200150">
            <a:lnSpc>
              <a:spcPct val="90000"/>
            </a:lnSpc>
            <a:spcBef>
              <a:spcPct val="0"/>
            </a:spcBef>
            <a:spcAft>
              <a:spcPct val="20000"/>
            </a:spcAft>
            <a:buChar char="•"/>
          </a:pPr>
          <a:r>
            <a:rPr lang="en-US" sz="2700" kern="1200"/>
            <a:t>Design backup procedures</a:t>
          </a:r>
          <a:endParaRPr lang="en-MY" sz="2700" kern="1200"/>
        </a:p>
      </dsp:txBody>
      <dsp:txXfrm>
        <a:off x="0" y="841622"/>
        <a:ext cx="6453364" cy="2322540"/>
      </dsp:txXfrm>
    </dsp:sp>
    <dsp:sp modelId="{0F8ADD48-AE98-3847-8BC6-DCC082CE40AB}">
      <dsp:nvSpPr>
        <dsp:cNvPr id="0" name=""/>
        <dsp:cNvSpPr/>
      </dsp:nvSpPr>
      <dsp:spPr>
        <a:xfrm>
          <a:off x="0" y="3164162"/>
          <a:ext cx="6453364" cy="815490"/>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en-US" sz="3400" kern="1200"/>
            <a:t>Output</a:t>
          </a:r>
          <a:endParaRPr lang="en-MY" sz="3400" kern="1200"/>
        </a:p>
      </dsp:txBody>
      <dsp:txXfrm>
        <a:off x="39809" y="3203971"/>
        <a:ext cx="6373746" cy="735872"/>
      </dsp:txXfrm>
    </dsp:sp>
    <dsp:sp modelId="{E6A61A11-37F6-B24B-A1AB-CF8FA612F1F3}">
      <dsp:nvSpPr>
        <dsp:cNvPr id="0" name=""/>
        <dsp:cNvSpPr/>
      </dsp:nvSpPr>
      <dsp:spPr>
        <a:xfrm>
          <a:off x="0" y="3979652"/>
          <a:ext cx="6453364" cy="5630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4894" tIns="43180" rIns="241808" bIns="43180" numCol="1" spcCol="1270" anchor="t" anchorCtr="0">
          <a:noAutofit/>
        </a:bodyPr>
        <a:lstStyle/>
        <a:p>
          <a:pPr marL="228600" lvl="1" indent="-228600" algn="l" defTabSz="1200150">
            <a:lnSpc>
              <a:spcPct val="90000"/>
            </a:lnSpc>
            <a:spcBef>
              <a:spcPct val="0"/>
            </a:spcBef>
            <a:spcAft>
              <a:spcPct val="20000"/>
            </a:spcAft>
            <a:buChar char="•"/>
          </a:pPr>
          <a:r>
            <a:rPr lang="en-US" sz="2700" kern="1200"/>
            <a:t>Model of the actual system </a:t>
          </a:r>
          <a:endParaRPr lang="en-MY" sz="2700" kern="1200"/>
        </a:p>
      </dsp:txBody>
      <dsp:txXfrm>
        <a:off x="0" y="3979652"/>
        <a:ext cx="6453364" cy="563040"/>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F6AD970-EFAE-BD44-A3A2-DE752255E8A3}">
      <dsp:nvSpPr>
        <dsp:cNvPr id="0" name=""/>
        <dsp:cNvSpPr/>
      </dsp:nvSpPr>
      <dsp:spPr>
        <a:xfrm>
          <a:off x="0" y="99842"/>
          <a:ext cx="6742077" cy="647595"/>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a:t>Activity:</a:t>
          </a:r>
          <a:endParaRPr lang="en-MY" sz="2700" kern="1200"/>
        </a:p>
      </dsp:txBody>
      <dsp:txXfrm>
        <a:off x="31613" y="131455"/>
        <a:ext cx="6678851" cy="584369"/>
      </dsp:txXfrm>
    </dsp:sp>
    <dsp:sp modelId="{DEF0A8BD-24BC-A940-97BB-967388DC91D8}">
      <dsp:nvSpPr>
        <dsp:cNvPr id="0" name=""/>
        <dsp:cNvSpPr/>
      </dsp:nvSpPr>
      <dsp:spPr>
        <a:xfrm>
          <a:off x="0" y="747437"/>
          <a:ext cx="6742077" cy="23473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4061" tIns="34290" rIns="192024" bIns="34290" numCol="1" spcCol="1270" anchor="t" anchorCtr="0">
          <a:noAutofit/>
        </a:bodyPr>
        <a:lstStyle/>
        <a:p>
          <a:pPr marL="228600" lvl="1" indent="-228600" algn="l" defTabSz="933450">
            <a:lnSpc>
              <a:spcPct val="90000"/>
            </a:lnSpc>
            <a:spcBef>
              <a:spcPct val="0"/>
            </a:spcBef>
            <a:spcAft>
              <a:spcPct val="20000"/>
            </a:spcAft>
            <a:buChar char="•"/>
          </a:pPr>
          <a:r>
            <a:rPr lang="en-US" sz="2100" kern="1200"/>
            <a:t>System analyst works with programmers to develop any original software</a:t>
          </a:r>
          <a:endParaRPr lang="en-MY" sz="2100" kern="1200"/>
        </a:p>
        <a:p>
          <a:pPr marL="228600" lvl="1" indent="-228600" algn="l" defTabSz="933450">
            <a:lnSpc>
              <a:spcPct val="90000"/>
            </a:lnSpc>
            <a:spcBef>
              <a:spcPct val="0"/>
            </a:spcBef>
            <a:spcAft>
              <a:spcPct val="20000"/>
            </a:spcAft>
            <a:buChar char="•"/>
          </a:pPr>
          <a:r>
            <a:rPr lang="en-US" sz="2100" kern="1200"/>
            <a:t>Works with users to develop effective documentation</a:t>
          </a:r>
          <a:endParaRPr lang="en-MY" sz="2100" kern="1200"/>
        </a:p>
        <a:p>
          <a:pPr marL="228600" lvl="1" indent="-228600" algn="l" defTabSz="933450">
            <a:lnSpc>
              <a:spcPct val="90000"/>
            </a:lnSpc>
            <a:spcBef>
              <a:spcPct val="0"/>
            </a:spcBef>
            <a:spcAft>
              <a:spcPct val="20000"/>
            </a:spcAft>
            <a:buChar char="•"/>
          </a:pPr>
          <a:r>
            <a:rPr lang="en-US" sz="2100" kern="1200"/>
            <a:t>Programmers design, code, and remove syntactical errors from computer programs</a:t>
          </a:r>
          <a:endParaRPr lang="en-MY" sz="2100" kern="1200"/>
        </a:p>
        <a:p>
          <a:pPr marL="228600" lvl="1" indent="-228600" algn="l" defTabSz="933450">
            <a:lnSpc>
              <a:spcPct val="90000"/>
            </a:lnSpc>
            <a:spcBef>
              <a:spcPct val="0"/>
            </a:spcBef>
            <a:spcAft>
              <a:spcPct val="20000"/>
            </a:spcAft>
            <a:buChar char="•"/>
          </a:pPr>
          <a:r>
            <a:rPr lang="en-US" sz="2100" kern="1200"/>
            <a:t>Document software with help files, procedure manuals, and Web sites with Frequently Asked Questions</a:t>
          </a:r>
          <a:endParaRPr lang="en-MY" sz="2100" kern="1200"/>
        </a:p>
      </dsp:txBody>
      <dsp:txXfrm>
        <a:off x="0" y="747437"/>
        <a:ext cx="6742077" cy="2347379"/>
      </dsp:txXfrm>
    </dsp:sp>
    <dsp:sp modelId="{23BD0259-61DC-C345-B934-7CB625B00116}">
      <dsp:nvSpPr>
        <dsp:cNvPr id="0" name=""/>
        <dsp:cNvSpPr/>
      </dsp:nvSpPr>
      <dsp:spPr>
        <a:xfrm>
          <a:off x="0" y="3094817"/>
          <a:ext cx="6742077" cy="647595"/>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a:t>Output:</a:t>
          </a:r>
          <a:endParaRPr lang="en-MY" sz="2700" kern="1200"/>
        </a:p>
      </dsp:txBody>
      <dsp:txXfrm>
        <a:off x="31613" y="3126430"/>
        <a:ext cx="6678851" cy="584369"/>
      </dsp:txXfrm>
    </dsp:sp>
    <dsp:sp modelId="{1D06E106-DF4A-024D-A19B-0F63CD8C2C14}">
      <dsp:nvSpPr>
        <dsp:cNvPr id="0" name=""/>
        <dsp:cNvSpPr/>
      </dsp:nvSpPr>
      <dsp:spPr>
        <a:xfrm>
          <a:off x="0" y="3742412"/>
          <a:ext cx="6742077" cy="7265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4061" tIns="34290" rIns="192024" bIns="34290" numCol="1" spcCol="1270" anchor="t" anchorCtr="0">
          <a:noAutofit/>
        </a:bodyPr>
        <a:lstStyle/>
        <a:p>
          <a:pPr marL="228600" lvl="1" indent="-228600" algn="l" defTabSz="933450">
            <a:lnSpc>
              <a:spcPct val="90000"/>
            </a:lnSpc>
            <a:spcBef>
              <a:spcPct val="0"/>
            </a:spcBef>
            <a:spcAft>
              <a:spcPct val="20000"/>
            </a:spcAft>
            <a:buChar char="•"/>
          </a:pPr>
          <a:r>
            <a:rPr lang="en-US" sz="2100" kern="1200"/>
            <a:t>Computer programs</a:t>
          </a:r>
          <a:endParaRPr lang="en-MY" sz="2100" kern="1200"/>
        </a:p>
        <a:p>
          <a:pPr marL="228600" lvl="1" indent="-228600" algn="l" defTabSz="933450">
            <a:lnSpc>
              <a:spcPct val="90000"/>
            </a:lnSpc>
            <a:spcBef>
              <a:spcPct val="0"/>
            </a:spcBef>
            <a:spcAft>
              <a:spcPct val="20000"/>
            </a:spcAft>
            <a:buChar char="•"/>
          </a:pPr>
          <a:r>
            <a:rPr lang="en-US" sz="2100" kern="1200"/>
            <a:t>System documentation</a:t>
          </a:r>
          <a:endParaRPr lang="en-MY" sz="2100" kern="1200"/>
        </a:p>
      </dsp:txBody>
      <dsp:txXfrm>
        <a:off x="0" y="3742412"/>
        <a:ext cx="6742077" cy="726570"/>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C3899E8-B77A-D745-9DBD-1B1ADC5A2059}">
      <dsp:nvSpPr>
        <dsp:cNvPr id="0" name=""/>
        <dsp:cNvSpPr/>
      </dsp:nvSpPr>
      <dsp:spPr>
        <a:xfrm>
          <a:off x="0" y="44750"/>
          <a:ext cx="6403031" cy="887445"/>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0970" tIns="140970" rIns="140970" bIns="140970" numCol="1" spcCol="1270" anchor="ctr" anchorCtr="0">
          <a:noAutofit/>
        </a:bodyPr>
        <a:lstStyle/>
        <a:p>
          <a:pPr marL="0" lvl="0" indent="0" algn="l" defTabSz="1644650">
            <a:lnSpc>
              <a:spcPct val="90000"/>
            </a:lnSpc>
            <a:spcBef>
              <a:spcPct val="0"/>
            </a:spcBef>
            <a:spcAft>
              <a:spcPct val="35000"/>
            </a:spcAft>
            <a:buNone/>
          </a:pPr>
          <a:r>
            <a:rPr lang="en-US" sz="3700" kern="1200"/>
            <a:t>Activity:</a:t>
          </a:r>
          <a:endParaRPr lang="en-MY" sz="3700" kern="1200"/>
        </a:p>
      </dsp:txBody>
      <dsp:txXfrm>
        <a:off x="43321" y="88071"/>
        <a:ext cx="6316389" cy="800803"/>
      </dsp:txXfrm>
    </dsp:sp>
    <dsp:sp modelId="{69FA4C2C-1A2A-0542-8DD0-C04E4CC81A1D}">
      <dsp:nvSpPr>
        <dsp:cNvPr id="0" name=""/>
        <dsp:cNvSpPr/>
      </dsp:nvSpPr>
      <dsp:spPr>
        <a:xfrm>
          <a:off x="0" y="932195"/>
          <a:ext cx="6403031" cy="14935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3296" tIns="46990" rIns="263144" bIns="46990" numCol="1" spcCol="1270" anchor="t" anchorCtr="0">
          <a:noAutofit/>
        </a:bodyPr>
        <a:lstStyle/>
        <a:p>
          <a:pPr marL="285750" lvl="1" indent="-285750" algn="l" defTabSz="1289050">
            <a:lnSpc>
              <a:spcPct val="90000"/>
            </a:lnSpc>
            <a:spcBef>
              <a:spcPct val="0"/>
            </a:spcBef>
            <a:spcAft>
              <a:spcPct val="20000"/>
            </a:spcAft>
            <a:buChar char="•"/>
          </a:pPr>
          <a:r>
            <a:rPr lang="en-US" sz="2900" kern="1200"/>
            <a:t>Test the information system</a:t>
          </a:r>
          <a:endParaRPr lang="en-MY" sz="2900" kern="1200"/>
        </a:p>
        <a:p>
          <a:pPr marL="285750" lvl="1" indent="-285750" algn="l" defTabSz="1289050">
            <a:lnSpc>
              <a:spcPct val="90000"/>
            </a:lnSpc>
            <a:spcBef>
              <a:spcPct val="0"/>
            </a:spcBef>
            <a:spcAft>
              <a:spcPct val="20000"/>
            </a:spcAft>
            <a:buChar char="•"/>
          </a:pPr>
          <a:r>
            <a:rPr lang="en-US" sz="2900" kern="1200"/>
            <a:t>System maintenance </a:t>
          </a:r>
          <a:endParaRPr lang="en-MY" sz="2900" kern="1200"/>
        </a:p>
        <a:p>
          <a:pPr marL="285750" lvl="1" indent="-285750" algn="l" defTabSz="1289050">
            <a:lnSpc>
              <a:spcPct val="90000"/>
            </a:lnSpc>
            <a:spcBef>
              <a:spcPct val="0"/>
            </a:spcBef>
            <a:spcAft>
              <a:spcPct val="20000"/>
            </a:spcAft>
            <a:buChar char="•"/>
          </a:pPr>
          <a:r>
            <a:rPr lang="en-US" sz="2900" kern="1200"/>
            <a:t>Maintenance documentation</a:t>
          </a:r>
          <a:endParaRPr lang="en-MY" sz="2900" kern="1200"/>
        </a:p>
      </dsp:txBody>
      <dsp:txXfrm>
        <a:off x="0" y="932195"/>
        <a:ext cx="6403031" cy="1493505"/>
      </dsp:txXfrm>
    </dsp:sp>
    <dsp:sp modelId="{A94757FC-0180-9642-9B00-4557F5CA0A0A}">
      <dsp:nvSpPr>
        <dsp:cNvPr id="0" name=""/>
        <dsp:cNvSpPr/>
      </dsp:nvSpPr>
      <dsp:spPr>
        <a:xfrm>
          <a:off x="0" y="2425700"/>
          <a:ext cx="6403031" cy="887445"/>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0970" tIns="140970" rIns="140970" bIns="140970" numCol="1" spcCol="1270" anchor="ctr" anchorCtr="0">
          <a:noAutofit/>
        </a:bodyPr>
        <a:lstStyle/>
        <a:p>
          <a:pPr marL="0" lvl="0" indent="0" algn="l" defTabSz="1644650">
            <a:lnSpc>
              <a:spcPct val="90000"/>
            </a:lnSpc>
            <a:spcBef>
              <a:spcPct val="0"/>
            </a:spcBef>
            <a:spcAft>
              <a:spcPct val="35000"/>
            </a:spcAft>
            <a:buNone/>
          </a:pPr>
          <a:r>
            <a:rPr lang="en-US" sz="3700" kern="1200"/>
            <a:t>Output:</a:t>
          </a:r>
          <a:endParaRPr lang="en-MY" sz="3700" kern="1200"/>
        </a:p>
      </dsp:txBody>
      <dsp:txXfrm>
        <a:off x="43321" y="2469021"/>
        <a:ext cx="6316389" cy="800803"/>
      </dsp:txXfrm>
    </dsp:sp>
    <dsp:sp modelId="{9282DFB3-8085-0345-A068-A89A2F5C7C7E}">
      <dsp:nvSpPr>
        <dsp:cNvPr id="0" name=""/>
        <dsp:cNvSpPr/>
      </dsp:nvSpPr>
      <dsp:spPr>
        <a:xfrm>
          <a:off x="0" y="3313145"/>
          <a:ext cx="6403031" cy="14935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3296" tIns="46990" rIns="263144" bIns="46990" numCol="1" spcCol="1270" anchor="t" anchorCtr="0">
          <a:noAutofit/>
        </a:bodyPr>
        <a:lstStyle/>
        <a:p>
          <a:pPr marL="285750" lvl="1" indent="-285750" algn="l" defTabSz="1289050">
            <a:lnSpc>
              <a:spcPct val="90000"/>
            </a:lnSpc>
            <a:spcBef>
              <a:spcPct val="0"/>
            </a:spcBef>
            <a:spcAft>
              <a:spcPct val="20000"/>
            </a:spcAft>
            <a:buChar char="•"/>
          </a:pPr>
          <a:r>
            <a:rPr lang="en-US" sz="2900" kern="1200"/>
            <a:t>Problems (if any)</a:t>
          </a:r>
          <a:endParaRPr lang="en-MY" sz="2900" kern="1200"/>
        </a:p>
        <a:p>
          <a:pPr marL="285750" lvl="1" indent="-285750" algn="l" defTabSz="1289050">
            <a:lnSpc>
              <a:spcPct val="90000"/>
            </a:lnSpc>
            <a:spcBef>
              <a:spcPct val="0"/>
            </a:spcBef>
            <a:spcAft>
              <a:spcPct val="20000"/>
            </a:spcAft>
            <a:buChar char="•"/>
          </a:pPr>
          <a:r>
            <a:rPr lang="en-US" sz="2900" kern="1200"/>
            <a:t>Updated programs</a:t>
          </a:r>
          <a:endParaRPr lang="en-MY" sz="2900" kern="1200"/>
        </a:p>
        <a:p>
          <a:pPr marL="285750" lvl="1" indent="-285750" algn="l" defTabSz="1289050">
            <a:lnSpc>
              <a:spcPct val="90000"/>
            </a:lnSpc>
            <a:spcBef>
              <a:spcPct val="0"/>
            </a:spcBef>
            <a:spcAft>
              <a:spcPct val="20000"/>
            </a:spcAft>
            <a:buChar char="•"/>
          </a:pPr>
          <a:r>
            <a:rPr lang="en-US" sz="2900" kern="1200"/>
            <a:t>Documentation</a:t>
          </a:r>
          <a:endParaRPr lang="en-MY" sz="2900" kern="1200"/>
        </a:p>
      </dsp:txBody>
      <dsp:txXfrm>
        <a:off x="0" y="3313145"/>
        <a:ext cx="6403031" cy="1493505"/>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2A7CC92-0DE2-014D-B0BC-D43AA38AA621}">
      <dsp:nvSpPr>
        <dsp:cNvPr id="0" name=""/>
        <dsp:cNvSpPr/>
      </dsp:nvSpPr>
      <dsp:spPr>
        <a:xfrm>
          <a:off x="0" y="86500"/>
          <a:ext cx="6787793" cy="839474"/>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l" defTabSz="1555750">
            <a:lnSpc>
              <a:spcPct val="90000"/>
            </a:lnSpc>
            <a:spcBef>
              <a:spcPct val="0"/>
            </a:spcBef>
            <a:spcAft>
              <a:spcPct val="35000"/>
            </a:spcAft>
            <a:buNone/>
          </a:pPr>
          <a:r>
            <a:rPr lang="en-US" sz="3500" kern="1200"/>
            <a:t>Activity:</a:t>
          </a:r>
          <a:endParaRPr lang="en-MY" sz="3500" kern="1200"/>
        </a:p>
      </dsp:txBody>
      <dsp:txXfrm>
        <a:off x="40980" y="127480"/>
        <a:ext cx="6705833" cy="757514"/>
      </dsp:txXfrm>
    </dsp:sp>
    <dsp:sp modelId="{78E8E820-2FBD-4A4C-8A0D-1436FAF6A19E}">
      <dsp:nvSpPr>
        <dsp:cNvPr id="0" name=""/>
        <dsp:cNvSpPr/>
      </dsp:nvSpPr>
      <dsp:spPr>
        <a:xfrm>
          <a:off x="0" y="925974"/>
          <a:ext cx="6787793" cy="17750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5512" tIns="44450" rIns="248920" bIns="44450" numCol="1" spcCol="1270" anchor="t" anchorCtr="0">
          <a:noAutofit/>
        </a:bodyPr>
        <a:lstStyle/>
        <a:p>
          <a:pPr marL="228600" lvl="1" indent="-228600" algn="l" defTabSz="1200150">
            <a:lnSpc>
              <a:spcPct val="90000"/>
            </a:lnSpc>
            <a:spcBef>
              <a:spcPct val="0"/>
            </a:spcBef>
            <a:spcAft>
              <a:spcPct val="20000"/>
            </a:spcAft>
            <a:buChar char="•"/>
          </a:pPr>
          <a:r>
            <a:rPr lang="en-US" sz="2700" kern="1200" dirty="0"/>
            <a:t>Do user training</a:t>
          </a:r>
          <a:endParaRPr lang="en-MY" sz="2700" kern="1200" dirty="0"/>
        </a:p>
        <a:p>
          <a:pPr marL="228600" lvl="1" indent="-228600" algn="l" defTabSz="1200150">
            <a:lnSpc>
              <a:spcPct val="90000"/>
            </a:lnSpc>
            <a:spcBef>
              <a:spcPct val="0"/>
            </a:spcBef>
            <a:spcAft>
              <a:spcPct val="20000"/>
            </a:spcAft>
            <a:buChar char="•"/>
          </a:pPr>
          <a:r>
            <a:rPr lang="en-US" sz="2700" kern="1200" dirty="0"/>
            <a:t>Analyze the plan to make sure smooth conversion from old system to new system</a:t>
          </a:r>
          <a:endParaRPr lang="en-MY" sz="2700" kern="1200" dirty="0"/>
        </a:p>
        <a:p>
          <a:pPr marL="228600" lvl="1" indent="-228600" algn="l" defTabSz="1200150">
            <a:lnSpc>
              <a:spcPct val="90000"/>
            </a:lnSpc>
            <a:spcBef>
              <a:spcPct val="0"/>
            </a:spcBef>
            <a:spcAft>
              <a:spcPct val="20000"/>
            </a:spcAft>
            <a:buChar char="•"/>
          </a:pPr>
          <a:r>
            <a:rPr lang="en-US" sz="2700" kern="1200"/>
            <a:t>Review and evaluate system</a:t>
          </a:r>
          <a:endParaRPr lang="en-MY" sz="2700" kern="1200"/>
        </a:p>
      </dsp:txBody>
      <dsp:txXfrm>
        <a:off x="0" y="925974"/>
        <a:ext cx="6787793" cy="1775025"/>
      </dsp:txXfrm>
    </dsp:sp>
    <dsp:sp modelId="{BA99B141-97CC-C645-9221-7CCC9027183E}">
      <dsp:nvSpPr>
        <dsp:cNvPr id="0" name=""/>
        <dsp:cNvSpPr/>
      </dsp:nvSpPr>
      <dsp:spPr>
        <a:xfrm>
          <a:off x="0" y="2700999"/>
          <a:ext cx="6787793" cy="839474"/>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133350" rIns="133350" bIns="133350" numCol="1" spcCol="1270" anchor="ctr" anchorCtr="0">
          <a:noAutofit/>
        </a:bodyPr>
        <a:lstStyle/>
        <a:p>
          <a:pPr marL="0" lvl="0" indent="0" algn="l" defTabSz="1555750">
            <a:lnSpc>
              <a:spcPct val="90000"/>
            </a:lnSpc>
            <a:spcBef>
              <a:spcPct val="0"/>
            </a:spcBef>
            <a:spcAft>
              <a:spcPct val="35000"/>
            </a:spcAft>
            <a:buNone/>
          </a:pPr>
          <a:r>
            <a:rPr lang="en-US" sz="3500" kern="1200"/>
            <a:t>Output:</a:t>
          </a:r>
          <a:endParaRPr lang="en-MY" sz="3500" kern="1200"/>
        </a:p>
      </dsp:txBody>
      <dsp:txXfrm>
        <a:off x="40980" y="2741979"/>
        <a:ext cx="6705833" cy="757514"/>
      </dsp:txXfrm>
    </dsp:sp>
    <dsp:sp modelId="{FD7BE8A5-5526-FB46-BB5F-9131749ACB63}">
      <dsp:nvSpPr>
        <dsp:cNvPr id="0" name=""/>
        <dsp:cNvSpPr/>
      </dsp:nvSpPr>
      <dsp:spPr>
        <a:xfrm>
          <a:off x="0" y="3540474"/>
          <a:ext cx="6787793" cy="9418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15512" tIns="44450" rIns="248920" bIns="44450" numCol="1" spcCol="1270" anchor="t" anchorCtr="0">
          <a:noAutofit/>
        </a:bodyPr>
        <a:lstStyle/>
        <a:p>
          <a:pPr marL="228600" lvl="1" indent="-228600" algn="l" defTabSz="1200150">
            <a:lnSpc>
              <a:spcPct val="90000"/>
            </a:lnSpc>
            <a:spcBef>
              <a:spcPct val="0"/>
            </a:spcBef>
            <a:spcAft>
              <a:spcPct val="20000"/>
            </a:spcAft>
            <a:buChar char="•"/>
          </a:pPr>
          <a:r>
            <a:rPr lang="en-US" sz="2700" kern="1200"/>
            <a:t>Trained personnel</a:t>
          </a:r>
          <a:endParaRPr lang="en-MY" sz="2700" kern="1200"/>
        </a:p>
        <a:p>
          <a:pPr marL="228600" lvl="1" indent="-228600" algn="l" defTabSz="1200150">
            <a:lnSpc>
              <a:spcPct val="90000"/>
            </a:lnSpc>
            <a:spcBef>
              <a:spcPct val="0"/>
            </a:spcBef>
            <a:spcAft>
              <a:spcPct val="20000"/>
            </a:spcAft>
            <a:buChar char="•"/>
          </a:pPr>
          <a:r>
            <a:rPr lang="en-US" sz="2700" kern="1200"/>
            <a:t>Installed system</a:t>
          </a:r>
          <a:endParaRPr lang="en-MY" sz="2700" kern="1200"/>
        </a:p>
      </dsp:txBody>
      <dsp:txXfrm>
        <a:off x="0" y="3540474"/>
        <a:ext cx="6787793" cy="941850"/>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37DD636-4632-1B42-A615-86F27DB4AE51}">
      <dsp:nvSpPr>
        <dsp:cNvPr id="0" name=""/>
        <dsp:cNvSpPr/>
      </dsp:nvSpPr>
      <dsp:spPr>
        <a:xfrm>
          <a:off x="0" y="0"/>
          <a:ext cx="11599522" cy="2309994"/>
        </a:xfrm>
        <a:prstGeom prst="roundRect">
          <a:avLst>
            <a:gd name="adj" fmla="val 10000"/>
          </a:avLst>
        </a:prstGeom>
        <a:solidFill>
          <a:schemeClr val="accent3">
            <a:tint val="40000"/>
            <a:alpha val="90000"/>
            <a:hueOff val="0"/>
            <a:satOff val="0"/>
            <a:lumOff val="0"/>
            <a:alphaOff val="0"/>
          </a:schemeClr>
        </a:solidFill>
        <a:ln w="12700" cap="flat" cmpd="sng" algn="ctr">
          <a:solidFill>
            <a:schemeClr val="accent3">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D8FDCA5-6E43-E44F-ACE5-5199DC01B80B}">
      <dsp:nvSpPr>
        <dsp:cNvPr id="0" name=""/>
        <dsp:cNvSpPr/>
      </dsp:nvSpPr>
      <dsp:spPr>
        <a:xfrm>
          <a:off x="357568" y="307999"/>
          <a:ext cx="1432155" cy="1693996"/>
        </a:xfrm>
        <a:prstGeom prst="roundRect">
          <a:avLst>
            <a:gd name="adj" fmla="val 10000"/>
          </a:avLst>
        </a:prstGeom>
        <a:blipFill dpi="0" rotWithShape="1">
          <a:blip xmlns:r="http://schemas.openxmlformats.org/officeDocument/2006/relationships" r:embed="rId1">
            <a:extLst>
              <a:ext uri="{28A0092B-C50C-407E-A947-70E740481C1C}">
                <a14:useLocalDpi xmlns:a14="http://schemas.microsoft.com/office/drawing/2010/main" val="0"/>
              </a:ext>
            </a:extLst>
          </a:blip>
          <a:srcRect/>
          <a:stretch>
            <a:fillRect l="-8468" t="-899" r="-5458" b="-2513"/>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6C76737-E6F5-5645-86E6-58D106D5AFED}">
      <dsp:nvSpPr>
        <dsp:cNvPr id="0" name=""/>
        <dsp:cNvSpPr/>
      </dsp:nvSpPr>
      <dsp:spPr>
        <a:xfrm rot="10800000">
          <a:off x="357568" y="2309994"/>
          <a:ext cx="1432155" cy="2823327"/>
        </a:xfrm>
        <a:prstGeom prst="round2SameRect">
          <a:avLst>
            <a:gd name="adj1" fmla="val 10500"/>
            <a:gd name="adj2" fmla="val 0"/>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t" anchorCtr="0">
          <a:noAutofit/>
        </a:bodyPr>
        <a:lstStyle/>
        <a:p>
          <a:pPr marL="0" lvl="0" indent="0" algn="ctr" defTabSz="711200">
            <a:lnSpc>
              <a:spcPct val="90000"/>
            </a:lnSpc>
            <a:spcBef>
              <a:spcPct val="0"/>
            </a:spcBef>
            <a:spcAft>
              <a:spcPct val="35000"/>
            </a:spcAft>
            <a:buNone/>
          </a:pPr>
          <a:r>
            <a:rPr lang="en-US" sz="1600" b="1" kern="1200" dirty="0"/>
            <a:t>PROCESS-ORIENTED</a:t>
          </a:r>
          <a:endParaRPr lang="en-MY" sz="1600" kern="1200" dirty="0"/>
        </a:p>
        <a:p>
          <a:pPr marL="57150" lvl="1" indent="-57150" algn="l" defTabSz="488950">
            <a:lnSpc>
              <a:spcPct val="90000"/>
            </a:lnSpc>
            <a:spcBef>
              <a:spcPct val="0"/>
            </a:spcBef>
            <a:spcAft>
              <a:spcPct val="15000"/>
            </a:spcAft>
            <a:buChar char="•"/>
          </a:pPr>
          <a:endParaRPr lang="en-MY" sz="1100" kern="1200" dirty="0"/>
        </a:p>
        <a:p>
          <a:pPr marL="57150" lvl="1" indent="-57150" algn="l" defTabSz="488950">
            <a:lnSpc>
              <a:spcPct val="90000"/>
            </a:lnSpc>
            <a:spcBef>
              <a:spcPct val="0"/>
            </a:spcBef>
            <a:spcAft>
              <a:spcPct val="15000"/>
            </a:spcAft>
            <a:buChar char="•"/>
          </a:pPr>
          <a:r>
            <a:rPr lang="en-US" sz="1100" b="1" kern="1200" dirty="0"/>
            <a:t>STRADIS Methodology  - </a:t>
          </a:r>
          <a:r>
            <a:rPr lang="en-US" sz="1100" b="1" kern="1200" dirty="0" err="1"/>
            <a:t>Gane</a:t>
          </a:r>
          <a:r>
            <a:rPr lang="en-US" sz="1100" b="1" kern="1200" dirty="0"/>
            <a:t> &amp; </a:t>
          </a:r>
          <a:r>
            <a:rPr lang="en-US" sz="1100" b="1" kern="1200" dirty="0" err="1"/>
            <a:t>Sarson’s</a:t>
          </a:r>
          <a:r>
            <a:rPr lang="en-US" sz="1100" b="1" kern="1200" dirty="0"/>
            <a:t> Methodology</a:t>
          </a:r>
          <a:r>
            <a:rPr lang="en-MY" sz="1100" kern="1200" dirty="0"/>
            <a:t> </a:t>
          </a:r>
        </a:p>
        <a:p>
          <a:pPr marL="57150" lvl="1" indent="-57150" algn="l" defTabSz="488950">
            <a:lnSpc>
              <a:spcPct val="90000"/>
            </a:lnSpc>
            <a:spcBef>
              <a:spcPct val="0"/>
            </a:spcBef>
            <a:spcAft>
              <a:spcPct val="15000"/>
            </a:spcAft>
            <a:buChar char="•"/>
          </a:pPr>
          <a:r>
            <a:rPr lang="en-US" sz="1100" b="1" kern="1200"/>
            <a:t>Yourdon System Method (YSM)</a:t>
          </a:r>
          <a:r>
            <a:rPr lang="en-MY" sz="1100" kern="1200"/>
            <a:t> </a:t>
          </a:r>
        </a:p>
        <a:p>
          <a:pPr marL="57150" lvl="1" indent="-57150" algn="l" defTabSz="488950">
            <a:lnSpc>
              <a:spcPct val="90000"/>
            </a:lnSpc>
            <a:spcBef>
              <a:spcPct val="0"/>
            </a:spcBef>
            <a:spcAft>
              <a:spcPct val="15000"/>
            </a:spcAft>
            <a:buChar char="•"/>
          </a:pPr>
          <a:r>
            <a:rPr lang="en-US" sz="1100" b="1" kern="1200"/>
            <a:t>Jackson System Development (JSD)</a:t>
          </a:r>
          <a:r>
            <a:rPr lang="en-MY" sz="1100" kern="1200"/>
            <a:t> </a:t>
          </a:r>
        </a:p>
      </dsp:txBody>
      <dsp:txXfrm rot="10800000">
        <a:off x="401612" y="2309994"/>
        <a:ext cx="1344067" cy="2779283"/>
      </dsp:txXfrm>
    </dsp:sp>
    <dsp:sp modelId="{7214BF9B-5E66-7648-B84A-C830420100E9}">
      <dsp:nvSpPr>
        <dsp:cNvPr id="0" name=""/>
        <dsp:cNvSpPr/>
      </dsp:nvSpPr>
      <dsp:spPr>
        <a:xfrm>
          <a:off x="1932940" y="307999"/>
          <a:ext cx="1432155" cy="1693996"/>
        </a:xfrm>
        <a:prstGeom prst="roundRect">
          <a:avLst>
            <a:gd name="adj" fmla="val 10000"/>
          </a:avLst>
        </a:prstGeom>
        <a:blipFill dpi="0" rotWithShape="1">
          <a:blip xmlns:r="http://schemas.openxmlformats.org/officeDocument/2006/relationships" r:embed="rId2">
            <a:extLst>
              <a:ext uri="{28A0092B-C50C-407E-A947-70E740481C1C}">
                <a14:useLocalDpi xmlns:a14="http://schemas.microsoft.com/office/drawing/2010/main" val="0"/>
              </a:ext>
            </a:extLst>
          </a:blip>
          <a:srcRect/>
          <a:stretch>
            <a:fillRect l="-1134" t="-5540" r="-3926" b="-2512"/>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1DF5C841-CA2F-764C-AC6C-8A841B5B0961}">
      <dsp:nvSpPr>
        <dsp:cNvPr id="0" name=""/>
        <dsp:cNvSpPr/>
      </dsp:nvSpPr>
      <dsp:spPr>
        <a:xfrm rot="10800000">
          <a:off x="1932940" y="2309994"/>
          <a:ext cx="1432155" cy="2823327"/>
        </a:xfrm>
        <a:prstGeom prst="round2SameRect">
          <a:avLst>
            <a:gd name="adj1" fmla="val 10500"/>
            <a:gd name="adj2" fmla="val 0"/>
          </a:avLst>
        </a:prstGeom>
        <a:solidFill>
          <a:schemeClr val="accent3">
            <a:hueOff val="451767"/>
            <a:satOff val="16667"/>
            <a:lumOff val="-245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t" anchorCtr="0">
          <a:noAutofit/>
        </a:bodyPr>
        <a:lstStyle/>
        <a:p>
          <a:pPr marL="0" lvl="0" indent="0" algn="ctr" defTabSz="711200">
            <a:lnSpc>
              <a:spcPct val="90000"/>
            </a:lnSpc>
            <a:spcBef>
              <a:spcPct val="0"/>
            </a:spcBef>
            <a:spcAft>
              <a:spcPct val="35000"/>
            </a:spcAft>
            <a:buNone/>
          </a:pPr>
          <a:r>
            <a:rPr lang="en-US" sz="1600" b="1" kern="1200" dirty="0"/>
            <a:t>BLENDED</a:t>
          </a:r>
          <a:r>
            <a:rPr lang="en-MY" sz="1600" kern="1200" dirty="0"/>
            <a:t> </a:t>
          </a:r>
        </a:p>
        <a:p>
          <a:pPr marL="57150" lvl="1" indent="-57150" algn="l" defTabSz="488950">
            <a:lnSpc>
              <a:spcPct val="90000"/>
            </a:lnSpc>
            <a:spcBef>
              <a:spcPct val="0"/>
            </a:spcBef>
            <a:spcAft>
              <a:spcPct val="15000"/>
            </a:spcAft>
            <a:buChar char="•"/>
          </a:pPr>
          <a:endParaRPr lang="en-MY" sz="1100" kern="1200" dirty="0"/>
        </a:p>
        <a:p>
          <a:pPr marL="57150" lvl="1" indent="-57150" algn="l" defTabSz="488950">
            <a:lnSpc>
              <a:spcPct val="90000"/>
            </a:lnSpc>
            <a:spcBef>
              <a:spcPct val="0"/>
            </a:spcBef>
            <a:spcAft>
              <a:spcPct val="15000"/>
            </a:spcAft>
            <a:buChar char="•"/>
          </a:pPr>
          <a:endParaRPr lang="en-MY" sz="1100" kern="1200" dirty="0"/>
        </a:p>
        <a:p>
          <a:pPr marL="57150" lvl="1" indent="-57150" algn="l" defTabSz="488950">
            <a:lnSpc>
              <a:spcPct val="90000"/>
            </a:lnSpc>
            <a:spcBef>
              <a:spcPct val="0"/>
            </a:spcBef>
            <a:spcAft>
              <a:spcPct val="15000"/>
            </a:spcAft>
            <a:buChar char="•"/>
          </a:pPr>
          <a:r>
            <a:rPr lang="en-US" sz="1100" b="1" kern="1200" dirty="0"/>
            <a:t>Structured System Analysis &amp; Design Method (SSADM)</a:t>
          </a:r>
          <a:r>
            <a:rPr lang="en-MY" sz="1100" kern="1200" dirty="0"/>
            <a:t> </a:t>
          </a:r>
        </a:p>
      </dsp:txBody>
      <dsp:txXfrm rot="10800000">
        <a:off x="1976984" y="2309994"/>
        <a:ext cx="1344067" cy="2779283"/>
      </dsp:txXfrm>
    </dsp:sp>
    <dsp:sp modelId="{803B5D51-5859-9B4F-AEDF-5A96CC023424}">
      <dsp:nvSpPr>
        <dsp:cNvPr id="0" name=""/>
        <dsp:cNvSpPr/>
      </dsp:nvSpPr>
      <dsp:spPr>
        <a:xfrm>
          <a:off x="3508311" y="307999"/>
          <a:ext cx="1432155" cy="1693996"/>
        </a:xfrm>
        <a:prstGeom prst="roundRect">
          <a:avLst>
            <a:gd name="adj" fmla="val 10000"/>
          </a:avLst>
        </a:prstGeom>
        <a:blipFill dpi="0" rotWithShape="1">
          <a:blip xmlns:r="http://schemas.openxmlformats.org/officeDocument/2006/relationships" r:embed="rId3">
            <a:extLst>
              <a:ext uri="{28A0092B-C50C-407E-A947-70E740481C1C}">
                <a14:useLocalDpi xmlns:a14="http://schemas.microsoft.com/office/drawing/2010/main" val="0"/>
              </a:ext>
            </a:extLst>
          </a:blip>
          <a:srcRect/>
          <a:stretch>
            <a:fillRect l="-1202" t="15176" r="-5910" b="12528"/>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4C889A7-33F7-164A-98CA-77D89DDF5CB8}">
      <dsp:nvSpPr>
        <dsp:cNvPr id="0" name=""/>
        <dsp:cNvSpPr/>
      </dsp:nvSpPr>
      <dsp:spPr>
        <a:xfrm rot="10800000">
          <a:off x="3508311" y="2309994"/>
          <a:ext cx="1432155" cy="2823327"/>
        </a:xfrm>
        <a:prstGeom prst="round2SameRect">
          <a:avLst>
            <a:gd name="adj1" fmla="val 10500"/>
            <a:gd name="adj2" fmla="val 0"/>
          </a:avLst>
        </a:prstGeom>
        <a:solidFill>
          <a:schemeClr val="accent3">
            <a:hueOff val="903533"/>
            <a:satOff val="33333"/>
            <a:lumOff val="-490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t" anchorCtr="0">
          <a:noAutofit/>
        </a:bodyPr>
        <a:lstStyle/>
        <a:p>
          <a:pPr marL="0" lvl="0" indent="0" algn="ctr" defTabSz="711200">
            <a:lnSpc>
              <a:spcPct val="90000"/>
            </a:lnSpc>
            <a:spcBef>
              <a:spcPct val="0"/>
            </a:spcBef>
            <a:spcAft>
              <a:spcPct val="35000"/>
            </a:spcAft>
            <a:buNone/>
          </a:pPr>
          <a:r>
            <a:rPr lang="en-US" sz="1600" b="1" kern="1200" dirty="0"/>
            <a:t>OBJECT-ORIENTED</a:t>
          </a:r>
          <a:r>
            <a:rPr lang="en-MY" sz="1600" b="1" kern="1200" dirty="0"/>
            <a:t> </a:t>
          </a:r>
        </a:p>
        <a:p>
          <a:pPr marL="57150" lvl="1" indent="-57150" algn="l" defTabSz="488950">
            <a:lnSpc>
              <a:spcPct val="90000"/>
            </a:lnSpc>
            <a:spcBef>
              <a:spcPct val="0"/>
            </a:spcBef>
            <a:spcAft>
              <a:spcPct val="15000"/>
            </a:spcAft>
            <a:buChar char="•"/>
          </a:pPr>
          <a:endParaRPr lang="en-MY" sz="1100" kern="1200" dirty="0"/>
        </a:p>
        <a:p>
          <a:pPr marL="57150" lvl="1" indent="-57150" algn="l" defTabSz="488950">
            <a:lnSpc>
              <a:spcPct val="90000"/>
            </a:lnSpc>
            <a:spcBef>
              <a:spcPct val="0"/>
            </a:spcBef>
            <a:spcAft>
              <a:spcPct val="15000"/>
            </a:spcAft>
            <a:buChar char="•"/>
          </a:pPr>
          <a:r>
            <a:rPr lang="en-US" sz="1100" b="1" kern="1200" dirty="0" err="1"/>
            <a:t>Booch</a:t>
          </a:r>
          <a:r>
            <a:rPr lang="en-US" sz="1100" b="1" kern="1200" dirty="0"/>
            <a:t> Method</a:t>
          </a:r>
          <a:r>
            <a:rPr lang="en-MY" sz="1100" kern="1200" dirty="0"/>
            <a:t> </a:t>
          </a:r>
        </a:p>
        <a:p>
          <a:pPr marL="57150" lvl="1" indent="-57150" algn="l" defTabSz="488950">
            <a:lnSpc>
              <a:spcPct val="90000"/>
            </a:lnSpc>
            <a:spcBef>
              <a:spcPct val="0"/>
            </a:spcBef>
            <a:spcAft>
              <a:spcPct val="15000"/>
            </a:spcAft>
            <a:buChar char="•"/>
          </a:pPr>
          <a:r>
            <a:rPr lang="en-US" sz="1100" b="1" kern="1200"/>
            <a:t>OOSE</a:t>
          </a:r>
          <a:r>
            <a:rPr lang="en-MY" sz="1100" kern="1200"/>
            <a:t> </a:t>
          </a:r>
        </a:p>
        <a:p>
          <a:pPr marL="57150" lvl="1" indent="-57150" algn="l" defTabSz="488950">
            <a:lnSpc>
              <a:spcPct val="90000"/>
            </a:lnSpc>
            <a:spcBef>
              <a:spcPct val="0"/>
            </a:spcBef>
            <a:spcAft>
              <a:spcPct val="15000"/>
            </a:spcAft>
            <a:buChar char="•"/>
          </a:pPr>
          <a:r>
            <a:rPr lang="en-MY" sz="1100" kern="1200"/>
            <a:t>OMT</a:t>
          </a:r>
        </a:p>
        <a:p>
          <a:pPr marL="57150" lvl="1" indent="-57150" algn="l" defTabSz="488950">
            <a:lnSpc>
              <a:spcPct val="90000"/>
            </a:lnSpc>
            <a:spcBef>
              <a:spcPct val="0"/>
            </a:spcBef>
            <a:spcAft>
              <a:spcPct val="15000"/>
            </a:spcAft>
            <a:buChar char="•"/>
          </a:pPr>
          <a:r>
            <a:rPr lang="en-US" sz="1100" b="1" kern="1200"/>
            <a:t>Unified Approach Methodology</a:t>
          </a:r>
          <a:r>
            <a:rPr lang="en-MY" sz="1100" kern="1200"/>
            <a:t> </a:t>
          </a:r>
        </a:p>
        <a:p>
          <a:pPr marL="57150" lvl="1" indent="-57150" algn="l" defTabSz="488950">
            <a:lnSpc>
              <a:spcPct val="90000"/>
            </a:lnSpc>
            <a:spcBef>
              <a:spcPct val="0"/>
            </a:spcBef>
            <a:spcAft>
              <a:spcPct val="15000"/>
            </a:spcAft>
            <a:buChar char="•"/>
          </a:pPr>
          <a:r>
            <a:rPr lang="en-US" sz="1100" b="1" kern="1200"/>
            <a:t>Rational Unified Process</a:t>
          </a:r>
          <a:r>
            <a:rPr lang="en-MY" sz="1100" kern="1200"/>
            <a:t> </a:t>
          </a:r>
        </a:p>
      </dsp:txBody>
      <dsp:txXfrm rot="10800000">
        <a:off x="3552355" y="2309994"/>
        <a:ext cx="1344067" cy="2779283"/>
      </dsp:txXfrm>
    </dsp:sp>
    <dsp:sp modelId="{FD0F2ADE-0275-034A-AC2C-656C70FDB3D6}">
      <dsp:nvSpPr>
        <dsp:cNvPr id="0" name=""/>
        <dsp:cNvSpPr/>
      </dsp:nvSpPr>
      <dsp:spPr>
        <a:xfrm>
          <a:off x="5083683" y="307999"/>
          <a:ext cx="1432155" cy="1693996"/>
        </a:xfrm>
        <a:prstGeom prst="roundRect">
          <a:avLst>
            <a:gd name="adj" fmla="val 10000"/>
          </a:avLst>
        </a:prstGeom>
        <a:blipFill>
          <a:blip xmlns:r="http://schemas.openxmlformats.org/officeDocument/2006/relationships" r:embed="rId4">
            <a:extLst>
              <a:ext uri="{28A0092B-C50C-407E-A947-70E740481C1C}">
                <a14:useLocalDpi xmlns:a14="http://schemas.microsoft.com/office/drawing/2010/main" val="0"/>
              </a:ext>
            </a:extLst>
          </a:blip>
          <a:srcRect/>
          <a:stretch>
            <a:fillRect l="-9000" r="-900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FF8CE4A-CB3C-F740-87A8-528EA6B2852F}">
      <dsp:nvSpPr>
        <dsp:cNvPr id="0" name=""/>
        <dsp:cNvSpPr/>
      </dsp:nvSpPr>
      <dsp:spPr>
        <a:xfrm rot="10800000">
          <a:off x="5083683" y="2309994"/>
          <a:ext cx="1432155" cy="2823327"/>
        </a:xfrm>
        <a:prstGeom prst="round2SameRect">
          <a:avLst>
            <a:gd name="adj1" fmla="val 10500"/>
            <a:gd name="adj2" fmla="val 0"/>
          </a:avLst>
        </a:prstGeom>
        <a:solidFill>
          <a:schemeClr val="accent3">
            <a:hueOff val="1355300"/>
            <a:satOff val="50000"/>
            <a:lumOff val="-735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t" anchorCtr="0">
          <a:noAutofit/>
        </a:bodyPr>
        <a:lstStyle/>
        <a:p>
          <a:pPr marL="0" lvl="0" indent="0" algn="ctr" defTabSz="711200">
            <a:lnSpc>
              <a:spcPct val="90000"/>
            </a:lnSpc>
            <a:spcBef>
              <a:spcPct val="0"/>
            </a:spcBef>
            <a:spcAft>
              <a:spcPct val="35000"/>
            </a:spcAft>
            <a:buNone/>
          </a:pPr>
          <a:r>
            <a:rPr lang="en-US" sz="1600" b="1" kern="1200" dirty="0"/>
            <a:t>RAPID</a:t>
          </a:r>
          <a:r>
            <a:rPr lang="en-MY" sz="1600" b="1" kern="1200" dirty="0"/>
            <a:t> </a:t>
          </a:r>
        </a:p>
        <a:p>
          <a:pPr marL="0" lvl="0" indent="0" algn="ctr" defTabSz="711200">
            <a:lnSpc>
              <a:spcPct val="90000"/>
            </a:lnSpc>
            <a:spcBef>
              <a:spcPct val="0"/>
            </a:spcBef>
            <a:spcAft>
              <a:spcPct val="35000"/>
            </a:spcAft>
            <a:buNone/>
          </a:pPr>
          <a:endParaRPr lang="en-MY" sz="1600" b="1" kern="1200" dirty="0"/>
        </a:p>
        <a:p>
          <a:pPr marL="57150" lvl="1" indent="-57150" algn="l" defTabSz="488950">
            <a:lnSpc>
              <a:spcPct val="90000"/>
            </a:lnSpc>
            <a:spcBef>
              <a:spcPct val="0"/>
            </a:spcBef>
            <a:spcAft>
              <a:spcPct val="15000"/>
            </a:spcAft>
            <a:buChar char="•"/>
          </a:pPr>
          <a:r>
            <a:rPr lang="en-US" sz="1100" b="1" kern="1200" dirty="0"/>
            <a:t>James Martin’s RAD</a:t>
          </a:r>
          <a:r>
            <a:rPr lang="en-MY" sz="1100" kern="1200" dirty="0"/>
            <a:t> </a:t>
          </a:r>
        </a:p>
        <a:p>
          <a:pPr marL="57150" lvl="1" indent="-57150" algn="l" defTabSz="488950">
            <a:lnSpc>
              <a:spcPct val="90000"/>
            </a:lnSpc>
            <a:spcBef>
              <a:spcPct val="0"/>
            </a:spcBef>
            <a:spcAft>
              <a:spcPct val="15000"/>
            </a:spcAft>
            <a:buChar char="•"/>
          </a:pPr>
          <a:r>
            <a:rPr lang="en-US" sz="1100" b="1" kern="1200"/>
            <a:t>Extreme Programming (XP)</a:t>
          </a:r>
          <a:r>
            <a:rPr lang="en-MY" sz="1100" kern="1200"/>
            <a:t> </a:t>
          </a:r>
        </a:p>
        <a:p>
          <a:pPr marL="57150" lvl="1" indent="-57150" algn="l" defTabSz="488950">
            <a:lnSpc>
              <a:spcPct val="90000"/>
            </a:lnSpc>
            <a:spcBef>
              <a:spcPct val="0"/>
            </a:spcBef>
            <a:spcAft>
              <a:spcPct val="15000"/>
            </a:spcAft>
            <a:buChar char="•"/>
          </a:pPr>
          <a:r>
            <a:rPr lang="en-US" sz="1100" b="1" kern="1200"/>
            <a:t>Web IS development methodology (WISDM)</a:t>
          </a:r>
          <a:r>
            <a:rPr lang="en-MY" sz="1100" kern="1200"/>
            <a:t> </a:t>
          </a:r>
        </a:p>
      </dsp:txBody>
      <dsp:txXfrm rot="10800000">
        <a:off x="5127727" y="2309994"/>
        <a:ext cx="1344067" cy="2779283"/>
      </dsp:txXfrm>
    </dsp:sp>
    <dsp:sp modelId="{78F517EA-DC62-884F-8219-39EE284BF6C4}">
      <dsp:nvSpPr>
        <dsp:cNvPr id="0" name=""/>
        <dsp:cNvSpPr/>
      </dsp:nvSpPr>
      <dsp:spPr>
        <a:xfrm>
          <a:off x="6659055" y="307999"/>
          <a:ext cx="1432155" cy="1693996"/>
        </a:xfrm>
        <a:prstGeom prst="roundRect">
          <a:avLst>
            <a:gd name="adj" fmla="val 10000"/>
          </a:avLst>
        </a:prstGeom>
        <a:blipFill dpi="0" rotWithShape="1">
          <a:blip xmlns:r="http://schemas.openxmlformats.org/officeDocument/2006/relationships" r:embed="rId5">
            <a:extLst>
              <a:ext uri="{28A0092B-C50C-407E-A947-70E740481C1C}">
                <a14:useLocalDpi xmlns:a14="http://schemas.microsoft.com/office/drawing/2010/main" val="0"/>
              </a:ext>
            </a:extLst>
          </a:blip>
          <a:srcRect/>
          <a:stretch>
            <a:fillRect l="-8855" t="12750" r="-22191" b="4310"/>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939EB3C2-CC15-E644-A3AC-DEA170AD7CC4}">
      <dsp:nvSpPr>
        <dsp:cNvPr id="0" name=""/>
        <dsp:cNvSpPr/>
      </dsp:nvSpPr>
      <dsp:spPr>
        <a:xfrm rot="10800000">
          <a:off x="6659055" y="2309994"/>
          <a:ext cx="1432155" cy="2823327"/>
        </a:xfrm>
        <a:prstGeom prst="round2SameRect">
          <a:avLst>
            <a:gd name="adj1" fmla="val 10500"/>
            <a:gd name="adj2" fmla="val 0"/>
          </a:avLst>
        </a:prstGeom>
        <a:solidFill>
          <a:schemeClr val="accent3">
            <a:hueOff val="1807066"/>
            <a:satOff val="66667"/>
            <a:lumOff val="-980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113792" numCol="1" spcCol="1270" anchor="t" anchorCtr="0">
          <a:noAutofit/>
        </a:bodyPr>
        <a:lstStyle/>
        <a:p>
          <a:pPr marL="0" lvl="0" indent="0" algn="ctr" defTabSz="711200">
            <a:lnSpc>
              <a:spcPct val="90000"/>
            </a:lnSpc>
            <a:spcBef>
              <a:spcPct val="0"/>
            </a:spcBef>
            <a:spcAft>
              <a:spcPct val="35000"/>
            </a:spcAft>
            <a:buNone/>
          </a:pPr>
          <a:r>
            <a:rPr lang="en-US" sz="1600" b="1" kern="1200" dirty="0"/>
            <a:t>PEOPLE-ORIENTED</a:t>
          </a:r>
          <a:r>
            <a:rPr lang="en-MY" sz="1600" kern="1200" dirty="0"/>
            <a:t> </a:t>
          </a:r>
        </a:p>
        <a:p>
          <a:pPr marL="57150" lvl="1" indent="-57150" algn="l" defTabSz="488950">
            <a:lnSpc>
              <a:spcPct val="90000"/>
            </a:lnSpc>
            <a:spcBef>
              <a:spcPct val="0"/>
            </a:spcBef>
            <a:spcAft>
              <a:spcPct val="15000"/>
            </a:spcAft>
            <a:buChar char="•"/>
          </a:pPr>
          <a:endParaRPr lang="en-MY" sz="1100" kern="1200" dirty="0"/>
        </a:p>
        <a:p>
          <a:pPr marL="57150" lvl="1" indent="-57150" algn="l" defTabSz="488950">
            <a:lnSpc>
              <a:spcPct val="90000"/>
            </a:lnSpc>
            <a:spcBef>
              <a:spcPct val="0"/>
            </a:spcBef>
            <a:spcAft>
              <a:spcPct val="15000"/>
            </a:spcAft>
            <a:buChar char="•"/>
          </a:pPr>
          <a:r>
            <a:rPr lang="en-US" sz="1100" b="1" kern="1200" dirty="0" err="1"/>
            <a:t>CommonKADS</a:t>
          </a:r>
          <a:r>
            <a:rPr lang="en-MY" sz="1100" kern="1200" dirty="0"/>
            <a:t> </a:t>
          </a:r>
        </a:p>
        <a:p>
          <a:pPr marL="57150" lvl="1" indent="-57150" algn="l" defTabSz="488950">
            <a:lnSpc>
              <a:spcPct val="90000"/>
            </a:lnSpc>
            <a:spcBef>
              <a:spcPct val="0"/>
            </a:spcBef>
            <a:spcAft>
              <a:spcPct val="15000"/>
            </a:spcAft>
            <a:buChar char="•"/>
          </a:pPr>
          <a:r>
            <a:rPr lang="en-US" sz="1100" b="1" kern="1200"/>
            <a:t>ETHICS</a:t>
          </a:r>
          <a:r>
            <a:rPr lang="en-MY" sz="1100" kern="1200"/>
            <a:t> </a:t>
          </a:r>
        </a:p>
        <a:p>
          <a:pPr marL="57150" lvl="1" indent="-57150" algn="l" defTabSz="488950">
            <a:lnSpc>
              <a:spcPct val="90000"/>
            </a:lnSpc>
            <a:spcBef>
              <a:spcPct val="0"/>
            </a:spcBef>
            <a:spcAft>
              <a:spcPct val="15000"/>
            </a:spcAft>
            <a:buChar char="•"/>
          </a:pPr>
          <a:r>
            <a:rPr lang="en-US" sz="1100" b="1" kern="1200"/>
            <a:t>KADS</a:t>
          </a:r>
          <a:r>
            <a:rPr lang="en-MY" sz="1100" kern="1200"/>
            <a:t> </a:t>
          </a:r>
        </a:p>
      </dsp:txBody>
      <dsp:txXfrm rot="10800000">
        <a:off x="6703099" y="2309994"/>
        <a:ext cx="1344067" cy="2779283"/>
      </dsp:txXfrm>
    </dsp:sp>
    <dsp:sp modelId="{A0B8C1ED-B329-6846-9B27-E1D902D6BF3C}">
      <dsp:nvSpPr>
        <dsp:cNvPr id="0" name=""/>
        <dsp:cNvSpPr/>
      </dsp:nvSpPr>
      <dsp:spPr>
        <a:xfrm>
          <a:off x="8234426" y="307999"/>
          <a:ext cx="1432155" cy="1693996"/>
        </a:xfrm>
        <a:prstGeom prst="roundRect">
          <a:avLst>
            <a:gd name="adj" fmla="val 10000"/>
          </a:avLst>
        </a:prstGeom>
        <a:blipFill dpi="0" rotWithShape="1">
          <a:blip xmlns:r="http://schemas.openxmlformats.org/officeDocument/2006/relationships" r:embed="rId6">
            <a:extLst>
              <a:ext uri="{28A0092B-C50C-407E-A947-70E740481C1C}">
                <a14:useLocalDpi xmlns:a14="http://schemas.microsoft.com/office/drawing/2010/main" val="0"/>
              </a:ext>
            </a:extLst>
          </a:blip>
          <a:srcRect/>
          <a:stretch>
            <a:fillRect l="-2489" t="-3626" r="-7273" b="-692"/>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F0C6027-7E4D-264F-A57F-9E73A02D987A}">
      <dsp:nvSpPr>
        <dsp:cNvPr id="0" name=""/>
        <dsp:cNvSpPr/>
      </dsp:nvSpPr>
      <dsp:spPr>
        <a:xfrm rot="10800000">
          <a:off x="8234426" y="2309994"/>
          <a:ext cx="1432155" cy="2823327"/>
        </a:xfrm>
        <a:prstGeom prst="round2SameRect">
          <a:avLst>
            <a:gd name="adj1" fmla="val 10500"/>
            <a:gd name="adj2" fmla="val 0"/>
          </a:avLst>
        </a:prstGeom>
        <a:solidFill>
          <a:schemeClr val="accent3">
            <a:hueOff val="2258833"/>
            <a:satOff val="83333"/>
            <a:lumOff val="-12255"/>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t" anchorCtr="0">
          <a:noAutofit/>
        </a:bodyPr>
        <a:lstStyle/>
        <a:p>
          <a:pPr marL="0" lvl="0" indent="0" algn="ctr" defTabSz="533400">
            <a:lnSpc>
              <a:spcPct val="90000"/>
            </a:lnSpc>
            <a:spcBef>
              <a:spcPct val="0"/>
            </a:spcBef>
            <a:spcAft>
              <a:spcPct val="35000"/>
            </a:spcAft>
            <a:buNone/>
          </a:pPr>
          <a:r>
            <a:rPr lang="en-US" sz="1200" b="1" kern="1200" dirty="0"/>
            <a:t>ORGANIZATIONAL-ORIENTED</a:t>
          </a:r>
          <a:r>
            <a:rPr lang="en-MY" sz="1200" kern="1200" dirty="0"/>
            <a:t> </a:t>
          </a:r>
        </a:p>
        <a:p>
          <a:pPr marL="57150" lvl="1" indent="-57150" algn="l" defTabSz="488950">
            <a:lnSpc>
              <a:spcPct val="90000"/>
            </a:lnSpc>
            <a:spcBef>
              <a:spcPct val="0"/>
            </a:spcBef>
            <a:spcAft>
              <a:spcPct val="15000"/>
            </a:spcAft>
            <a:buChar char="•"/>
          </a:pPr>
          <a:endParaRPr lang="en-MY" sz="1100" kern="1200" dirty="0"/>
        </a:p>
        <a:p>
          <a:pPr marL="57150" lvl="1" indent="-57150" algn="l" defTabSz="488950">
            <a:lnSpc>
              <a:spcPct val="90000"/>
            </a:lnSpc>
            <a:spcBef>
              <a:spcPct val="0"/>
            </a:spcBef>
            <a:spcAft>
              <a:spcPct val="15000"/>
            </a:spcAft>
            <a:buChar char="•"/>
          </a:pPr>
          <a:r>
            <a:rPr lang="en-US" sz="1100" b="1" kern="1200" dirty="0"/>
            <a:t>Soft-System Methodology (SSM</a:t>
          </a:r>
          <a:r>
            <a:rPr lang="en-MY" sz="1100" b="1" kern="1200" dirty="0"/>
            <a:t>)</a:t>
          </a:r>
          <a:endParaRPr lang="en-MY" sz="1100" kern="1200" dirty="0"/>
        </a:p>
        <a:p>
          <a:pPr marL="57150" lvl="1" indent="-57150" algn="l" defTabSz="488950">
            <a:lnSpc>
              <a:spcPct val="90000"/>
            </a:lnSpc>
            <a:spcBef>
              <a:spcPct val="0"/>
            </a:spcBef>
            <a:spcAft>
              <a:spcPct val="15000"/>
            </a:spcAft>
            <a:buChar char="•"/>
          </a:pPr>
          <a:r>
            <a:rPr lang="en-US" sz="1100" b="1" kern="1200" dirty="0"/>
            <a:t>IS work and Analysis of Changes (ISAC)</a:t>
          </a:r>
          <a:r>
            <a:rPr lang="en-MY" sz="1100" kern="1200" dirty="0"/>
            <a:t> </a:t>
          </a:r>
        </a:p>
        <a:p>
          <a:pPr marL="57150" lvl="1" indent="-57150" algn="l" defTabSz="488950">
            <a:lnSpc>
              <a:spcPct val="90000"/>
            </a:lnSpc>
            <a:spcBef>
              <a:spcPct val="0"/>
            </a:spcBef>
            <a:spcAft>
              <a:spcPct val="15000"/>
            </a:spcAft>
            <a:buChar char="•"/>
          </a:pPr>
          <a:r>
            <a:rPr lang="en-US" sz="1100" b="1" kern="1200"/>
            <a:t>Process Innovation (PI)</a:t>
          </a:r>
          <a:endParaRPr lang="en-MY" sz="1100" kern="1200"/>
        </a:p>
        <a:p>
          <a:pPr marL="57150" lvl="1" indent="-57150" algn="l" defTabSz="488950">
            <a:lnSpc>
              <a:spcPct val="90000"/>
            </a:lnSpc>
            <a:spcBef>
              <a:spcPct val="0"/>
            </a:spcBef>
            <a:spcAft>
              <a:spcPct val="15000"/>
            </a:spcAft>
            <a:buChar char="•"/>
          </a:pPr>
          <a:r>
            <a:rPr lang="en-US" sz="1100" b="1" kern="1200"/>
            <a:t>Project in controlled environments (PRINCE)</a:t>
          </a:r>
          <a:r>
            <a:rPr lang="en-MY" sz="1100" kern="1200"/>
            <a:t>  </a:t>
          </a:r>
        </a:p>
      </dsp:txBody>
      <dsp:txXfrm rot="10800000">
        <a:off x="8278470" y="2309994"/>
        <a:ext cx="1344067" cy="2779283"/>
      </dsp:txXfrm>
    </dsp:sp>
    <dsp:sp modelId="{68052011-3D92-6447-8A41-BEFE3EF94F3F}">
      <dsp:nvSpPr>
        <dsp:cNvPr id="0" name=""/>
        <dsp:cNvSpPr/>
      </dsp:nvSpPr>
      <dsp:spPr>
        <a:xfrm>
          <a:off x="9809798" y="307999"/>
          <a:ext cx="1432155" cy="1693996"/>
        </a:xfrm>
        <a:prstGeom prst="roundRect">
          <a:avLst>
            <a:gd name="adj" fmla="val 10000"/>
          </a:avLst>
        </a:prstGeom>
        <a:blipFill dpi="0" rotWithShape="1">
          <a:blip xmlns:r="http://schemas.openxmlformats.org/officeDocument/2006/relationships" r:embed="rId7">
            <a:extLst>
              <a:ext uri="{28A0092B-C50C-407E-A947-70E740481C1C}">
                <a14:useLocalDpi xmlns:a14="http://schemas.microsoft.com/office/drawing/2010/main" val="0"/>
              </a:ext>
            </a:extLst>
          </a:blip>
          <a:srcRect/>
          <a:stretch>
            <a:fillRect l="-2011" t="-593" r="-1295" b="1"/>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1896571-5C34-A044-B885-C41EEFC3837B}">
      <dsp:nvSpPr>
        <dsp:cNvPr id="0" name=""/>
        <dsp:cNvSpPr/>
      </dsp:nvSpPr>
      <dsp:spPr>
        <a:xfrm rot="10800000">
          <a:off x="9809798" y="2309994"/>
          <a:ext cx="1432155" cy="2823327"/>
        </a:xfrm>
        <a:prstGeom prst="round2SameRect">
          <a:avLst>
            <a:gd name="adj1" fmla="val 10500"/>
            <a:gd name="adj2" fmla="val 0"/>
          </a:avLst>
        </a:prstGeom>
        <a:solidFill>
          <a:schemeClr val="accent3">
            <a:hueOff val="2710599"/>
            <a:satOff val="100000"/>
            <a:lumOff val="-1470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t" anchorCtr="0">
          <a:noAutofit/>
        </a:bodyPr>
        <a:lstStyle/>
        <a:p>
          <a:pPr marL="0" lvl="0" indent="0" algn="ctr" defTabSz="622300">
            <a:lnSpc>
              <a:spcPct val="90000"/>
            </a:lnSpc>
            <a:spcBef>
              <a:spcPct val="0"/>
            </a:spcBef>
            <a:spcAft>
              <a:spcPct val="35000"/>
            </a:spcAft>
            <a:buNone/>
          </a:pPr>
          <a:r>
            <a:rPr lang="en-US" sz="1400" b="1" kern="1200" dirty="0"/>
            <a:t>FRAMEWORK</a:t>
          </a:r>
          <a:r>
            <a:rPr lang="en-MY" sz="1500" kern="1200" dirty="0"/>
            <a:t> </a:t>
          </a:r>
        </a:p>
        <a:p>
          <a:pPr marL="114300" lvl="1" indent="-114300" algn="l" defTabSz="533400">
            <a:lnSpc>
              <a:spcPct val="90000"/>
            </a:lnSpc>
            <a:spcBef>
              <a:spcPct val="0"/>
            </a:spcBef>
            <a:spcAft>
              <a:spcPct val="15000"/>
            </a:spcAft>
            <a:buChar char="•"/>
          </a:pPr>
          <a:endParaRPr lang="en-MY" sz="1200" kern="1200"/>
        </a:p>
        <a:p>
          <a:pPr marL="114300" lvl="1" indent="-114300" algn="l" defTabSz="533400">
            <a:lnSpc>
              <a:spcPct val="90000"/>
            </a:lnSpc>
            <a:spcBef>
              <a:spcPct val="0"/>
            </a:spcBef>
            <a:spcAft>
              <a:spcPct val="15000"/>
            </a:spcAft>
            <a:buChar char="•"/>
          </a:pPr>
          <a:r>
            <a:rPr lang="en-US" sz="1200" b="1" kern="1200" dirty="0"/>
            <a:t>Multiview</a:t>
          </a:r>
          <a:r>
            <a:rPr lang="en-MY" sz="1200" kern="1200" dirty="0"/>
            <a:t> </a:t>
          </a:r>
        </a:p>
        <a:p>
          <a:pPr marL="114300" lvl="1" indent="-114300" algn="l" defTabSz="533400">
            <a:lnSpc>
              <a:spcPct val="90000"/>
            </a:lnSpc>
            <a:spcBef>
              <a:spcPct val="0"/>
            </a:spcBef>
            <a:spcAft>
              <a:spcPct val="15000"/>
            </a:spcAft>
            <a:buChar char="•"/>
          </a:pPr>
          <a:r>
            <a:rPr lang="en-US" sz="1200" b="1" kern="1200" dirty="0"/>
            <a:t>Strategic options development and analysis (SODA)</a:t>
          </a:r>
          <a:r>
            <a:rPr lang="en-MY" sz="1200" kern="1200" dirty="0"/>
            <a:t> </a:t>
          </a:r>
        </a:p>
        <a:p>
          <a:pPr marL="114300" lvl="1" indent="-114300" algn="l" defTabSz="533400">
            <a:lnSpc>
              <a:spcPct val="90000"/>
            </a:lnSpc>
            <a:spcBef>
              <a:spcPct val="0"/>
            </a:spcBef>
            <a:spcAft>
              <a:spcPct val="15000"/>
            </a:spcAft>
            <a:buChar char="•"/>
          </a:pPr>
          <a:r>
            <a:rPr lang="en-US" sz="1200" b="1" kern="1200"/>
            <a:t>Capability Maturity Model (CMM)</a:t>
          </a:r>
          <a:r>
            <a:rPr lang="en-MY" sz="1200" kern="1200"/>
            <a:t> </a:t>
          </a:r>
        </a:p>
      </dsp:txBody>
      <dsp:txXfrm rot="10800000">
        <a:off x="9853842" y="2309994"/>
        <a:ext cx="1344067" cy="2779283"/>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AE1C5AC-4C61-084E-9A01-DD289ADB97C0}">
      <dsp:nvSpPr>
        <dsp:cNvPr id="0" name=""/>
        <dsp:cNvSpPr/>
      </dsp:nvSpPr>
      <dsp:spPr>
        <a:xfrm rot="16200000">
          <a:off x="885" y="729"/>
          <a:ext cx="3395439" cy="3395439"/>
        </a:xfrm>
        <a:prstGeom prst="upArrow">
          <a:avLst>
            <a:gd name="adj1" fmla="val 50000"/>
            <a:gd name="adj2" fmla="val 35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3360" tIns="213360" rIns="213360" bIns="213360" numCol="1" spcCol="1270" anchor="ctr" anchorCtr="0">
          <a:noAutofit/>
        </a:bodyPr>
        <a:lstStyle/>
        <a:p>
          <a:pPr marL="0" lvl="0" indent="0" algn="ctr" defTabSz="1333500">
            <a:lnSpc>
              <a:spcPct val="90000"/>
            </a:lnSpc>
            <a:spcBef>
              <a:spcPct val="0"/>
            </a:spcBef>
            <a:spcAft>
              <a:spcPct val="35000"/>
            </a:spcAft>
            <a:buNone/>
          </a:pPr>
          <a:r>
            <a:rPr lang="en-US" sz="3000" b="1" kern="1200"/>
            <a:t>Traditional Approach</a:t>
          </a:r>
          <a:endParaRPr lang="en-MY" sz="3000" kern="1200"/>
        </a:p>
      </dsp:txBody>
      <dsp:txXfrm rot="5400000">
        <a:off x="595087" y="849589"/>
        <a:ext cx="2801237" cy="1697719"/>
      </dsp:txXfrm>
    </dsp:sp>
    <dsp:sp modelId="{D7B19F0A-0AF4-144F-BB0A-E967A15A47B7}">
      <dsp:nvSpPr>
        <dsp:cNvPr id="0" name=""/>
        <dsp:cNvSpPr/>
      </dsp:nvSpPr>
      <dsp:spPr>
        <a:xfrm rot="5400000">
          <a:off x="4452275" y="729"/>
          <a:ext cx="3395439" cy="3395439"/>
        </a:xfrm>
        <a:prstGeom prst="upArrow">
          <a:avLst>
            <a:gd name="adj1" fmla="val 50000"/>
            <a:gd name="adj2" fmla="val 35000"/>
          </a:avLst>
        </a:prstGeom>
        <a:solidFill>
          <a:schemeClr val="accent2">
            <a:hueOff val="-1455363"/>
            <a:satOff val="-83928"/>
            <a:lumOff val="862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3360" tIns="213360" rIns="213360" bIns="213360" numCol="1" spcCol="1270" anchor="ctr" anchorCtr="0">
          <a:noAutofit/>
        </a:bodyPr>
        <a:lstStyle/>
        <a:p>
          <a:pPr marL="0" lvl="0" indent="0" algn="ctr" defTabSz="1333500">
            <a:lnSpc>
              <a:spcPct val="90000"/>
            </a:lnSpc>
            <a:spcBef>
              <a:spcPct val="0"/>
            </a:spcBef>
            <a:spcAft>
              <a:spcPct val="35000"/>
            </a:spcAft>
            <a:buNone/>
          </a:pPr>
          <a:r>
            <a:rPr lang="en-US" sz="3000" b="1" kern="1200" dirty="0"/>
            <a:t>Object-Oriented Approach</a:t>
          </a:r>
          <a:endParaRPr lang="en-MY" sz="3000" kern="1200" dirty="0"/>
        </a:p>
      </dsp:txBody>
      <dsp:txXfrm rot="-5400000">
        <a:off x="4452275" y="849589"/>
        <a:ext cx="2801237" cy="1697719"/>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8/layout/CircularPictureCallout">
  <dgm:title val=""/>
  <dgm:desc val=""/>
  <dgm:catLst>
    <dgm:cat type="picture" pri="2000"/>
    <dgm:cat type="pictureconvert" pri="2000"/>
  </dgm:catLst>
  <dgm:sampData>
    <dgm:dataModel>
      <dgm:ptLst>
        <dgm:pt modelId="0" type="doc"/>
        <dgm:pt modelId="1"/>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2"/>
    </dgm:constrLst>
    <dgm:layoutNode name="Name1">
      <dgm:alg type="composite"/>
      <dgm:shape xmlns:r="http://schemas.openxmlformats.org/officeDocument/2006/relationships" r:blip="">
        <dgm:adjLst/>
      </dgm:shape>
      <dgm:choose name="Name2">
        <dgm:if name="Name3" axis="ch" ptType="node" func="cnt" op="lte" val="1">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w" refFor="ch" refForName="picture_1" fact="0.18"/>
            <dgm:constr type="t" for="ch" forName="text_1" refType="h" refFor="ch" refForName="picture_1" fact="0.531"/>
          </dgm:constrLst>
        </dgm:if>
        <dgm:if name="Name4" axis="ch" ptType="node" func="cnt" op="lte" val="2">
          <dgm:choose name="Name5">
            <dgm:if name="Name6"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5"/>
                <dgm:constr type="h" for="ch" forName="picture_2" refType="h" refFor="ch" refForName="picture_1" fact="0.5"/>
                <dgm:constr type="l" for="ch" forName="picture_2" refType="w" refFor="ch" refForName="picture_1" fact="1.21"/>
                <dgm:constr type="ctrY" for="ch" forName="picture_2" refType="h" refFor="ch" refForName="picture_1" fact="0.5"/>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Lst>
            </dgm:if>
            <dgm:else name="Name7">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5"/>
                <dgm:constr type="h" for="ch" forName="picture_2" refType="h" refFor="ch" refForName="picture_1" fact="0.5"/>
                <dgm:constr type="r" for="ch" forName="picture_2" refType="w"/>
                <dgm:constr type="rOff" for="ch" forName="picture_2" refType="w" refFor="ch" refForName="picture_1" fact="-1.21"/>
                <dgm:constr type="ctrY" for="ch" forName="picture_2" refType="h" refFor="ch" refForName="picture_1" fact="0.5"/>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Lst>
            </dgm:else>
          </dgm:choose>
        </dgm:if>
        <dgm:if name="Name8" axis="ch" ptType="node" func="cnt" op="lte" val="3">
          <dgm:choose name="Name9">
            <dgm:if name="Name10"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375"/>
                <dgm:constr type="h" for="ch" forName="picture_2" refType="h" refFor="ch" refForName="picture_1" fact="0.375"/>
                <dgm:constr type="l" for="ch" forName="picture_2" refType="w" refFor="ch" refForName="picture_1" fact="1.21"/>
                <dgm:constr type="ctrY" for="ch" forName="picture_2" refType="h" refFor="ch" refForName="picture_1" fact="0.1875"/>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 type="w" for="ch" forName="picture_3" refType="w" refFor="ch" refForName="picture_1" fact="0.375"/>
                <dgm:constr type="h" for="ch" forName="picture_3" refType="h" refFor="ch" refForName="picture_1" fact="0.375"/>
                <dgm:constr type="l" for="ch" forName="picture_3" refType="w" refFor="ch" refForName="picture_1" fact="1.21"/>
                <dgm:constr type="ctrY" for="ch" forName="picture_3" refType="h" refFor="ch" refForName="picture_1" fact="0.8125"/>
                <dgm:constr type="l" for="ch" forName="line_3" refType="ctrX" refFor="ch" refForName="picture_1"/>
                <dgm:constr type="h" for="ch" forName="line_3"/>
                <dgm:constr type="r" for="ch" forName="line_3" refType="ctrX" refFor="ch" refForName="picture_3"/>
                <dgm:constr type="ctrY" for="ch" forName="line_3" refType="ctrY" refFor="ch" refForName="picture_3"/>
                <dgm:constr type="r" for="ch" forName="textparent_3" refType="w"/>
                <dgm:constr type="h" for="ch" forName="textparent_3" refType="h" refFor="ch" refForName="picture_3"/>
                <dgm:constr type="l" for="ch" forName="textparent_3" refType="r" refFor="ch" refForName="picture_3"/>
                <dgm:constr type="ctrY" for="ch" forName="textparent_3" refType="ctrY" refFor="ch" refForName="picture_3"/>
                <dgm:constr type="primFontSz" for="des" forName="text_3" refType="primFontSz" refFor="des" refForName="text_2" op="equ"/>
              </dgm:constrLst>
            </dgm:if>
            <dgm:else name="Name11">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375"/>
                <dgm:constr type="h" for="ch" forName="picture_2" refType="h" refFor="ch" refForName="picture_1" fact="0.375"/>
                <dgm:constr type="r" for="ch" forName="picture_2" refType="w"/>
                <dgm:constr type="rOff" for="ch" forName="picture_2" refType="w" refFor="ch" refForName="picture_1" fact="-1.21"/>
                <dgm:constr type="ctrY" for="ch" forName="picture_2" refType="h" refFor="ch" refForName="picture_1" fact="0.1875"/>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 type="w" for="ch" forName="picture_3" refType="w" refFor="ch" refForName="picture_1" fact="0.375"/>
                <dgm:constr type="h" for="ch" forName="picture_3" refType="h" refFor="ch" refForName="picture_1" fact="0.375"/>
                <dgm:constr type="r" for="ch" forName="picture_3" refType="w"/>
                <dgm:constr type="rOff" for="ch" forName="picture_3" refType="w" refFor="ch" refForName="picture_1" fact="-1.21"/>
                <dgm:constr type="ctrY" for="ch" forName="picture_3" refType="h" refFor="ch" refForName="picture_1" fact="0.8125"/>
                <dgm:constr type="r" for="ch" forName="line_3" refType="ctrX" refFor="ch" refForName="picture_1"/>
                <dgm:constr type="h" for="ch" forName="line_3"/>
                <dgm:constr type="l" for="ch" forName="line_3" refType="ctrX" refFor="ch" refForName="picture_3"/>
                <dgm:constr type="ctrY" for="ch" forName="line_3" refType="ctrY" refFor="ch" refForName="picture_3"/>
                <dgm:constr type="l" for="ch" forName="textparent_3"/>
                <dgm:constr type="h" for="ch" forName="textparent_3" refType="h" refFor="ch" refForName="picture_3"/>
                <dgm:constr type="r" for="ch" forName="textparent_3" refType="l" refFor="ch" refForName="picture_3"/>
                <dgm:constr type="ctrY" for="ch" forName="textparent_3" refType="ctrY" refFor="ch" refForName="picture_3"/>
                <dgm:constr type="primFontSz" for="des" forName="text_3" refType="primFontSz" refFor="des" refForName="text_2" op="equ"/>
              </dgm:constrLst>
            </dgm:else>
          </dgm:choose>
        </dgm:if>
        <dgm:if name="Name12" axis="ch" ptType="node" func="cnt" op="lte" val="4">
          <dgm:choose name="Name13">
            <dgm:if name="Name14"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3"/>
                <dgm:constr type="h" for="ch" forName="picture_2" refType="h" refFor="ch" refForName="picture_1" fact="0.3"/>
                <dgm:constr type="l" for="ch" forName="picture_2" refType="w" refFor="ch" refForName="picture_1" fact="1.354"/>
                <dgm:constr type="ctrY" for="ch" forName="picture_2" refType="h" refFor="ch" refForName="picture_1" fact="0.15"/>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 type="w" for="ch" forName="picture_3" refType="w" refFor="ch" refForName="picture_1" fact="0.3"/>
                <dgm:constr type="h" for="ch" forName="picture_3" refType="h" refFor="ch" refForName="picture_1" fact="0.3"/>
                <dgm:constr type="l" for="ch" forName="picture_3" refType="w" refFor="ch" refForName="picture_1" fact="1.21"/>
                <dgm:constr type="ctrY" for="ch" forName="picture_3" refType="h" refFor="ch" refForName="picture_1" fact="0.5"/>
                <dgm:constr type="l" for="ch" forName="line_3" refType="ctrX" refFor="ch" refForName="picture_1"/>
                <dgm:constr type="h" for="ch" forName="line_3"/>
                <dgm:constr type="r" for="ch" forName="line_3" refType="ctrX" refFor="ch" refForName="picture_3"/>
                <dgm:constr type="ctrY" for="ch" forName="line_3" refType="ctrY" refFor="ch" refForName="picture_3"/>
                <dgm:constr type="r" for="ch" forName="textparent_3" refType="w"/>
                <dgm:constr type="h" for="ch" forName="textparent_3" refType="h" refFor="ch" refForName="picture_3"/>
                <dgm:constr type="l" for="ch" forName="textparent_3" refType="r"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3"/>
                <dgm:constr type="h" for="ch" forName="picture_4" refType="h" refFor="ch" refForName="picture_1" fact="0.3"/>
                <dgm:constr type="l" for="ch" forName="picture_4" refType="w" refFor="ch" refForName="picture_1" fact="1.354"/>
                <dgm:constr type="ctrY" for="ch" forName="picture_4" refType="h" refFor="ch" refForName="picture_1" fact="0.85"/>
                <dgm:constr type="l" for="ch" forName="line_4" refType="ctrX" refFor="ch" refForName="picture_1"/>
                <dgm:constr type="h" for="ch" forName="line_4"/>
                <dgm:constr type="r" for="ch" forName="line_4" refType="ctrX" refFor="ch" refForName="picture_4"/>
                <dgm:constr type="ctrY" for="ch" forName="line_4" refType="ctrY" refFor="ch" refForName="picture_4"/>
                <dgm:constr type="r" for="ch" forName="textparent_4" refType="w"/>
                <dgm:constr type="h" for="ch" forName="textparent_4" refType="h" refFor="ch" refForName="picture_4"/>
                <dgm:constr type="l" for="ch" forName="textparent_4" refType="r" refFor="ch" refForName="picture_4"/>
                <dgm:constr type="ctrY" for="ch" forName="textparent_4" refType="ctrY" refFor="ch" refForName="picture_4"/>
                <dgm:constr type="primFontSz" for="des" forName="text_4" refType="primFontSz" refFor="des" refForName="text_2" op="equ"/>
              </dgm:constrLst>
            </dgm:if>
            <dgm:else name="Name15">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3"/>
                <dgm:constr type="h" for="ch" forName="picture_2" refType="h" refFor="ch" refForName="picture_1" fact="0.3"/>
                <dgm:constr type="r" for="ch" forName="picture_2" refType="w"/>
                <dgm:constr type="rOff" for="ch" forName="picture_2" refType="w" refFor="ch" refForName="picture_1" fact="-1.354"/>
                <dgm:constr type="ctrY" for="ch" forName="picture_2" refType="h" refFor="ch" refForName="picture_1" fact="0.15"/>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 type="w" for="ch" forName="picture_3" refType="w" refFor="ch" refForName="picture_1" fact="0.3"/>
                <dgm:constr type="h" for="ch" forName="picture_3" refType="h" refFor="ch" refForName="picture_1" fact="0.3"/>
                <dgm:constr type="r" for="ch" forName="picture_3" refType="w"/>
                <dgm:constr type="rOff" for="ch" forName="picture_3" refType="w" refFor="ch" refForName="picture_1" fact="-1.21"/>
                <dgm:constr type="ctrY" for="ch" forName="picture_3" refType="h" refFor="ch" refForName="picture_1" fact="0.5"/>
                <dgm:constr type="r" for="ch" forName="line_3" refType="ctrX" refFor="ch" refForName="picture_1"/>
                <dgm:constr type="h" for="ch" forName="line_3"/>
                <dgm:constr type="l" for="ch" forName="line_3" refType="ctrX" refFor="ch" refForName="picture_3"/>
                <dgm:constr type="ctrY" for="ch" forName="line_3" refType="ctrY" refFor="ch" refForName="picture_3"/>
                <dgm:constr type="l" for="ch" forName="textparent_3"/>
                <dgm:constr type="h" for="ch" forName="textparent_3" refType="h" refFor="ch" refForName="picture_3"/>
                <dgm:constr type="r" for="ch" forName="textparent_3" refType="l"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3"/>
                <dgm:constr type="h" for="ch" forName="picture_4" refType="h" refFor="ch" refForName="picture_1" fact="0.3"/>
                <dgm:constr type="r" for="ch" forName="picture_4" refType="w"/>
                <dgm:constr type="rOff" for="ch" forName="picture_4" refType="w" refFor="ch" refForName="picture_1" fact="-1.354"/>
                <dgm:constr type="ctrY" for="ch" forName="picture_4" refType="h" refFor="ch" refForName="picture_1" fact="0.85"/>
                <dgm:constr type="r" for="ch" forName="line_4" refType="ctrX" refFor="ch" refForName="picture_1"/>
                <dgm:constr type="h" for="ch" forName="line_4"/>
                <dgm:constr type="l" for="ch" forName="line_4" refType="ctrX" refFor="ch" refForName="picture_4"/>
                <dgm:constr type="ctrY" for="ch" forName="line_4" refType="ctrY" refFor="ch" refForName="picture_4"/>
                <dgm:constr type="l" for="ch" forName="textparent_4"/>
                <dgm:constr type="h" for="ch" forName="textparent_4" refType="h" refFor="ch" refForName="picture_4"/>
                <dgm:constr type="r" for="ch" forName="textparent_4" refType="l" refFor="ch" refForName="picture_4"/>
                <dgm:constr type="ctrY" for="ch" forName="textparent_4" refType="ctrY" refFor="ch" refForName="picture_4"/>
                <dgm:constr type="primFontSz" for="des" forName="text_4" refType="primFontSz" refFor="des" refForName="text_2" op="equ"/>
              </dgm:constrLst>
            </dgm:else>
          </dgm:choose>
        </dgm:if>
        <dgm:if name="Name16" axis="ch" ptType="node" func="cnt" op="lte" val="5">
          <dgm:choose name="Name17">
            <dgm:if name="Name18"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22"/>
                <dgm:constr type="h" for="ch" forName="picture_2" refType="h" refFor="ch" refForName="picture_1" fact="0.22"/>
                <dgm:constr type="l" for="ch" forName="picture_2" refType="w" refFor="ch" refForName="picture_1" fact="1.375"/>
                <dgm:constr type="ctrY" for="ch" forName="picture_2" refType="h" refFor="ch" refForName="picture_1" fact="0.11"/>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 type="w" for="ch" forName="picture_3" refType="w" refFor="ch" refForName="picture_1" fact="0.22"/>
                <dgm:constr type="h" for="ch" forName="picture_3" refType="h" refFor="ch" refForName="picture_1" fact="0.22"/>
                <dgm:constr type="l" for="ch" forName="picture_3" refType="w" refFor="ch" refForName="picture_1" fact="1.21"/>
                <dgm:constr type="ctrY" for="ch" forName="picture_3" refType="h" refFor="ch" refForName="picture_1" fact="0.353"/>
                <dgm:constr type="l" for="ch" forName="line_3" refType="ctrX" refFor="ch" refForName="picture_1"/>
                <dgm:constr type="h" for="ch" forName="line_3"/>
                <dgm:constr type="r" for="ch" forName="line_3" refType="ctrX" refFor="ch" refForName="picture_3"/>
                <dgm:constr type="ctrY" for="ch" forName="line_3" refType="ctrY" refFor="ch" refForName="picture_3"/>
                <dgm:constr type="r" for="ch" forName="textparent_3" refType="w"/>
                <dgm:constr type="h" for="ch" forName="textparent_3" refType="h" refFor="ch" refForName="picture_3"/>
                <dgm:constr type="l" for="ch" forName="textparent_3" refType="r"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22"/>
                <dgm:constr type="h" for="ch" forName="picture_4" refType="h" refFor="ch" refForName="picture_1" fact="0.22"/>
                <dgm:constr type="l" for="ch" forName="picture_4" refType="w" refFor="ch" refForName="picture_1" fact="1.21"/>
                <dgm:constr type="ctrY" for="ch" forName="picture_4" refType="h" refFor="ch" refForName="picture_1" fact="0.647"/>
                <dgm:constr type="l" for="ch" forName="line_4" refType="ctrX" refFor="ch" refForName="picture_1"/>
                <dgm:constr type="h" for="ch" forName="line_4"/>
                <dgm:constr type="r" for="ch" forName="line_4" refType="ctrX" refFor="ch" refForName="picture_4"/>
                <dgm:constr type="ctrY" for="ch" forName="line_4" refType="ctrY" refFor="ch" refForName="picture_4"/>
                <dgm:constr type="r" for="ch" forName="textparent_4" refType="w"/>
                <dgm:constr type="h" for="ch" forName="textparent_4" refType="h" refFor="ch" refForName="picture_4"/>
                <dgm:constr type="l" for="ch" forName="textparent_4" refType="r"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22"/>
                <dgm:constr type="h" for="ch" forName="picture_5" refType="h" refFor="ch" refForName="picture_1" fact="0.22"/>
                <dgm:constr type="l" for="ch" forName="picture_5" refType="w" refFor="ch" refForName="picture_1" fact="1.375"/>
                <dgm:constr type="ctrY" for="ch" forName="picture_5" refType="h" refFor="ch" refForName="picture_1" fact="0.89"/>
                <dgm:constr type="l" for="ch" forName="line_5" refType="ctrX" refFor="ch" refForName="picture_1"/>
                <dgm:constr type="h" for="ch" forName="line_5"/>
                <dgm:constr type="r" for="ch" forName="line_5" refType="ctrX" refFor="ch" refForName="picture_5"/>
                <dgm:constr type="ctrY" for="ch" forName="line_5" refType="ctrY" refFor="ch" refForName="picture_5"/>
                <dgm:constr type="r" for="ch" forName="textparent_5" refType="w"/>
                <dgm:constr type="h" for="ch" forName="textparent_5" refType="h" refFor="ch" refForName="picture_5"/>
                <dgm:constr type="l" for="ch" forName="textparent_5" refType="r" refFor="ch" refForName="picture_5"/>
                <dgm:constr type="ctrY" for="ch" forName="textparent_5" refType="ctrY" refFor="ch" refForName="picture_5"/>
                <dgm:constr type="primFontSz" for="des" forName="text_5" refType="primFontSz" refFor="des" refForName="text_2" op="equ"/>
              </dgm:constrLst>
            </dgm:if>
            <dgm:else name="Name19">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22"/>
                <dgm:constr type="h" for="ch" forName="picture_2" refType="h" refFor="ch" refForName="picture_1" fact="0.22"/>
                <dgm:constr type="r" for="ch" forName="picture_2" refType="w"/>
                <dgm:constr type="rOff" for="ch" forName="picture_2" refType="w" refFor="ch" refForName="picture_1" fact="-1.375"/>
                <dgm:constr type="ctrY" for="ch" forName="picture_2" refType="h" refFor="ch" refForName="picture_1" fact="0.11"/>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 type="w" for="ch" forName="picture_3" refType="w" refFor="ch" refForName="picture_1" fact="0.22"/>
                <dgm:constr type="h" for="ch" forName="picture_3" refType="h" refFor="ch" refForName="picture_1" fact="0.22"/>
                <dgm:constr type="r" for="ch" forName="picture_3" refType="w"/>
                <dgm:constr type="rOff" for="ch" forName="picture_3" refType="w" refFor="ch" refForName="picture_1" fact="-1.21"/>
                <dgm:constr type="ctrY" for="ch" forName="picture_3" refType="h" refFor="ch" refForName="picture_1" fact="0.353"/>
                <dgm:constr type="r" for="ch" forName="line_3" refType="ctrX" refFor="ch" refForName="picture_1"/>
                <dgm:constr type="h" for="ch" forName="line_3"/>
                <dgm:constr type="l" for="ch" forName="line_3" refType="ctrX" refFor="ch" refForName="picture_3"/>
                <dgm:constr type="ctrY" for="ch" forName="line_3" refType="ctrY" refFor="ch" refForName="picture_3"/>
                <dgm:constr type="l" for="ch" forName="textparent_3"/>
                <dgm:constr type="h" for="ch" forName="textparent_3" refType="h" refFor="ch" refForName="picture_3"/>
                <dgm:constr type="r" for="ch" forName="textparent_3" refType="l"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22"/>
                <dgm:constr type="h" for="ch" forName="picture_4" refType="h" refFor="ch" refForName="picture_1" fact="0.22"/>
                <dgm:constr type="r" for="ch" forName="picture_4" refType="w"/>
                <dgm:constr type="rOff" for="ch" forName="picture_4" refType="w" refFor="ch" refForName="picture_1" fact="-1.21"/>
                <dgm:constr type="ctrY" for="ch" forName="picture_4" refType="h" refFor="ch" refForName="picture_1" fact="0.647"/>
                <dgm:constr type="r" for="ch" forName="line_4" refType="ctrX" refFor="ch" refForName="picture_1"/>
                <dgm:constr type="h" for="ch" forName="line_4"/>
                <dgm:constr type="l" for="ch" forName="line_4" refType="ctrX" refFor="ch" refForName="picture_4"/>
                <dgm:constr type="ctrY" for="ch" forName="line_4" refType="ctrY" refFor="ch" refForName="picture_4"/>
                <dgm:constr type="l" for="ch" forName="textparent_4"/>
                <dgm:constr type="h" for="ch" forName="textparent_4" refType="h" refFor="ch" refForName="picture_4"/>
                <dgm:constr type="r" for="ch" forName="textparent_4" refType="l"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22"/>
                <dgm:constr type="h" for="ch" forName="picture_5" refType="h" refFor="ch" refForName="picture_1" fact="0.22"/>
                <dgm:constr type="r" for="ch" forName="picture_5" refType="w"/>
                <dgm:constr type="rOff" for="ch" forName="picture_5" refType="w" refFor="ch" refForName="picture_1" fact="-1.375"/>
                <dgm:constr type="ctrY" for="ch" forName="picture_5" refType="h" refFor="ch" refForName="picture_1" fact="0.89"/>
                <dgm:constr type="r" for="ch" forName="line_5" refType="ctrX" refFor="ch" refForName="picture_1"/>
                <dgm:constr type="h" for="ch" forName="line_5"/>
                <dgm:constr type="l" for="ch" forName="line_5" refType="ctrX" refFor="ch" refForName="picture_5"/>
                <dgm:constr type="ctrY" for="ch" forName="line_5" refType="ctrY" refFor="ch" refForName="picture_5"/>
                <dgm:constr type="l" for="ch" forName="textparent_5"/>
                <dgm:constr type="h" for="ch" forName="textparent_5" refType="h" refFor="ch" refForName="picture_5"/>
                <dgm:constr type="r" for="ch" forName="textparent_5" refType="l" refFor="ch" refForName="picture_5"/>
                <dgm:constr type="ctrY" for="ch" forName="textparent_5" refType="ctrY" refFor="ch" refForName="picture_5"/>
                <dgm:constr type="primFontSz" for="des" forName="text_5" refType="primFontSz" refFor="des" refForName="text_2" op="equ"/>
              </dgm:constrLst>
            </dgm:else>
          </dgm:choose>
        </dgm:if>
        <dgm:if name="Name20" axis="ch" ptType="node" func="cnt" op="lte" val="6">
          <dgm:choose name="Name21">
            <dgm:if name="Name22"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18"/>
                <dgm:constr type="h" for="ch" forName="picture_2" refType="h" refFor="ch" refForName="picture_1" fact="0.18"/>
                <dgm:constr type="l" for="ch" forName="picture_2" refType="w" refFor="ch" refForName="picture_1" fact="1.4238"/>
                <dgm:constr type="ctrY" for="ch" forName="picture_2" refType="h" refFor="ch" refForName="picture_1" fact="0.09"/>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 type="w" for="ch" forName="picture_3" refType="w" refFor="ch" refForName="picture_1" fact="0.18"/>
                <dgm:constr type="h" for="ch" forName="picture_3" refType="h" refFor="ch" refForName="picture_1" fact="0.18"/>
                <dgm:constr type="l" for="ch" forName="picture_3" refType="w" refFor="ch" refForName="picture_1" fact="1.2667"/>
                <dgm:constr type="ctrY" for="ch" forName="picture_3" refType="h" refFor="ch" refForName="picture_1" fact="0.261"/>
                <dgm:constr type="l" for="ch" forName="line_3" refType="ctrX" refFor="ch" refForName="picture_1"/>
                <dgm:constr type="h" for="ch" forName="line_3"/>
                <dgm:constr type="r" for="ch" forName="line_3" refType="ctrX" refFor="ch" refForName="picture_3"/>
                <dgm:constr type="ctrY" for="ch" forName="line_3" refType="ctrY" refFor="ch" refForName="picture_3"/>
                <dgm:constr type="r" for="ch" forName="textparent_3" refType="w"/>
                <dgm:constr type="h" for="ch" forName="textparent_3" refType="h" refFor="ch" refForName="picture_3"/>
                <dgm:constr type="l" for="ch" forName="textparent_3" refType="r"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18"/>
                <dgm:constr type="h" for="ch" forName="picture_4" refType="h" refFor="ch" refForName="picture_1" fact="0.18"/>
                <dgm:constr type="l" for="ch" forName="picture_4" refType="w" refFor="ch" refForName="picture_1" fact="1.21"/>
                <dgm:constr type="ctrY" for="ch" forName="picture_4" refType="h" refFor="ch" refForName="picture_1" fact="0.5"/>
                <dgm:constr type="l" for="ch" forName="line_4" refType="ctrX" refFor="ch" refForName="picture_1"/>
                <dgm:constr type="h" for="ch" forName="line_4"/>
                <dgm:constr type="r" for="ch" forName="line_4" refType="ctrX" refFor="ch" refForName="picture_4"/>
                <dgm:constr type="ctrY" for="ch" forName="line_4" refType="ctrY" refFor="ch" refForName="picture_4"/>
                <dgm:constr type="r" for="ch" forName="textparent_4" refType="w"/>
                <dgm:constr type="h" for="ch" forName="textparent_4" refType="h" refFor="ch" refForName="picture_4"/>
                <dgm:constr type="l" for="ch" forName="textparent_4" refType="r"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18"/>
                <dgm:constr type="h" for="ch" forName="picture_5" refType="h" refFor="ch" refForName="picture_1" fact="0.18"/>
                <dgm:constr type="l" for="ch" forName="picture_5" refType="w" refFor="ch" refForName="picture_1" fact="1.2667"/>
                <dgm:constr type="ctrY" for="ch" forName="picture_5" refType="h" refFor="ch" refForName="picture_1" fact="0.739"/>
                <dgm:constr type="l" for="ch" forName="line_5" refType="ctrX" refFor="ch" refForName="picture_1"/>
                <dgm:constr type="h" for="ch" forName="line_5"/>
                <dgm:constr type="r" for="ch" forName="line_5" refType="ctrX" refFor="ch" refForName="picture_5"/>
                <dgm:constr type="ctrY" for="ch" forName="line_5" refType="ctrY" refFor="ch" refForName="picture_5"/>
                <dgm:constr type="r" for="ch" forName="textparent_5" refType="w"/>
                <dgm:constr type="h" for="ch" forName="textparent_5" refType="h" refFor="ch" refForName="picture_5"/>
                <dgm:constr type="l" for="ch" forName="textparent_5" refType="r" refFor="ch" refForName="picture_5"/>
                <dgm:constr type="ctrY" for="ch" forName="textparent_5" refType="ctrY" refFor="ch" refForName="picture_5"/>
                <dgm:constr type="primFontSz" for="des" forName="text_5" refType="primFontSz" refFor="des" refForName="text_2" op="equ"/>
                <dgm:constr type="w" for="ch" forName="picture_6" refType="w" refFor="ch" refForName="picture_1" fact="0.18"/>
                <dgm:constr type="h" for="ch" forName="picture_6" refType="h" refFor="ch" refForName="picture_1" fact="0.18"/>
                <dgm:constr type="l" for="ch" forName="picture_6" refType="w" refFor="ch" refForName="picture_1" fact="1.4238"/>
                <dgm:constr type="ctrY" for="ch" forName="picture_6" refType="h" refFor="ch" refForName="picture_1" fact="0.91"/>
                <dgm:constr type="l" for="ch" forName="line_6" refType="ctrX" refFor="ch" refForName="picture_1"/>
                <dgm:constr type="h" for="ch" forName="line_6"/>
                <dgm:constr type="r" for="ch" forName="line_6" refType="ctrX" refFor="ch" refForName="picture_6"/>
                <dgm:constr type="ctrY" for="ch" forName="line_6" refType="ctrY" refFor="ch" refForName="picture_6"/>
                <dgm:constr type="r" for="ch" forName="textparent_6" refType="w"/>
                <dgm:constr type="h" for="ch" forName="textparent_6" refType="h" refFor="ch" refForName="picture_6"/>
                <dgm:constr type="l" for="ch" forName="textparent_6" refType="r" refFor="ch" refForName="picture_6"/>
                <dgm:constr type="ctrY" for="ch" forName="textparent_6" refType="ctrY" refFor="ch" refForName="picture_6"/>
                <dgm:constr type="primFontSz" for="des" forName="text_6" refType="primFontSz" refFor="des" refForName="text_2" op="equ"/>
              </dgm:constrLst>
            </dgm:if>
            <dgm:else name="Name23">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18"/>
                <dgm:constr type="h" for="ch" forName="picture_2" refType="h" refFor="ch" refForName="picture_1" fact="0.18"/>
                <dgm:constr type="r" for="ch" forName="picture_2" refType="w"/>
                <dgm:constr type="rOff" for="ch" forName="picture_2" refType="w" refFor="ch" refForName="picture_1" fact="-1.4238"/>
                <dgm:constr type="ctrY" for="ch" forName="picture_2" refType="h" refFor="ch" refForName="picture_1" fact="0.09"/>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 type="w" for="ch" forName="picture_3" refType="w" refFor="ch" refForName="picture_1" fact="0.18"/>
                <dgm:constr type="h" for="ch" forName="picture_3" refType="h" refFor="ch" refForName="picture_1" fact="0.18"/>
                <dgm:constr type="r" for="ch" forName="picture_3" refType="w"/>
                <dgm:constr type="rOff" for="ch" forName="picture_3" refType="w" refFor="ch" refForName="picture_1" fact="-1.2667"/>
                <dgm:constr type="ctrY" for="ch" forName="picture_3" refType="h" refFor="ch" refForName="picture_1" fact="0.261"/>
                <dgm:constr type="r" for="ch" forName="line_3" refType="ctrX" refFor="ch" refForName="picture_1"/>
                <dgm:constr type="h" for="ch" forName="line_3"/>
                <dgm:constr type="l" for="ch" forName="line_3" refType="ctrX" refFor="ch" refForName="picture_3"/>
                <dgm:constr type="ctrY" for="ch" forName="line_3" refType="ctrY" refFor="ch" refForName="picture_3"/>
                <dgm:constr type="l" for="ch" forName="textparent_3"/>
                <dgm:constr type="h" for="ch" forName="textparent_3" refType="h" refFor="ch" refForName="picture_3"/>
                <dgm:constr type="r" for="ch" forName="textparent_3" refType="l"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18"/>
                <dgm:constr type="h" for="ch" forName="picture_4" refType="h" refFor="ch" refForName="picture_1" fact="0.18"/>
                <dgm:constr type="r" for="ch" forName="picture_4" refType="w"/>
                <dgm:constr type="rOff" for="ch" forName="picture_4" refType="w" refFor="ch" refForName="picture_1" fact="-1.21"/>
                <dgm:constr type="ctrY" for="ch" forName="picture_4" refType="h" refFor="ch" refForName="picture_1" fact="0.5"/>
                <dgm:constr type="r" for="ch" forName="line_4" refType="ctrX" refFor="ch" refForName="picture_1"/>
                <dgm:constr type="h" for="ch" forName="line_4"/>
                <dgm:constr type="l" for="ch" forName="line_4" refType="ctrX" refFor="ch" refForName="picture_4"/>
                <dgm:constr type="ctrY" for="ch" forName="line_4" refType="ctrY" refFor="ch" refForName="picture_4"/>
                <dgm:constr type="l" for="ch" forName="textparent_4"/>
                <dgm:constr type="h" for="ch" forName="textparent_4" refType="h" refFor="ch" refForName="picture_4"/>
                <dgm:constr type="r" for="ch" forName="textparent_4" refType="l"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18"/>
                <dgm:constr type="h" for="ch" forName="picture_5" refType="h" refFor="ch" refForName="picture_1" fact="0.18"/>
                <dgm:constr type="r" for="ch" forName="picture_5" refType="w"/>
                <dgm:constr type="rOff" for="ch" forName="picture_5" refType="w" refFor="ch" refForName="picture_1" fact="-1.2667"/>
                <dgm:constr type="ctrY" for="ch" forName="picture_5" refType="h" refFor="ch" refForName="picture_1" fact="0.739"/>
                <dgm:constr type="r" for="ch" forName="line_5" refType="ctrX" refFor="ch" refForName="picture_1"/>
                <dgm:constr type="h" for="ch" forName="line_5"/>
                <dgm:constr type="l" for="ch" forName="line_5" refType="ctrX" refFor="ch" refForName="picture_5"/>
                <dgm:constr type="ctrY" for="ch" forName="line_5" refType="ctrY" refFor="ch" refForName="picture_5"/>
                <dgm:constr type="l" for="ch" forName="textparent_5"/>
                <dgm:constr type="h" for="ch" forName="textparent_5" refType="h" refFor="ch" refForName="picture_5"/>
                <dgm:constr type="r" for="ch" forName="textparent_5" refType="l" refFor="ch" refForName="picture_5"/>
                <dgm:constr type="ctrY" for="ch" forName="textparent_5" refType="ctrY" refFor="ch" refForName="picture_5"/>
                <dgm:constr type="primFontSz" for="des" forName="text_5" refType="primFontSz" refFor="des" refForName="text_2" op="equ"/>
                <dgm:constr type="w" for="ch" forName="picture_6" refType="w" refFor="ch" refForName="picture_1" fact="0.18"/>
                <dgm:constr type="h" for="ch" forName="picture_6" refType="h" refFor="ch" refForName="picture_1" fact="0.18"/>
                <dgm:constr type="r" for="ch" forName="picture_6" refType="w"/>
                <dgm:constr type="rOff" for="ch" forName="picture_6" refType="w" refFor="ch" refForName="picture_1" fact="-1.4238"/>
                <dgm:constr type="ctrY" for="ch" forName="picture_6" refType="h" refFor="ch" refForName="picture_1" fact="0.91"/>
                <dgm:constr type="r" for="ch" forName="line_6" refType="ctrX" refFor="ch" refForName="picture_1"/>
                <dgm:constr type="h" for="ch" forName="line_6"/>
                <dgm:constr type="l" for="ch" forName="line_6" refType="ctrX" refFor="ch" refForName="picture_6"/>
                <dgm:constr type="ctrY" for="ch" forName="line_6" refType="ctrY" refFor="ch" refForName="picture_6"/>
                <dgm:constr type="l" for="ch" forName="textparent_6"/>
                <dgm:constr type="h" for="ch" forName="textparent_6" refType="h" refFor="ch" refForName="picture_6"/>
                <dgm:constr type="r" for="ch" forName="textparent_6" refType="l" refFor="ch" refForName="picture_6"/>
                <dgm:constr type="ctrY" for="ch" forName="textparent_6" refType="ctrY" refFor="ch" refForName="picture_6"/>
                <dgm:constr type="primFontSz" for="des" forName="text_6" refType="primFontSz" refFor="des" refForName="text_2" op="equ"/>
              </dgm:constrLst>
            </dgm:else>
          </dgm:choose>
        </dgm:if>
        <dgm:else name="Name24">
          <dgm:choose name="Name25">
            <dgm:if name="Name26"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15"/>
                <dgm:constr type="h" for="ch" forName="picture_2" refType="h" refFor="ch" refForName="picture_1" fact="0.15"/>
                <dgm:constr type="l" for="ch" forName="picture_2" refType="w" refFor="ch" refForName="picture_1" fact="1.4363"/>
                <dgm:constr type="ctrY" for="ch" forName="picture_2" refType="h" refFor="ch" refForName="picture_1" fact="0.075"/>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 type="w" for="ch" forName="picture_3" refType="w" refFor="ch" refForName="picture_1" fact="0.15"/>
                <dgm:constr type="h" for="ch" forName="picture_3" refType="h" refFor="ch" refForName="picture_1" fact="0.15"/>
                <dgm:constr type="l" for="ch" forName="picture_3" refType="w" refFor="ch" refForName="picture_1" fact="1.2898"/>
                <dgm:constr type="ctrY" for="ch" forName="picture_3" refType="h" refFor="ch" refForName="picture_1" fact="0.227"/>
                <dgm:constr type="l" for="ch" forName="line_3" refType="ctrX" refFor="ch" refForName="picture_1"/>
                <dgm:constr type="h" for="ch" forName="line_3"/>
                <dgm:constr type="r" for="ch" forName="line_3" refType="ctrX" refFor="ch" refForName="picture_3"/>
                <dgm:constr type="ctrY" for="ch" forName="line_3" refType="ctrY" refFor="ch" refForName="picture_3"/>
                <dgm:constr type="r" for="ch" forName="textparent_3" refType="w"/>
                <dgm:constr type="h" for="ch" forName="textparent_3" refType="h" refFor="ch" refForName="picture_3"/>
                <dgm:constr type="l" for="ch" forName="textparent_3" refType="r"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15"/>
                <dgm:constr type="h" for="ch" forName="picture_4" refType="h" refFor="ch" refForName="picture_1" fact="0.15"/>
                <dgm:constr type="l" for="ch" forName="picture_4" refType="w" refFor="ch" refForName="picture_1" fact="1.21"/>
                <dgm:constr type="ctrY" for="ch" forName="picture_4" refType="h" refFor="ch" refForName="picture_1" fact="0.405"/>
                <dgm:constr type="l" for="ch" forName="line_4" refType="ctrX" refFor="ch" refForName="picture_1"/>
                <dgm:constr type="h" for="ch" forName="line_4"/>
                <dgm:constr type="r" for="ch" forName="line_4" refType="ctrX" refFor="ch" refForName="picture_4"/>
                <dgm:constr type="ctrY" for="ch" forName="line_4" refType="ctrY" refFor="ch" refForName="picture_4"/>
                <dgm:constr type="r" for="ch" forName="textparent_4" refType="w"/>
                <dgm:constr type="h" for="ch" forName="textparent_4" refType="h" refFor="ch" refForName="picture_4"/>
                <dgm:constr type="l" for="ch" forName="textparent_4" refType="r"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15"/>
                <dgm:constr type="h" for="ch" forName="picture_5" refType="h" refFor="ch" refForName="picture_1" fact="0.15"/>
                <dgm:constr type="l" for="ch" forName="picture_5" refType="w" refFor="ch" refForName="picture_1" fact="1.21"/>
                <dgm:constr type="ctrY" for="ch" forName="picture_5" refType="h" refFor="ch" refForName="picture_1" fact="0.595"/>
                <dgm:constr type="l" for="ch" forName="line_5" refType="ctrX" refFor="ch" refForName="picture_1"/>
                <dgm:constr type="h" for="ch" forName="line_5"/>
                <dgm:constr type="r" for="ch" forName="line_5" refType="ctrX" refFor="ch" refForName="picture_5"/>
                <dgm:constr type="ctrY" for="ch" forName="line_5" refType="ctrY" refFor="ch" refForName="picture_5"/>
                <dgm:constr type="r" for="ch" forName="textparent_5" refType="w"/>
                <dgm:constr type="h" for="ch" forName="textparent_5" refType="h" refFor="ch" refForName="picture_5"/>
                <dgm:constr type="l" for="ch" forName="textparent_5" refType="r" refFor="ch" refForName="picture_5"/>
                <dgm:constr type="ctrY" for="ch" forName="textparent_5" refType="ctrY" refFor="ch" refForName="picture_5"/>
                <dgm:constr type="primFontSz" for="des" forName="text_5" refType="primFontSz" refFor="des" refForName="text_2" op="equ"/>
                <dgm:constr type="w" for="ch" forName="picture_6" refType="w" refFor="ch" refForName="picture_1" fact="0.15"/>
                <dgm:constr type="h" for="ch" forName="picture_6" refType="h" refFor="ch" refForName="picture_1" fact="0.15"/>
                <dgm:constr type="l" for="ch" forName="picture_6" refType="w" refFor="ch" refForName="picture_1" fact="1.2898"/>
                <dgm:constr type="ctrY" for="ch" forName="picture_6" refType="h" refFor="ch" refForName="picture_1" fact="0.773"/>
                <dgm:constr type="l" for="ch" forName="line_6" refType="ctrX" refFor="ch" refForName="picture_1"/>
                <dgm:constr type="h" for="ch" forName="line_6"/>
                <dgm:constr type="r" for="ch" forName="line_6" refType="ctrX" refFor="ch" refForName="picture_6"/>
                <dgm:constr type="ctrY" for="ch" forName="line_6" refType="ctrY" refFor="ch" refForName="picture_6"/>
                <dgm:constr type="r" for="ch" forName="textparent_6" refType="w"/>
                <dgm:constr type="h" for="ch" forName="textparent_6" refType="h" refFor="ch" refForName="picture_6"/>
                <dgm:constr type="l" for="ch" forName="textparent_6" refType="r" refFor="ch" refForName="picture_6"/>
                <dgm:constr type="ctrY" for="ch" forName="textparent_6" refType="ctrY" refFor="ch" refForName="picture_6"/>
                <dgm:constr type="primFontSz" for="des" forName="text_6" refType="primFontSz" refFor="des" refForName="text_2" op="equ"/>
                <dgm:constr type="w" for="ch" forName="picture_7" refType="w" refFor="ch" refForName="picture_1" fact="0.15"/>
                <dgm:constr type="h" for="ch" forName="picture_7" refType="h" refFor="ch" refForName="picture_1" fact="0.15"/>
                <dgm:constr type="l" for="ch" forName="picture_7" refType="w" refFor="ch" refForName="picture_1" fact="1.4363"/>
                <dgm:constr type="ctrY" for="ch" forName="picture_7" refType="h" refFor="ch" refForName="picture_1" fact="0.925"/>
                <dgm:constr type="l" for="ch" forName="line_7" refType="ctrX" refFor="ch" refForName="picture_1"/>
                <dgm:constr type="h" for="ch" forName="line_7"/>
                <dgm:constr type="r" for="ch" forName="line_7" refType="ctrX" refFor="ch" refForName="picture_7"/>
                <dgm:constr type="ctrY" for="ch" forName="line_7" refType="ctrY" refFor="ch" refForName="picture_7"/>
                <dgm:constr type="r" for="ch" forName="textparent_7" refType="w"/>
                <dgm:constr type="h" for="ch" forName="textparent_7" refType="h" refFor="ch" refForName="picture_7"/>
                <dgm:constr type="l" for="ch" forName="textparent_7" refType="r" refFor="ch" refForName="picture_7"/>
                <dgm:constr type="ctrY" for="ch" forName="textparent_7" refType="ctrY" refFor="ch" refForName="picture_7"/>
                <dgm:constr type="primFontSz" for="des" forName="text_7" refType="primFontSz" refFor="des" refForName="text_2" op="equ"/>
              </dgm:constrLst>
            </dgm:if>
            <dgm:else name="Name27">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15"/>
                <dgm:constr type="h" for="ch" forName="picture_2" refType="h" refFor="ch" refForName="picture_1" fact="0.15"/>
                <dgm:constr type="r" for="ch" forName="picture_2" refType="w"/>
                <dgm:constr type="rOff" for="ch" forName="picture_2" refType="w" refFor="ch" refForName="picture_1" fact="-1.4363"/>
                <dgm:constr type="ctrY" for="ch" forName="picture_2" refType="h" refFor="ch" refForName="picture_1" fact="0.075"/>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 type="w" for="ch" forName="picture_3" refType="w" refFor="ch" refForName="picture_1" fact="0.15"/>
                <dgm:constr type="h" for="ch" forName="picture_3" refType="h" refFor="ch" refForName="picture_1" fact="0.15"/>
                <dgm:constr type="r" for="ch" forName="picture_3" refType="w"/>
                <dgm:constr type="rOff" for="ch" forName="picture_3" refType="w" refFor="ch" refForName="picture_1" fact="-1.2898"/>
                <dgm:constr type="ctrY" for="ch" forName="picture_3" refType="h" refFor="ch" refForName="picture_1" fact="0.227"/>
                <dgm:constr type="r" for="ch" forName="line_3" refType="ctrX" refFor="ch" refForName="picture_1"/>
                <dgm:constr type="h" for="ch" forName="line_3"/>
                <dgm:constr type="l" for="ch" forName="line_3" refType="ctrX" refFor="ch" refForName="picture_3"/>
                <dgm:constr type="ctrY" for="ch" forName="line_3" refType="ctrY" refFor="ch" refForName="picture_3"/>
                <dgm:constr type="l" for="ch" forName="textparent_3"/>
                <dgm:constr type="h" for="ch" forName="textparent_3" refType="h" refFor="ch" refForName="picture_3"/>
                <dgm:constr type="r" for="ch" forName="textparent_3" refType="l"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15"/>
                <dgm:constr type="h" for="ch" forName="picture_4" refType="h" refFor="ch" refForName="picture_1" fact="0.15"/>
                <dgm:constr type="r" for="ch" forName="picture_4" refType="w"/>
                <dgm:constr type="rOff" for="ch" forName="picture_4" refType="w" refFor="ch" refForName="picture_1" fact="-1.21"/>
                <dgm:constr type="ctrY" for="ch" forName="picture_4" refType="h" refFor="ch" refForName="picture_1" fact="0.405"/>
                <dgm:constr type="r" for="ch" forName="line_4" refType="ctrX" refFor="ch" refForName="picture_1"/>
                <dgm:constr type="h" for="ch" forName="line_4"/>
                <dgm:constr type="l" for="ch" forName="line_4" refType="ctrX" refFor="ch" refForName="picture_4"/>
                <dgm:constr type="ctrY" for="ch" forName="line_4" refType="ctrY" refFor="ch" refForName="picture_4"/>
                <dgm:constr type="l" for="ch" forName="textparent_4"/>
                <dgm:constr type="h" for="ch" forName="textparent_4" refType="h" refFor="ch" refForName="picture_4"/>
                <dgm:constr type="r" for="ch" forName="textparent_4" refType="l"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15"/>
                <dgm:constr type="h" for="ch" forName="picture_5" refType="h" refFor="ch" refForName="picture_1" fact="0.15"/>
                <dgm:constr type="r" for="ch" forName="picture_5" refType="w"/>
                <dgm:constr type="rOff" for="ch" forName="picture_5" refType="w" refFor="ch" refForName="picture_1" fact="-1.21"/>
                <dgm:constr type="ctrY" for="ch" forName="picture_5" refType="h" refFor="ch" refForName="picture_1" fact="0.595"/>
                <dgm:constr type="r" for="ch" forName="line_5" refType="ctrX" refFor="ch" refForName="picture_1"/>
                <dgm:constr type="h" for="ch" forName="line_5"/>
                <dgm:constr type="l" for="ch" forName="line_5" refType="ctrX" refFor="ch" refForName="picture_5"/>
                <dgm:constr type="ctrY" for="ch" forName="line_5" refType="ctrY" refFor="ch" refForName="picture_5"/>
                <dgm:constr type="l" for="ch" forName="textparent_5"/>
                <dgm:constr type="h" for="ch" forName="textparent_5" refType="h" refFor="ch" refForName="picture_5"/>
                <dgm:constr type="r" for="ch" forName="textparent_5" refType="l" refFor="ch" refForName="picture_5"/>
                <dgm:constr type="ctrY" for="ch" forName="textparent_5" refType="ctrY" refFor="ch" refForName="picture_5"/>
                <dgm:constr type="primFontSz" for="des" forName="text_5" refType="primFontSz" refFor="des" refForName="text_2" op="equ"/>
                <dgm:constr type="w" for="ch" forName="picture_6" refType="w" refFor="ch" refForName="picture_1" fact="0.15"/>
                <dgm:constr type="h" for="ch" forName="picture_6" refType="h" refFor="ch" refForName="picture_1" fact="0.15"/>
                <dgm:constr type="r" for="ch" forName="picture_6" refType="w"/>
                <dgm:constr type="rOff" for="ch" forName="picture_6" refType="w" refFor="ch" refForName="picture_1" fact="-1.2898"/>
                <dgm:constr type="ctrY" for="ch" forName="picture_6" refType="h" refFor="ch" refForName="picture_1" fact="0.773"/>
                <dgm:constr type="r" for="ch" forName="line_6" refType="ctrX" refFor="ch" refForName="picture_1"/>
                <dgm:constr type="h" for="ch" forName="line_6"/>
                <dgm:constr type="l" for="ch" forName="line_6" refType="ctrX" refFor="ch" refForName="picture_6"/>
                <dgm:constr type="ctrY" for="ch" forName="line_6" refType="ctrY" refFor="ch" refForName="picture_6"/>
                <dgm:constr type="l" for="ch" forName="textparent_6"/>
                <dgm:constr type="h" for="ch" forName="textparent_6" refType="h" refFor="ch" refForName="picture_6"/>
                <dgm:constr type="r" for="ch" forName="textparent_6" refType="l" refFor="ch" refForName="picture_6"/>
                <dgm:constr type="ctrY" for="ch" forName="textparent_6" refType="ctrY" refFor="ch" refForName="picture_6"/>
                <dgm:constr type="primFontSz" for="des" forName="text_6" refType="primFontSz" refFor="des" refForName="text_2" op="equ"/>
                <dgm:constr type="w" for="ch" forName="picture_7" refType="w" refFor="ch" refForName="picture_1" fact="0.15"/>
                <dgm:constr type="h" for="ch" forName="picture_7" refType="h" refFor="ch" refForName="picture_1" fact="0.15"/>
                <dgm:constr type="r" for="ch" forName="picture_7" refType="w"/>
                <dgm:constr type="rOff" for="ch" forName="picture_7" refType="w" refFor="ch" refForName="picture_1" fact="-1.4363"/>
                <dgm:constr type="ctrY" for="ch" forName="picture_7" refType="h" refFor="ch" refForName="picture_1" fact="0.925"/>
                <dgm:constr type="r" for="ch" forName="line_7" refType="ctrX" refFor="ch" refForName="picture_1"/>
                <dgm:constr type="h" for="ch" forName="line_7"/>
                <dgm:constr type="l" for="ch" forName="line_7" refType="ctrX" refFor="ch" refForName="picture_7"/>
                <dgm:constr type="ctrY" for="ch" forName="line_7" refType="ctrY" refFor="ch" refForName="picture_7"/>
                <dgm:constr type="l" for="ch" forName="textparent_7"/>
                <dgm:constr type="h" for="ch" forName="textparent_7" refType="h" refFor="ch" refForName="picture_7"/>
                <dgm:constr type="r" for="ch" forName="textparent_7" refType="l" refFor="ch" refForName="picture_7"/>
                <dgm:constr type="ctrY" for="ch" forName="textparent_7" refType="ctrY" refFor="ch" refForName="picture_7"/>
                <dgm:constr type="primFontSz" for="des" forName="text_7" refType="primFontSz" refFor="des" refForName="text_2" op="equ"/>
              </dgm:constrLst>
            </dgm:else>
          </dgm:choose>
        </dgm:else>
      </dgm:choose>
      <dgm:forEach name="wrapper" axis="self" ptType="parTrans">
        <dgm:forEach name="wrapper2" axis="self" ptType="sibTrans" st="2">
          <dgm:forEach name="pictureRepeat" axis="self">
            <dgm:layoutNode name="pictureRepeatNode" styleLbl="alignImgPlace1">
              <dgm:alg type="sp"/>
              <dgm:shape xmlns:r="http://schemas.openxmlformats.org/officeDocument/2006/relationships" type="ellipse" r:blip="" blipPhldr="1">
                <dgm:adjLst/>
              </dgm:shape>
              <dgm:presOf axis="self"/>
            </dgm:layoutNode>
          </dgm:forEach>
        </dgm:forEach>
      </dgm:forEach>
      <dgm:forEach name="Name28" axis="ch" ptType="sibTrans" hideLastTrans="0" cnt="1">
        <dgm:layoutNode name="picture_1">
          <dgm:alg type="sp"/>
          <dgm:shape xmlns:r="http://schemas.openxmlformats.org/officeDocument/2006/relationships" r:blip="">
            <dgm:adjLst/>
          </dgm:shape>
          <dgm:presOf/>
          <dgm:constrLst/>
          <dgm:forEach name="Name29" ref="pictureRepeat"/>
        </dgm:layoutNode>
      </dgm:forEach>
      <dgm:forEach name="Name30" axis="ch" ptType="node" cnt="1">
        <dgm:layoutNode name="text_1" styleLbl="node1">
          <dgm:varLst>
            <dgm:bulletEnabled val="1"/>
          </dgm:varLst>
          <dgm:alg type="tx">
            <dgm:param type="txAnchorVert" val="b"/>
            <dgm:param type="txAnchorVertCh" val="b"/>
            <dgm:param type="parTxRTLAlign" val="r"/>
            <dgm:param type="shpTxRTLAlignCh" val="r"/>
          </dgm:alg>
          <dgm:shape xmlns:r="http://schemas.openxmlformats.org/officeDocument/2006/relationships" type="rect" r:blip="" hideGeom="1">
            <dgm:adjLst/>
          </dgm:shape>
          <dgm:presOf axis="desOrSelf" ptType="node"/>
          <dgm:constrLst>
            <dgm:constr type="primFontSz" val="65"/>
            <dgm:constr type="lMarg"/>
            <dgm:constr type="rMarg"/>
            <dgm:constr type="tMarg"/>
            <dgm:constr type="bMarg"/>
          </dgm:constrLst>
          <dgm:ruleLst>
            <dgm:rule type="primFontSz" val="5" fact="NaN" max="NaN"/>
          </dgm:ruleLst>
        </dgm:layoutNode>
      </dgm:forEach>
      <dgm:forEach name="Name31" axis="ch" ptType="sibTrans" hideLastTrans="0" st="2" cnt="1">
        <dgm:layoutNode name="picture_2">
          <dgm:alg type="sp"/>
          <dgm:shape xmlns:r="http://schemas.openxmlformats.org/officeDocument/2006/relationships" r:blip="">
            <dgm:adjLst/>
          </dgm:shape>
          <dgm:presOf/>
          <dgm:constrLst/>
          <dgm:forEach name="Name32" ref="pictureRepeat"/>
        </dgm:layoutNode>
      </dgm:forEach>
      <dgm:forEach name="Name33" axis="ch" ptType="node" st="2" cnt="1">
        <dgm:layoutNode name="line_2" styleLbl="parChTrans1D1">
          <dgm:alg type="sp"/>
          <dgm:shape xmlns:r="http://schemas.openxmlformats.org/officeDocument/2006/relationships" type="line" r:blip="" zOrderOff="-100">
            <dgm:adjLst/>
          </dgm:shape>
          <dgm:presOf/>
        </dgm:layoutNode>
        <dgm:layoutNode name="textparent_2">
          <dgm:choose name="Name34">
            <dgm:if name="Name35" func="var" arg="dir" op="equ" val="norm">
              <dgm:alg type="lin">
                <dgm:param type="horzAlign" val="l"/>
              </dgm:alg>
            </dgm:if>
            <dgm:else name="Name36">
              <dgm:alg type="lin">
                <dgm:param type="horzAlign" val="r"/>
              </dgm:alg>
            </dgm:else>
          </dgm:choose>
          <dgm:shape xmlns:r="http://schemas.openxmlformats.org/officeDocument/2006/relationships" type="rect" r:blip="" hideGeom="1">
            <dgm:adjLst/>
          </dgm:shape>
          <dgm:constrLst>
            <dgm:constr type="userW" for="ch" forName="text_2" refType="w"/>
            <dgm:constr type="h" for="ch" forName="text_2" refType="h"/>
          </dgm:constrLst>
          <dgm:presOf/>
          <dgm:layoutNode name="text_2" styleLbl="revTx">
            <dgm:varLst>
              <dgm:bulletEnabled val="1"/>
            </dgm:varLst>
            <dgm:choose name="Name37">
              <dgm:if name="Name38" func="var" arg="dir" op="equ" val="norm">
                <dgm:alg type="tx">
                  <dgm:param type="parTxLTRAlign" val="l"/>
                  <dgm:param type="shpTxLTRAlignCh" val="l"/>
                  <dgm:param type="parTxRTLAlign" val="r"/>
                  <dgm:param type="shpTxRTLAlignCh" val="r"/>
                </dgm:alg>
              </dgm:if>
              <dgm:else name="Name39">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forEach name="Name40" axis="ch" ptType="sibTrans" hideLastTrans="0" st="3" cnt="1">
        <dgm:layoutNode name="picture_3">
          <dgm:alg type="sp"/>
          <dgm:shape xmlns:r="http://schemas.openxmlformats.org/officeDocument/2006/relationships" r:blip="">
            <dgm:adjLst/>
          </dgm:shape>
          <dgm:presOf/>
          <dgm:constrLst/>
          <dgm:forEach name="Name41" ref="pictureRepeat"/>
        </dgm:layoutNode>
      </dgm:forEach>
      <dgm:forEach name="Name42" axis="ch" ptType="node" st="3" cnt="1">
        <dgm:layoutNode name="line_3" styleLbl="parChTrans1D1">
          <dgm:alg type="sp"/>
          <dgm:shape xmlns:r="http://schemas.openxmlformats.org/officeDocument/2006/relationships" type="line" r:blip="" zOrderOff="-100">
            <dgm:adjLst/>
          </dgm:shape>
          <dgm:presOf/>
        </dgm:layoutNode>
        <dgm:layoutNode name="textparent_3">
          <dgm:choose name="Name43">
            <dgm:if name="Name44" func="var" arg="dir" op="equ" val="norm">
              <dgm:alg type="lin">
                <dgm:param type="horzAlign" val="l"/>
              </dgm:alg>
            </dgm:if>
            <dgm:else name="Name45">
              <dgm:alg type="lin">
                <dgm:param type="horzAlign" val="r"/>
              </dgm:alg>
            </dgm:else>
          </dgm:choose>
          <dgm:shape xmlns:r="http://schemas.openxmlformats.org/officeDocument/2006/relationships" type="rect" r:blip="" hideGeom="1">
            <dgm:adjLst/>
          </dgm:shape>
          <dgm:constrLst>
            <dgm:constr type="userW" for="ch" forName="text_3" refType="w"/>
            <dgm:constr type="h" for="ch" forName="text_3" refType="h"/>
          </dgm:constrLst>
          <dgm:presOf/>
          <dgm:layoutNode name="text_3" styleLbl="revTx">
            <dgm:varLst>
              <dgm:bulletEnabled val="1"/>
            </dgm:varLst>
            <dgm:choose name="Name46">
              <dgm:if name="Name47" func="var" arg="dir" op="equ" val="norm">
                <dgm:alg type="tx">
                  <dgm:param type="parTxLTRAlign" val="l"/>
                  <dgm:param type="shpTxLTRAlignCh" val="l"/>
                  <dgm:param type="parTxRTLAlign" val="r"/>
                  <dgm:param type="shpTxRTLAlignCh" val="r"/>
                </dgm:alg>
              </dgm:if>
              <dgm:else name="Name48">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forEach name="Name49" axis="ch" ptType="sibTrans" hideLastTrans="0" st="4" cnt="1">
        <dgm:layoutNode name="picture_4">
          <dgm:alg type="sp"/>
          <dgm:shape xmlns:r="http://schemas.openxmlformats.org/officeDocument/2006/relationships" r:blip="">
            <dgm:adjLst/>
          </dgm:shape>
          <dgm:presOf/>
          <dgm:constrLst/>
          <dgm:forEach name="Name50" ref="pictureRepeat"/>
        </dgm:layoutNode>
      </dgm:forEach>
      <dgm:forEach name="Name51" axis="ch" ptType="node" st="4" cnt="1">
        <dgm:layoutNode name="line_4" styleLbl="parChTrans1D1">
          <dgm:alg type="sp"/>
          <dgm:shape xmlns:r="http://schemas.openxmlformats.org/officeDocument/2006/relationships" type="line" r:blip="" zOrderOff="-100">
            <dgm:adjLst/>
          </dgm:shape>
          <dgm:presOf/>
        </dgm:layoutNode>
        <dgm:layoutNode name="textparent_4">
          <dgm:choose name="Name52">
            <dgm:if name="Name53" func="var" arg="dir" op="equ" val="norm">
              <dgm:alg type="lin">
                <dgm:param type="horzAlign" val="l"/>
              </dgm:alg>
            </dgm:if>
            <dgm:else name="Name54">
              <dgm:alg type="lin">
                <dgm:param type="horzAlign" val="r"/>
              </dgm:alg>
            </dgm:else>
          </dgm:choose>
          <dgm:shape xmlns:r="http://schemas.openxmlformats.org/officeDocument/2006/relationships" type="rect" r:blip="" hideGeom="1">
            <dgm:adjLst/>
          </dgm:shape>
          <dgm:constrLst>
            <dgm:constr type="userW" for="ch" forName="text_4" refType="w"/>
            <dgm:constr type="h" for="ch" forName="text_4" refType="h"/>
          </dgm:constrLst>
          <dgm:presOf/>
          <dgm:layoutNode name="text_4" styleLbl="revTx">
            <dgm:varLst>
              <dgm:bulletEnabled val="1"/>
            </dgm:varLst>
            <dgm:choose name="Name55">
              <dgm:if name="Name56" func="var" arg="dir" op="equ" val="norm">
                <dgm:alg type="tx">
                  <dgm:param type="parTxLTRAlign" val="l"/>
                  <dgm:param type="shpTxLTRAlignCh" val="l"/>
                  <dgm:param type="parTxRTLAlign" val="r"/>
                  <dgm:param type="shpTxRTLAlignCh" val="r"/>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forEach name="Name58" axis="ch" ptType="sibTrans" hideLastTrans="0" st="5" cnt="1">
        <dgm:layoutNode name="picture_5">
          <dgm:alg type="sp"/>
          <dgm:shape xmlns:r="http://schemas.openxmlformats.org/officeDocument/2006/relationships" r:blip="">
            <dgm:adjLst/>
          </dgm:shape>
          <dgm:presOf/>
          <dgm:constrLst/>
          <dgm:forEach name="Name59" ref="pictureRepeat"/>
        </dgm:layoutNode>
      </dgm:forEach>
      <dgm:forEach name="Name60" axis="ch" ptType="node" st="5" cnt="1">
        <dgm:layoutNode name="line_5" styleLbl="parChTrans1D1">
          <dgm:alg type="sp"/>
          <dgm:shape xmlns:r="http://schemas.openxmlformats.org/officeDocument/2006/relationships" type="line" r:blip="" zOrderOff="-100">
            <dgm:adjLst/>
          </dgm:shape>
          <dgm:presOf/>
        </dgm:layoutNode>
        <dgm:layoutNode name="textparent_5">
          <dgm:choose name="Name61">
            <dgm:if name="Name62" func="var" arg="dir" op="equ" val="norm">
              <dgm:alg type="lin">
                <dgm:param type="horzAlign" val="l"/>
              </dgm:alg>
            </dgm:if>
            <dgm:else name="Name63">
              <dgm:alg type="lin">
                <dgm:param type="horzAlign" val="r"/>
              </dgm:alg>
            </dgm:else>
          </dgm:choose>
          <dgm:shape xmlns:r="http://schemas.openxmlformats.org/officeDocument/2006/relationships" type="rect" r:blip="" hideGeom="1">
            <dgm:adjLst/>
          </dgm:shape>
          <dgm:constrLst>
            <dgm:constr type="userW" for="ch" forName="text_5" refType="w"/>
            <dgm:constr type="h" for="ch" forName="text_5" refType="h"/>
          </dgm:constrLst>
          <dgm:presOf/>
          <dgm:layoutNode name="text_5" styleLbl="revTx">
            <dgm:varLst>
              <dgm:bulletEnabled val="1"/>
            </dgm:varLst>
            <dgm:choose name="Name64">
              <dgm:if name="Name65" func="var" arg="dir" op="equ" val="norm">
                <dgm:alg type="tx">
                  <dgm:param type="parTxLTRAlign" val="l"/>
                  <dgm:param type="shpTxLTRAlignCh" val="l"/>
                  <dgm:param type="parTxRTLAlign" val="r"/>
                  <dgm:param type="shpTxRTLAlignCh" val="r"/>
                </dgm:alg>
              </dgm:if>
              <dgm:else name="Name66">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forEach name="Name67" axis="ch" ptType="sibTrans" hideLastTrans="0" st="6" cnt="1">
        <dgm:layoutNode name="picture_6">
          <dgm:alg type="sp"/>
          <dgm:shape xmlns:r="http://schemas.openxmlformats.org/officeDocument/2006/relationships" r:blip="">
            <dgm:adjLst/>
          </dgm:shape>
          <dgm:presOf/>
          <dgm:constrLst/>
          <dgm:forEach name="Name68" ref="pictureRepeat"/>
        </dgm:layoutNode>
      </dgm:forEach>
      <dgm:forEach name="Name69" axis="ch" ptType="node" st="6" cnt="1">
        <dgm:layoutNode name="line_6" styleLbl="parChTrans1D1">
          <dgm:alg type="sp"/>
          <dgm:shape xmlns:r="http://schemas.openxmlformats.org/officeDocument/2006/relationships" type="line" r:blip="" zOrderOff="-100">
            <dgm:adjLst/>
          </dgm:shape>
          <dgm:presOf/>
        </dgm:layoutNode>
        <dgm:layoutNode name="textparent_6">
          <dgm:choose name="Name70">
            <dgm:if name="Name71" func="var" arg="dir" op="equ" val="norm">
              <dgm:alg type="lin">
                <dgm:param type="horzAlign" val="l"/>
              </dgm:alg>
            </dgm:if>
            <dgm:else name="Name72">
              <dgm:alg type="lin">
                <dgm:param type="horzAlign" val="r"/>
              </dgm:alg>
            </dgm:else>
          </dgm:choose>
          <dgm:shape xmlns:r="http://schemas.openxmlformats.org/officeDocument/2006/relationships" type="rect" r:blip="" hideGeom="1">
            <dgm:adjLst/>
          </dgm:shape>
          <dgm:constrLst>
            <dgm:constr type="userW" for="ch" forName="text_6" refType="w"/>
            <dgm:constr type="h" for="ch" forName="text_6" refType="h"/>
          </dgm:constrLst>
          <dgm:presOf/>
          <dgm:layoutNode name="text_6" styleLbl="revTx">
            <dgm:varLst>
              <dgm:bulletEnabled val="1"/>
            </dgm:varLst>
            <dgm:choose name="Name73">
              <dgm:if name="Name74" func="var" arg="dir" op="equ" val="norm">
                <dgm:alg type="tx">
                  <dgm:param type="parTxLTRAlign" val="l"/>
                  <dgm:param type="shpTxLTRAlignCh" val="l"/>
                  <dgm:param type="parTxRTLAlign" val="r"/>
                  <dgm:param type="shpTxRTLAlignCh" val="r"/>
                </dgm:alg>
              </dgm:if>
              <dgm:else name="Name75">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forEach name="Name76" axis="ch" ptType="sibTrans" hideLastTrans="0" st="7" cnt="1">
        <dgm:layoutNode name="picture_7">
          <dgm:alg type="sp"/>
          <dgm:shape xmlns:r="http://schemas.openxmlformats.org/officeDocument/2006/relationships" r:blip="">
            <dgm:adjLst/>
          </dgm:shape>
          <dgm:presOf/>
          <dgm:constrLst/>
          <dgm:forEach name="Name77" ref="pictureRepeat"/>
        </dgm:layoutNode>
      </dgm:forEach>
      <dgm:forEach name="Name78" axis="ch" ptType="node" st="7" cnt="1">
        <dgm:layoutNode name="line_7" styleLbl="parChTrans1D1">
          <dgm:alg type="sp"/>
          <dgm:shape xmlns:r="http://schemas.openxmlformats.org/officeDocument/2006/relationships" type="line" r:blip="" zOrderOff="-100">
            <dgm:adjLst/>
          </dgm:shape>
          <dgm:presOf/>
        </dgm:layoutNode>
        <dgm:layoutNode name="textparent_7">
          <dgm:choose name="Name79">
            <dgm:if name="Name80" func="var" arg="dir" op="equ" val="norm">
              <dgm:alg type="lin">
                <dgm:param type="horzAlign" val="l"/>
              </dgm:alg>
            </dgm:if>
            <dgm:else name="Name81">
              <dgm:alg type="lin">
                <dgm:param type="horzAlign" val="r"/>
              </dgm:alg>
            </dgm:else>
          </dgm:choose>
          <dgm:shape xmlns:r="http://schemas.openxmlformats.org/officeDocument/2006/relationships" type="rect" r:blip="" hideGeom="1">
            <dgm:adjLst/>
          </dgm:shape>
          <dgm:constrLst>
            <dgm:constr type="userW" for="ch" forName="text_7" refType="w"/>
            <dgm:constr type="h" for="ch" forName="text_7" refType="h"/>
          </dgm:constrLst>
          <dgm:presOf/>
          <dgm:layoutNode name="text_7" styleLbl="revTx">
            <dgm:varLst>
              <dgm:bulletEnabled val="1"/>
            </dgm:varLst>
            <dgm:choose name="Name82">
              <dgm:if name="Name83" func="var" arg="dir" op="equ" val="norm">
                <dgm:alg type="tx">
                  <dgm:param type="parTxLTRAlign" val="l"/>
                  <dgm:param type="shpTxLTRAlignCh" val="l"/>
                  <dgm:param type="parTxRTLAlign" val="r"/>
                  <dgm:param type="shpTxRTLAlignCh" val="r"/>
                </dgm:alg>
              </dgm:if>
              <dgm:else name="Name84">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layoutNode>
  </dgm:layoutNode>
</dgm:layoutDef>
</file>

<file path=ppt/diagrams/layout3.xml><?xml version="1.0" encoding="utf-8"?>
<dgm:layoutDef xmlns:dgm="http://schemas.openxmlformats.org/drawingml/2006/diagram" xmlns:a="http://schemas.openxmlformats.org/drawingml/2006/main" uniqueId="urn:microsoft.com/office/officeart/2008/layout/BendingPictureCaptionList">
  <dgm:title val=""/>
  <dgm:desc val=""/>
  <dgm:catLst>
    <dgm:cat type="picture" pri="9000"/>
    <dgm:cat type="pictureconvert" pri="90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Name0">
    <dgm:varLst>
      <dgm:dir/>
      <dgm:resizeHandles val="exact"/>
    </dgm:varLst>
    <dgm:choose name="Name1">
      <dgm:if name="Name2" func="var" arg="dir" op="equ" val="norm">
        <dgm:alg type="snake">
          <dgm:param type="off" val="ctr"/>
        </dgm:alg>
      </dgm:if>
      <dgm:else name="Name3">
        <dgm:alg type="snake">
          <dgm:param type="off" val="ctr"/>
          <dgm:param type="grDir" val="tR"/>
        </dgm:alg>
      </dgm:else>
    </dgm:choose>
    <dgm:shape xmlns:r="http://schemas.openxmlformats.org/officeDocument/2006/relationships" r:blip="">
      <dgm:adjLst/>
    </dgm:shape>
    <dgm:constrLst>
      <dgm:constr type="primFontSz" for="des" ptType="node" op="equ" val="65"/>
      <dgm:constr type="w" for="ch" forName="composite" refType="w"/>
      <dgm:constr type="h" for="ch" forName="composite" refType="w" fact="1.11"/>
      <dgm:constr type="sp" refType="w" refFor="ch" refForName="composite" op="equ" fact="0.1"/>
      <dgm:constr type="w" for="ch" forName="sibTrans" refType="w" refFor="ch" refForName="composite" op="equ" fact="0.1"/>
      <dgm:constr type="h" for="ch" forName="sibTrans" refType="w" refFor="ch" refForName="sibTrans" op="equ"/>
    </dgm:constrLst>
    <dgm:forEach name="nodesForEach" axis="ch" ptType="node">
      <dgm:layoutNode name="composite">
        <dgm:alg type="composite">
          <dgm:param type="ar" val="1"/>
        </dgm:alg>
        <dgm:shape xmlns:r="http://schemas.openxmlformats.org/officeDocument/2006/relationships" r:blip="">
          <dgm:adjLst/>
        </dgm:shape>
        <dgm:choose name="Name4">
          <dgm:if name="Name5" func="var" arg="dir" op="equ" val="norm">
            <dgm:constrLst>
              <dgm:constr type="l" for="ch" forName="rect1" refType="w" fact="0"/>
              <dgm:constr type="t" for="ch" forName="rect1" refType="h" fact="0"/>
              <dgm:constr type="w" for="ch" forName="rect1" refType="w"/>
              <dgm:constr type="h" for="ch" forName="rect1" refType="h" fact="0.8"/>
              <dgm:constr type="l" for="ch" forName="wedgeRectCallout1" refType="w" fact="0.09"/>
              <dgm:constr type="t" for="ch" forName="wedgeRectCallout1" refType="h" fact="0.72"/>
              <dgm:constr type="w" for="ch" forName="wedgeRectCallout1" refType="w" fact="0.89"/>
              <dgm:constr type="h" for="ch" forName="wedgeRectCallout1" refType="h" fact="0.28"/>
            </dgm:constrLst>
          </dgm:if>
          <dgm:else name="Name6">
            <dgm:constrLst>
              <dgm:constr type="l" for="ch" forName="rect1" refType="w" fact="0"/>
              <dgm:constr type="t" for="ch" forName="rect1" refType="h" fact="0"/>
              <dgm:constr type="w" for="ch" forName="rect1" refType="w"/>
              <dgm:constr type="h" for="ch" forName="rect1" refType="h" fact="0.8"/>
              <dgm:constr type="l" for="ch" forName="wedgeRectCallout1" refType="w" fact="0.02"/>
              <dgm:constr type="t" for="ch" forName="wedgeRectCallout1" refType="h" fact="0.72"/>
              <dgm:constr type="w" for="ch" forName="wedgeRectCallout1" refType="w" fact="0.89"/>
              <dgm:constr type="h" for="ch" forName="wedgeRectCallout1" refType="h" fact="0.28"/>
            </dgm:constrLst>
          </dgm:else>
        </dgm:choose>
        <dgm:layoutNode name="rect1" styleLbl="bgImgPlace1">
          <dgm:alg type="sp"/>
          <dgm:shape xmlns:r="http://schemas.openxmlformats.org/officeDocument/2006/relationships" type="rect" r:blip="" blipPhldr="1">
            <dgm:adjLst/>
          </dgm:shape>
          <dgm:presOf/>
        </dgm:layoutNode>
        <dgm:layoutNode name="wedgeRectCallout1" styleLbl="node1">
          <dgm:varLst>
            <dgm:bulletEnabled val="1"/>
          </dgm:varLst>
          <dgm:alg type="tx"/>
          <dgm:choose name="Name7">
            <dgm:if name="Name8" func="var" arg="dir" op="equ" val="norm">
              <dgm:shape xmlns:r="http://schemas.openxmlformats.org/officeDocument/2006/relationships" type="wedgeRectCallout" r:blip="">
                <dgm:adjLst>
                  <dgm:adj idx="1" val="0.2025"/>
                  <dgm:adj idx="2" val="-0.607"/>
                </dgm:adjLst>
              </dgm:shape>
            </dgm:if>
            <dgm:else name="Name9">
              <dgm:shape xmlns:r="http://schemas.openxmlformats.org/officeDocument/2006/relationships" type="wedgeRectCallout" r:blip="">
                <dgm:adjLst>
                  <dgm:adj idx="1" val="-0.2025"/>
                  <dgm:adj idx="2" val="-0.607"/>
                </dgm:adjLst>
              </dgm:shape>
            </dgm:else>
          </dgm:choos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xml><?xml version="1.0" encoding="utf-8"?>
<dgm:layoutDef xmlns:dgm="http://schemas.openxmlformats.org/drawingml/2006/diagram" xmlns:a="http://schemas.openxmlformats.org/drawingml/2006/main" uniqueId="urn:microsoft.com/office/officeart/2005/8/layout/pList2">
  <dgm:title val=""/>
  <dgm:desc val=""/>
  <dgm:catLst>
    <dgm:cat type="list" pri="11000"/>
    <dgm:cat type="picture" pri="24000"/>
    <dgm:cat type="pictureconvert" pri="24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onstrLst>
      <dgm:constr type="w" for="ch" forName="bkgdShp" refType="w"/>
      <dgm:constr type="h" for="ch" forName="bkgdShp" refType="h" fact="0.45"/>
      <dgm:constr type="t" for="ch" forName="bkgdShp"/>
      <dgm:constr type="w" for="ch" forName="linComp" refType="w" fact="0.94"/>
      <dgm:constr type="h" for="ch" forName="linComp" refType="h"/>
      <dgm:constr type="ctrX" for="ch" forName="linComp" refType="w" fact="0.5"/>
    </dgm:constrLst>
    <dgm:ruleLst/>
    <dgm:choose name="Name1">
      <dgm:if name="Name2" axis="ch" ptType="node" func="cnt" op="gte" val="1">
        <dgm:layoutNode name="bkgdShp" styleLbl="alignAccFollowNode1">
          <dgm:alg type="sp"/>
          <dgm:shape xmlns:r="http://schemas.openxmlformats.org/officeDocument/2006/relationships" type="roundRect" r:blip="">
            <dgm:adjLst>
              <dgm:adj idx="1" val="0.1"/>
            </dgm:adjLst>
          </dgm:shape>
          <dgm:presOf/>
          <dgm:constrLst/>
          <dgm:ruleLst/>
        </dgm:layoutNode>
        <dgm:layoutNode name="linComp">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ptType="sibTrans" refType="w" refFor="ch" refForName="compNode" fact="0.1"/>
            <dgm:constr type="h" for="ch" ptType="sibTrans" op="equ"/>
            <dgm:constr type="h" for="ch" forName="compNode" op="equ"/>
            <dgm:constr type="primFontSz" for="des" forName="node" op="equ"/>
          </dgm:constrLst>
          <dgm:ruleLst/>
          <dgm:forEach name="nodesForEach" axis="ch" ptType="node">
            <dgm:layoutNode name="compNode">
              <dgm:alg type="composite"/>
              <dgm:shape xmlns:r="http://schemas.openxmlformats.org/officeDocument/2006/relationships" r:blip="">
                <dgm:adjLst/>
              </dgm:shape>
              <dgm:presOf/>
              <dgm:constrLst>
                <dgm:constr type="w" for="ch" forName="node" refType="w"/>
                <dgm:constr type="h" for="ch" forName="node" refType="h" fact="0.55"/>
                <dgm:constr type="b" for="ch" forName="node" refType="h"/>
                <dgm:constr type="w" for="ch" forName="invisiNode" refType="w" fact="0.75"/>
                <dgm:constr type="h" for="ch" forName="invisiNode" refType="h" fact="0.06"/>
                <dgm:constr type="t" for="ch" forName="invisiNode"/>
                <dgm:constr type="w" for="ch" forName="imagNode" refType="w"/>
                <dgm:constr type="h" for="ch" forName="imagNode" refType="h" fact="0.33"/>
                <dgm:constr type="ctrX" for="ch" forName="imagNode" refType="w" fact="0.5"/>
                <dgm:constr type="t" for="ch" forName="imagNode" refType="h" fact="0.06"/>
              </dgm:constrLst>
              <dgm:ruleLst/>
              <dgm:layoutNode name="node" styleLbl="node1">
                <dgm:varLst>
                  <dgm:bulletEnabled val="1"/>
                </dgm:varLst>
                <dgm:alg type="tx">
                  <dgm:param type="txAnchorVert" val="t"/>
                </dgm:alg>
                <dgm:shape xmlns:r="http://schemas.openxmlformats.org/officeDocument/2006/relationships" rot="180" type="round2SameRect" r:blip="">
                  <dgm:adjLst>
                    <dgm:adj idx="1" val="0.105"/>
                  </dgm:adjLst>
                </dgm:shape>
                <dgm:presOf axis="desOrSelf" ptType="node"/>
                <dgm:constrLst>
                  <dgm:constr type="primFontSz" val="65"/>
                </dgm:constrLst>
                <dgm:ruleLst>
                  <dgm:rule type="primFontSz" val="5" fact="NaN" max="NaN"/>
                </dgm:ruleLst>
              </dgm:layoutNode>
              <dgm:layoutNode name="invisiNode">
                <dgm:alg type="sp"/>
                <dgm:shape xmlns:r="http://schemas.openxmlformats.org/officeDocument/2006/relationships" type="roundRect" r:blip="" hideGeom="1">
                  <dgm:adjLst>
                    <dgm:adj idx="1" val="0.1"/>
                  </dgm:adjLst>
                </dgm:shape>
                <dgm:presOf/>
                <dgm:constrLst/>
                <dgm:ruleLst/>
              </dgm:layoutNode>
              <dgm:layoutNode name="imagNode" styleLbl="fgImgPlace1">
                <dgm:alg type="sp"/>
                <dgm:shape xmlns:r="http://schemas.openxmlformats.org/officeDocument/2006/relationships" type="roundRect" r:blip="" zOrderOff="-2" blipPhldr="1">
                  <dgm:adjLst>
                    <dgm:adj idx="1" val="0.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if>
      <dgm:else name="Name6"/>
    </dgm:choose>
  </dgm:layoutNode>
</dgm:layoutDef>
</file>

<file path=ppt/diagrams/layout12.xml><?xml version="1.0" encoding="utf-8"?>
<dgm:layoutDef xmlns:dgm="http://schemas.openxmlformats.org/drawingml/2006/diagram" xmlns:a="http://schemas.openxmlformats.org/drawingml/2006/main" uniqueId="urn:microsoft.com/office/officeart/2005/8/layout/arrow1">
  <dgm:title val=""/>
  <dgm:desc val=""/>
  <dgm:catLst>
    <dgm:cat type="relationship" pri="7000"/>
    <dgm:cat type="process" pri="32000"/>
  </dgm:catLst>
  <dgm:sampData>
    <dgm:dataModel>
      <dgm:ptLst>
        <dgm:pt modelId="0" type="doc"/>
        <dgm:pt modelId="1">
          <dgm:prSet phldr="1"/>
        </dgm:pt>
        <dgm:pt modelId="2">
          <dgm:prSet phldr="1"/>
        </dgm:pt>
      </dgm:ptLst>
      <dgm:cxnLst>
        <dgm:cxn modelId="4" srcId="0" destId="1" srcOrd="0" destOrd="0"/>
        <dgm:cxn modelId="5" srcId="0" destId="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ycle">
    <dgm:varLst>
      <dgm:dir/>
      <dgm:resizeHandles val="exact"/>
    </dgm:varLst>
    <dgm:choose name="Name0">
      <dgm:if name="Name1" axis="ch" ptType="node" func="cnt" op="equ" val="2">
        <dgm:choose name="Name2">
          <dgm:if name="Name3" func="var" arg="dir" op="equ" val="norm">
            <dgm:alg type="cycle">
              <dgm:param type="rotPath" val="alongPath"/>
              <dgm:param type="stAng" val="270"/>
            </dgm:alg>
          </dgm:if>
          <dgm:else name="Name4">
            <dgm:alg type="cycle">
              <dgm:param type="rotPath" val="alongPath"/>
              <dgm:param type="stAng" val="90"/>
              <dgm:param type="spanAng" val="-360"/>
            </dgm:alg>
          </dgm:else>
        </dgm:choose>
      </dgm:if>
      <dgm:else name="Name5">
        <dgm:choose name="Name6">
          <dgm:if name="Name7" func="var" arg="dir" op="equ" val="norm">
            <dgm:alg type="cycle">
              <dgm:param type="rotPath" val="alongPath"/>
            </dgm:alg>
          </dgm:if>
          <dgm:else name="Name8">
            <dgm:alg type="cycle">
              <dgm:param type="rotPath" val="alongPath"/>
              <dgm:param type="spanAng" val="-360"/>
            </dgm:alg>
          </dgm:else>
        </dgm:choose>
      </dgm:else>
    </dgm:choose>
    <dgm:shape xmlns:r="http://schemas.openxmlformats.org/officeDocument/2006/relationships" r:blip="">
      <dgm:adjLst/>
    </dgm:shape>
    <dgm:presOf/>
    <dgm:choose name="Name9">
      <dgm:if name="Name10" axis="ch" ptType="node" func="cnt" op="equ" val="2">
        <dgm:constrLst>
          <dgm:constr type="primFontSz" for="ch" ptType="node" op="equ" val="65"/>
          <dgm:constr type="w" for="ch" ptType="node" refType="w"/>
          <dgm:constr type="h" for="ch" ptType="node" refType="w" refFor="ch" refPtType="node"/>
          <dgm:constr type="sibSp" refType="w" refFor="ch" refPtType="node" fact="0.1"/>
          <dgm:constr type="diam" refType="w" refFor="ch" refPtType="node" fact="1.1"/>
        </dgm:constrLst>
      </dgm:if>
      <dgm:if name="Name11" axis="ch" ptType="node" func="cnt" op="equ" val="5">
        <dgm:constrLst>
          <dgm:constr type="primFontSz" for="ch" ptType="node" op="equ" val="65"/>
          <dgm:constr type="w" for="ch" ptType="node" refType="w"/>
          <dgm:constr type="h" for="ch" ptType="node" refType="w" refFor="ch" refPtType="node"/>
          <dgm:constr type="sibSp" refType="w" refFor="ch" refPtType="node" fact="-0.24"/>
        </dgm:constrLst>
      </dgm:if>
      <dgm:if name="Name12" axis="ch" ptType="node" func="cnt" op="equ" val="6">
        <dgm:constrLst>
          <dgm:constr type="primFontSz" for="ch" ptType="node" op="equ" val="65"/>
          <dgm:constr type="w" for="ch" ptType="node" refType="w"/>
          <dgm:constr type="h" for="ch" ptType="node" refType="w" refFor="ch" refPtType="node"/>
          <dgm:constr type="sibSp" refType="w" refFor="ch" refPtType="node" fact="-0.2"/>
        </dgm:constrLst>
      </dgm:if>
      <dgm:if name="Name13" axis="ch" ptType="node" func="cnt" op="equ" val="8">
        <dgm:constrLst>
          <dgm:constr type="primFontSz" for="ch" ptType="node" op="equ" val="65"/>
          <dgm:constr type="w" for="ch" ptType="node" refType="w"/>
          <dgm:constr type="h" for="ch" ptType="node" refType="w" refFor="ch" refPtType="node"/>
          <dgm:constr type="sibSp" refType="w" refFor="ch" refPtType="node" fact="-0.15"/>
        </dgm:constrLst>
      </dgm:if>
      <dgm:if name="Name14" axis="ch" ptType="node" func="cnt" op="equ" val="10">
        <dgm:constrLst>
          <dgm:constr type="primFontSz" for="ch" ptType="node" op="lte" val="65"/>
          <dgm:constr type="w" for="ch" ptType="node" refType="w"/>
          <dgm:constr type="h" for="ch" ptType="node" refType="w" refFor="ch" refPtType="node"/>
          <dgm:constr type="sibSp" refType="w" refFor="ch" refPtType="node" fact="-0.24"/>
        </dgm:constrLst>
      </dgm:if>
      <dgm:else name="Name15">
        <dgm:constrLst>
          <dgm:constr type="primFontSz" for="ch" ptType="node" op="equ" val="65"/>
          <dgm:constr type="w" for="ch" ptType="node" refType="w"/>
          <dgm:constr type="h" for="ch" ptType="node" refType="w" refFor="ch" refPtType="node"/>
          <dgm:constr type="sibSp" refType="w" refFor="ch" refPtType="node" fact="-0.35"/>
        </dgm:constrLst>
      </dgm:else>
    </dgm:choose>
    <dgm:ruleLst/>
    <dgm:forEach name="Name16" axis="ch" ptType="node">
      <dgm:layoutNode name="arrow">
        <dgm:varLst>
          <dgm:bulletEnabled val="1"/>
        </dgm:varLst>
        <dgm:alg type="tx"/>
        <dgm:shape xmlns:r="http://schemas.openxmlformats.org/officeDocument/2006/relationships" type="upArrow" r:blip="">
          <dgm:adjLst>
            <dgm:adj idx="2" val="0.35"/>
          </dgm:adjLst>
        </dgm:shape>
        <dgm:presOf axis="desOrSelf" ptType="node"/>
        <dgm:constrLst/>
        <dgm:ruleLst>
          <dgm:rule type="primFontSz" val="5" fact="NaN" max="NaN"/>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2" Type="http://schemas.openxmlformats.org/officeDocument/2006/relationships/image" Target="../media/image60.emf"/><Relationship Id="rId1" Type="http://schemas.openxmlformats.org/officeDocument/2006/relationships/image" Target="../media/image59.emf"/></Relationships>
</file>

<file path=ppt/ink/ink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0-10-12T00:56:53.626"/>
    </inkml:context>
    <inkml:brush xml:id="br0">
      <inkml:brushProperty name="width" value="0.05292" units="cm"/>
      <inkml:brushProperty name="height" value="0.05292" units="cm"/>
      <inkml:brushProperty name="color" value="#C00000"/>
    </inkml:brush>
  </inkml:definitions>
  <inkml:trace contextRef="#ctx0" brushRef="#br0">18807 15696 88 0,'0'0'188'8,"-192"57"-151"-3,85-13-37 3</inkml:trace>
</inkml:ink>
</file>

<file path=ppt/ink/ink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0-10-12T00:56:38.312"/>
    </inkml:context>
    <inkml:brush xml:id="br0">
      <inkml:brushProperty name="width" value="0.05292" units="cm"/>
      <inkml:brushProperty name="height" value="0.05292" units="cm"/>
      <inkml:brushProperty name="color" value="#FF0000"/>
    </inkml:brush>
  </inkml:definitions>
  <inkml:trace contextRef="#ctx0" brushRef="#br0">15564 27 237 0,'-422'-3'59'0,"-3"-7"-59"0,-6-5-28 0,6-9-43 0,2-6-70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DFBB964-91EE-6D44-9245-6E870FE2432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a:defRPr/>
            </a:pPr>
            <a:endParaRPr lang="en-US"/>
          </a:p>
        </p:txBody>
      </p:sp>
      <p:sp>
        <p:nvSpPr>
          <p:cNvPr id="3" name="Date Placeholder 2">
            <a:extLst>
              <a:ext uri="{FF2B5EF4-FFF2-40B4-BE49-F238E27FC236}">
                <a16:creationId xmlns:a16="http://schemas.microsoft.com/office/drawing/2014/main" id="{658FCBC2-74CA-194C-A913-723B8183E3B1}"/>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smtClean="0"/>
            </a:lvl1pPr>
          </a:lstStyle>
          <a:p>
            <a:pPr>
              <a:defRPr/>
            </a:pPr>
            <a:fld id="{FBC8F580-752C-4144-A7C0-D9E2449D0345}" type="datetimeFigureOut">
              <a:rPr lang="en-US"/>
              <a:pPr>
                <a:defRPr/>
              </a:pPr>
              <a:t>10/16/2020</a:t>
            </a:fld>
            <a:endParaRPr lang="en-US"/>
          </a:p>
        </p:txBody>
      </p:sp>
      <p:sp>
        <p:nvSpPr>
          <p:cNvPr id="4" name="Slide Image Placeholder 3">
            <a:extLst>
              <a:ext uri="{FF2B5EF4-FFF2-40B4-BE49-F238E27FC236}">
                <a16:creationId xmlns:a16="http://schemas.microsoft.com/office/drawing/2014/main" id="{A7D2939F-3B94-A446-A0D1-0F801799541C}"/>
              </a:ext>
            </a:extLst>
          </p:cNvPr>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BEBF076F-1D3C-3E48-89BD-E060B7D92F14}"/>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endParaRPr lang="en-US" noProof="0"/>
          </a:p>
        </p:txBody>
      </p:sp>
      <p:sp>
        <p:nvSpPr>
          <p:cNvPr id="6" name="Footer Placeholder 5">
            <a:extLst>
              <a:ext uri="{FF2B5EF4-FFF2-40B4-BE49-F238E27FC236}">
                <a16:creationId xmlns:a16="http://schemas.microsoft.com/office/drawing/2014/main" id="{6D919D35-AF4C-5F49-A32D-FABFE352C24C}"/>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a:defRPr/>
            </a:pPr>
            <a:endParaRPr lang="en-US"/>
          </a:p>
        </p:txBody>
      </p:sp>
      <p:sp>
        <p:nvSpPr>
          <p:cNvPr id="7" name="Slide Number Placeholder 6">
            <a:extLst>
              <a:ext uri="{FF2B5EF4-FFF2-40B4-BE49-F238E27FC236}">
                <a16:creationId xmlns:a16="http://schemas.microsoft.com/office/drawing/2014/main" id="{BA505E62-A327-8F4A-96E5-02D47B34D858}"/>
              </a:ext>
            </a:extLst>
          </p:cNvP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smtClean="0"/>
            </a:lvl1pPr>
          </a:lstStyle>
          <a:p>
            <a:pPr>
              <a:defRPr/>
            </a:pPr>
            <a:fld id="{FEE6678C-B846-4645-BFC0-6717EC24A31D}" type="slidenum">
              <a:rPr lang="en-US"/>
              <a:pPr>
                <a:defRPr/>
              </a:pPr>
              <a:t>‹#›</a:t>
            </a:fld>
            <a:endParaRPr lang="en-US"/>
          </a:p>
        </p:txBody>
      </p:sp>
    </p:spTree>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mn-lt"/>
        <a:ea typeface="+mn-ea"/>
        <a:cs typeface="+mn-cs"/>
      </a:defRPr>
    </a:lvl1pPr>
    <a:lvl2pPr marL="457200" algn="l" rtl="0" fontAlgn="base">
      <a:spcBef>
        <a:spcPct val="30000"/>
      </a:spcBef>
      <a:spcAft>
        <a:spcPct val="0"/>
      </a:spcAft>
      <a:defRPr sz="1200" kern="1200">
        <a:solidFill>
          <a:schemeClr val="tx1"/>
        </a:solidFill>
        <a:latin typeface="+mn-lt"/>
        <a:ea typeface="+mn-ea"/>
        <a:cs typeface="+mn-cs"/>
      </a:defRPr>
    </a:lvl2pPr>
    <a:lvl3pPr marL="914400" algn="l" rtl="0" fontAlgn="base">
      <a:spcBef>
        <a:spcPct val="30000"/>
      </a:spcBef>
      <a:spcAft>
        <a:spcPct val="0"/>
      </a:spcAft>
      <a:defRPr sz="1200" kern="1200">
        <a:solidFill>
          <a:schemeClr val="tx1"/>
        </a:solidFill>
        <a:latin typeface="+mn-lt"/>
        <a:ea typeface="+mn-ea"/>
        <a:cs typeface="+mn-cs"/>
      </a:defRPr>
    </a:lvl3pPr>
    <a:lvl4pPr marL="1371600" algn="l" rtl="0" fontAlgn="base">
      <a:spcBef>
        <a:spcPct val="30000"/>
      </a:spcBef>
      <a:spcAft>
        <a:spcPct val="0"/>
      </a:spcAft>
      <a:defRPr sz="1200" kern="1200">
        <a:solidFill>
          <a:schemeClr val="tx1"/>
        </a:solidFill>
        <a:latin typeface="+mn-lt"/>
        <a:ea typeface="+mn-ea"/>
        <a:cs typeface="+mn-cs"/>
      </a:defRPr>
    </a:lvl4pPr>
    <a:lvl5pPr marL="1828800" algn="l" rtl="0" fontAlgn="base">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fld id="{49DA58DB-DF5F-4C2E-8AB9-9C06F46E3264}" type="slidenum">
              <a:rPr lang="en-US">
                <a:latin typeface="Arial" charset="0"/>
              </a:rPr>
              <a:pPr/>
              <a:t>4</a:t>
            </a:fld>
            <a:endParaRPr lang="en-US">
              <a:latin typeface="Arial" charset="0"/>
            </a:endParaRPr>
          </a:p>
        </p:txBody>
      </p:sp>
      <p:sp>
        <p:nvSpPr>
          <p:cNvPr id="69635"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69636"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a:spcBef>
                <a:spcPct val="0"/>
              </a:spcBef>
            </a:pPr>
            <a:r>
              <a:rPr lang="en-US"/>
              <a:t>Information is now considered a key resource and must be managed the same as any other key resource of an organization.</a:t>
            </a:r>
          </a:p>
          <a:p>
            <a:pPr>
              <a:spcBef>
                <a:spcPct val="0"/>
              </a:spcBef>
            </a:pPr>
            <a:endParaRPr lang="en-US"/>
          </a:p>
          <a:p>
            <a:pPr>
              <a:spcBef>
                <a:spcPct val="0"/>
              </a:spcBef>
            </a:pPr>
            <a:r>
              <a:rPr lang="en-US"/>
              <a:t>Decision makers now understand that information is not just a byproduct of doing business</a:t>
            </a:r>
          </a:p>
          <a:p>
            <a:pPr>
              <a:spcBef>
                <a:spcPct val="0"/>
              </a:spcBef>
            </a:pPr>
            <a:endParaRPr lang="en-US"/>
          </a:p>
          <a:p>
            <a:pPr>
              <a:spcBef>
                <a:spcPct val="0"/>
              </a:spcBef>
            </a:pPr>
            <a:r>
              <a:rPr lang="en-US"/>
              <a:t>Needs to be managed correctly. Costs are associated with the production, distribution, security, storage, and retrieval of all information. Its strategic use for positioning a business competitively should not be taken for granted.</a:t>
            </a:r>
          </a:p>
          <a:p>
            <a:pPr>
              <a:spcBef>
                <a:spcPct val="0"/>
              </a:spcBef>
            </a:pPr>
            <a:endParaRPr lang="en-US"/>
          </a:p>
          <a:p>
            <a:pPr>
              <a:spcBef>
                <a:spcPct val="0"/>
              </a:spcBef>
            </a:pPr>
            <a:r>
              <a:rPr lang="en-US"/>
              <a:t>With the availability of networked computers, along with access to the Internet and the WWW we are in the midst of an information explosion. The managing of computer-generated information rises issues with greater cost associated with organizing and maintaining and having users treat it less skeptically than information obtained in different ways.</a:t>
            </a:r>
          </a:p>
        </p:txBody>
      </p:sp>
    </p:spTree>
    <p:extLst>
      <p:ext uri="{BB962C8B-B14F-4D97-AF65-F5344CB8AC3E}">
        <p14:creationId xmlns:p14="http://schemas.microsoft.com/office/powerpoint/2010/main" val="36790587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hdr" sz="quarter"/>
          </p:nvPr>
        </p:nvSpPr>
        <p:spPr bwMode="auto">
          <a:noFill/>
          <a:ln>
            <a:miter lim="800000"/>
            <a:headEnd/>
            <a:tailEnd/>
          </a:ln>
        </p:spPr>
        <p:txBody>
          <a:bodyPr wrap="square" numCol="1" anchor="t" anchorCtr="0" compatLnSpc="1">
            <a:prstTxWarp prst="textNoShape">
              <a:avLst/>
            </a:prstTxWarp>
          </a:bodyPr>
          <a:lstStyle/>
          <a:p>
            <a:pPr eaLnBrk="0" hangingPunct="0"/>
            <a:r>
              <a:rPr lang="en-US">
                <a:latin typeface="Times New Roman" charset="0"/>
              </a:rPr>
              <a:t>Information System Development</a:t>
            </a:r>
          </a:p>
        </p:txBody>
      </p:sp>
      <p:sp>
        <p:nvSpPr>
          <p:cNvPr id="70659" name="Rectangle 3"/>
          <p:cNvSpPr>
            <a:spLocks noGrp="1" noChangeArrowheads="1"/>
          </p:cNvSpPr>
          <p:nvPr>
            <p:ph type="dt" sz="quarter" idx="1"/>
          </p:nvPr>
        </p:nvSpPr>
        <p:spPr bwMode="auto">
          <a:noFill/>
          <a:ln>
            <a:miter lim="800000"/>
            <a:headEnd/>
            <a:tailEnd/>
          </a:ln>
        </p:spPr>
        <p:txBody>
          <a:bodyPr wrap="square" numCol="1" anchor="t" anchorCtr="0" compatLnSpc="1">
            <a:prstTxWarp prst="textNoShape">
              <a:avLst/>
            </a:prstTxWarp>
          </a:bodyPr>
          <a:lstStyle/>
          <a:p>
            <a:pPr eaLnBrk="0" hangingPunct="0"/>
            <a:fld id="{AC3C229E-1A2A-4787-AD09-9984AE2AF442}" type="datetime1">
              <a:rPr lang="en-US">
                <a:latin typeface="Times New Roman" charset="0"/>
              </a:rPr>
              <a:pPr eaLnBrk="0" hangingPunct="0"/>
              <a:t>10/16/2020</a:t>
            </a:fld>
            <a:endParaRPr lang="en-US">
              <a:latin typeface="Times New Roman" charset="0"/>
            </a:endParaRPr>
          </a:p>
        </p:txBody>
      </p:sp>
      <p:sp>
        <p:nvSpPr>
          <p:cNvPr id="70660" name="Rectangle 6"/>
          <p:cNvSpPr>
            <a:spLocks noGrp="1" noChangeArrowheads="1"/>
          </p:cNvSpPr>
          <p:nvPr>
            <p:ph type="ftr" sz="quarter" idx="4"/>
          </p:nvPr>
        </p:nvSpPr>
        <p:spPr bwMode="auto">
          <a:noFill/>
          <a:ln>
            <a:miter lim="800000"/>
            <a:headEnd/>
            <a:tailEnd/>
          </a:ln>
        </p:spPr>
        <p:txBody>
          <a:bodyPr wrap="square" numCol="1" anchorCtr="0" compatLnSpc="1">
            <a:prstTxWarp prst="textNoShape">
              <a:avLst/>
            </a:prstTxWarp>
          </a:bodyPr>
          <a:lstStyle/>
          <a:p>
            <a:pPr eaLnBrk="0" hangingPunct="0"/>
            <a:r>
              <a:rPr lang="en-US">
                <a:latin typeface="Times New Roman" charset="0"/>
              </a:rPr>
              <a:t>Department of Information Systems</a:t>
            </a:r>
          </a:p>
        </p:txBody>
      </p:sp>
      <p:sp>
        <p:nvSpPr>
          <p:cNvPr id="70661"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pPr eaLnBrk="0" hangingPunct="0"/>
            <a:fld id="{4C57D21D-7EB3-49DA-A41B-BCCCACCB16FF}" type="slidenum">
              <a:rPr lang="en-US">
                <a:latin typeface="Times New Roman" charset="0"/>
              </a:rPr>
              <a:pPr eaLnBrk="0" hangingPunct="0"/>
              <a:t>5</a:t>
            </a:fld>
            <a:endParaRPr lang="en-US">
              <a:latin typeface="Times New Roman" charset="0"/>
            </a:endParaRPr>
          </a:p>
        </p:txBody>
      </p:sp>
      <p:sp>
        <p:nvSpPr>
          <p:cNvPr id="70662"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70663"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a:spcBef>
                <a:spcPct val="0"/>
              </a:spcBef>
            </a:pPr>
            <a:endParaRPr lang="en-US"/>
          </a:p>
        </p:txBody>
      </p:sp>
    </p:spTree>
    <p:extLst>
      <p:ext uri="{BB962C8B-B14F-4D97-AF65-F5344CB8AC3E}">
        <p14:creationId xmlns:p14="http://schemas.microsoft.com/office/powerpoint/2010/main" val="11090743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p:cNvSpPr>
            <a:spLocks noGrp="1" noChangeArrowheads="1"/>
          </p:cNvSpPr>
          <p:nvPr>
            <p:ph type="hdr" sz="quarter"/>
          </p:nvPr>
        </p:nvSpPr>
        <p:spPr bwMode="auto">
          <a:noFill/>
          <a:ln>
            <a:miter lim="800000"/>
            <a:headEnd/>
            <a:tailEnd/>
          </a:ln>
        </p:spPr>
        <p:txBody>
          <a:bodyPr wrap="square" numCol="1" anchor="t" anchorCtr="0" compatLnSpc="1">
            <a:prstTxWarp prst="textNoShape">
              <a:avLst/>
            </a:prstTxWarp>
          </a:bodyPr>
          <a:lstStyle/>
          <a:p>
            <a:pPr eaLnBrk="0" hangingPunct="0"/>
            <a:r>
              <a:rPr lang="en-US">
                <a:latin typeface="Times New Roman" charset="0"/>
              </a:rPr>
              <a:t>Information System Development</a:t>
            </a:r>
          </a:p>
        </p:txBody>
      </p:sp>
      <p:sp>
        <p:nvSpPr>
          <p:cNvPr id="71683" name="Rectangle 3"/>
          <p:cNvSpPr>
            <a:spLocks noGrp="1" noChangeArrowheads="1"/>
          </p:cNvSpPr>
          <p:nvPr>
            <p:ph type="dt" sz="quarter" idx="1"/>
          </p:nvPr>
        </p:nvSpPr>
        <p:spPr bwMode="auto">
          <a:noFill/>
          <a:ln>
            <a:miter lim="800000"/>
            <a:headEnd/>
            <a:tailEnd/>
          </a:ln>
        </p:spPr>
        <p:txBody>
          <a:bodyPr wrap="square" numCol="1" anchor="t" anchorCtr="0" compatLnSpc="1">
            <a:prstTxWarp prst="textNoShape">
              <a:avLst/>
            </a:prstTxWarp>
          </a:bodyPr>
          <a:lstStyle/>
          <a:p>
            <a:pPr eaLnBrk="0" hangingPunct="0"/>
            <a:fld id="{F54E9957-6720-4F75-831A-F164BD69F08C}" type="datetime1">
              <a:rPr lang="en-US">
                <a:latin typeface="Times New Roman" charset="0"/>
              </a:rPr>
              <a:pPr eaLnBrk="0" hangingPunct="0"/>
              <a:t>10/16/2020</a:t>
            </a:fld>
            <a:endParaRPr lang="en-US">
              <a:latin typeface="Times New Roman" charset="0"/>
            </a:endParaRPr>
          </a:p>
        </p:txBody>
      </p:sp>
      <p:sp>
        <p:nvSpPr>
          <p:cNvPr id="71684" name="Rectangle 6"/>
          <p:cNvSpPr>
            <a:spLocks noGrp="1" noChangeArrowheads="1"/>
          </p:cNvSpPr>
          <p:nvPr>
            <p:ph type="ftr" sz="quarter" idx="4"/>
          </p:nvPr>
        </p:nvSpPr>
        <p:spPr bwMode="auto">
          <a:noFill/>
          <a:ln>
            <a:miter lim="800000"/>
            <a:headEnd/>
            <a:tailEnd/>
          </a:ln>
        </p:spPr>
        <p:txBody>
          <a:bodyPr wrap="square" numCol="1" anchorCtr="0" compatLnSpc="1">
            <a:prstTxWarp prst="textNoShape">
              <a:avLst/>
            </a:prstTxWarp>
          </a:bodyPr>
          <a:lstStyle/>
          <a:p>
            <a:pPr eaLnBrk="0" hangingPunct="0"/>
            <a:r>
              <a:rPr lang="en-US">
                <a:latin typeface="Times New Roman" charset="0"/>
              </a:rPr>
              <a:t>Department of Information Systems</a:t>
            </a:r>
          </a:p>
        </p:txBody>
      </p:sp>
      <p:sp>
        <p:nvSpPr>
          <p:cNvPr id="71685"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pPr eaLnBrk="0" hangingPunct="0"/>
            <a:fld id="{44F5CF76-A928-4831-B701-9CEB6B3D3502}" type="slidenum">
              <a:rPr lang="en-US">
                <a:latin typeface="Times New Roman" charset="0"/>
              </a:rPr>
              <a:pPr eaLnBrk="0" hangingPunct="0"/>
              <a:t>6</a:t>
            </a:fld>
            <a:endParaRPr lang="en-US">
              <a:latin typeface="Times New Roman" charset="0"/>
            </a:endParaRPr>
          </a:p>
        </p:txBody>
      </p:sp>
      <p:sp>
        <p:nvSpPr>
          <p:cNvPr id="71686"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71687"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a:spcBef>
                <a:spcPct val="0"/>
              </a:spcBef>
            </a:pPr>
            <a:endParaRPr lang="en-US"/>
          </a:p>
        </p:txBody>
      </p:sp>
    </p:spTree>
    <p:extLst>
      <p:ext uri="{BB962C8B-B14F-4D97-AF65-F5344CB8AC3E}">
        <p14:creationId xmlns:p14="http://schemas.microsoft.com/office/powerpoint/2010/main" val="25040585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hdr" sz="quarter"/>
          </p:nvPr>
        </p:nvSpPr>
        <p:spPr bwMode="auto">
          <a:noFill/>
          <a:ln>
            <a:miter lim="800000"/>
            <a:headEnd/>
            <a:tailEnd/>
          </a:ln>
        </p:spPr>
        <p:txBody>
          <a:bodyPr wrap="square" numCol="1" anchor="t" anchorCtr="0" compatLnSpc="1">
            <a:prstTxWarp prst="textNoShape">
              <a:avLst/>
            </a:prstTxWarp>
          </a:bodyPr>
          <a:lstStyle/>
          <a:p>
            <a:pPr eaLnBrk="0" hangingPunct="0"/>
            <a:r>
              <a:rPr lang="en-US">
                <a:latin typeface="Times New Roman" charset="0"/>
              </a:rPr>
              <a:t>Information System Development</a:t>
            </a:r>
          </a:p>
        </p:txBody>
      </p:sp>
      <p:sp>
        <p:nvSpPr>
          <p:cNvPr id="72707" name="Rectangle 3"/>
          <p:cNvSpPr>
            <a:spLocks noGrp="1" noChangeArrowheads="1"/>
          </p:cNvSpPr>
          <p:nvPr>
            <p:ph type="dt" sz="quarter" idx="1"/>
          </p:nvPr>
        </p:nvSpPr>
        <p:spPr bwMode="auto">
          <a:noFill/>
          <a:ln>
            <a:miter lim="800000"/>
            <a:headEnd/>
            <a:tailEnd/>
          </a:ln>
        </p:spPr>
        <p:txBody>
          <a:bodyPr wrap="square" numCol="1" anchor="t" anchorCtr="0" compatLnSpc="1">
            <a:prstTxWarp prst="textNoShape">
              <a:avLst/>
            </a:prstTxWarp>
          </a:bodyPr>
          <a:lstStyle/>
          <a:p>
            <a:pPr eaLnBrk="0" hangingPunct="0"/>
            <a:fld id="{AFC6C49D-D255-4F60-8897-0D4B67F09EB0}" type="datetime1">
              <a:rPr lang="en-US">
                <a:latin typeface="Times New Roman" charset="0"/>
              </a:rPr>
              <a:pPr eaLnBrk="0" hangingPunct="0"/>
              <a:t>10/16/2020</a:t>
            </a:fld>
            <a:endParaRPr lang="en-US">
              <a:latin typeface="Times New Roman" charset="0"/>
            </a:endParaRPr>
          </a:p>
        </p:txBody>
      </p:sp>
      <p:sp>
        <p:nvSpPr>
          <p:cNvPr id="72708" name="Rectangle 6"/>
          <p:cNvSpPr>
            <a:spLocks noGrp="1" noChangeArrowheads="1"/>
          </p:cNvSpPr>
          <p:nvPr>
            <p:ph type="ftr" sz="quarter" idx="4"/>
          </p:nvPr>
        </p:nvSpPr>
        <p:spPr bwMode="auto">
          <a:noFill/>
          <a:ln>
            <a:miter lim="800000"/>
            <a:headEnd/>
            <a:tailEnd/>
          </a:ln>
        </p:spPr>
        <p:txBody>
          <a:bodyPr wrap="square" numCol="1" anchorCtr="0" compatLnSpc="1">
            <a:prstTxWarp prst="textNoShape">
              <a:avLst/>
            </a:prstTxWarp>
          </a:bodyPr>
          <a:lstStyle/>
          <a:p>
            <a:pPr eaLnBrk="0" hangingPunct="0"/>
            <a:r>
              <a:rPr lang="en-US">
                <a:latin typeface="Times New Roman" charset="0"/>
              </a:rPr>
              <a:t>Department of Information Systems</a:t>
            </a:r>
          </a:p>
        </p:txBody>
      </p:sp>
      <p:sp>
        <p:nvSpPr>
          <p:cNvPr id="72709"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pPr eaLnBrk="0" hangingPunct="0"/>
            <a:fld id="{A999B6AC-A392-4809-8324-BC1DCEC48124}" type="slidenum">
              <a:rPr lang="en-US">
                <a:latin typeface="Times New Roman" charset="0"/>
              </a:rPr>
              <a:pPr eaLnBrk="0" hangingPunct="0"/>
              <a:t>7</a:t>
            </a:fld>
            <a:endParaRPr lang="en-US">
              <a:latin typeface="Times New Roman" charset="0"/>
            </a:endParaRPr>
          </a:p>
        </p:txBody>
      </p:sp>
      <p:sp>
        <p:nvSpPr>
          <p:cNvPr id="72710"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72711"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a:spcBef>
                <a:spcPct val="0"/>
              </a:spcBef>
            </a:pPr>
            <a:endParaRPr lang="en-US"/>
          </a:p>
        </p:txBody>
      </p:sp>
    </p:spTree>
    <p:extLst>
      <p:ext uri="{BB962C8B-B14F-4D97-AF65-F5344CB8AC3E}">
        <p14:creationId xmlns:p14="http://schemas.microsoft.com/office/powerpoint/2010/main" val="11346279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hdr" sz="quarter"/>
          </p:nvPr>
        </p:nvSpPr>
        <p:spPr bwMode="auto">
          <a:noFill/>
          <a:ln>
            <a:miter lim="800000"/>
            <a:headEnd/>
            <a:tailEnd/>
          </a:ln>
        </p:spPr>
        <p:txBody>
          <a:bodyPr wrap="square" numCol="1" anchor="t" anchorCtr="0" compatLnSpc="1">
            <a:prstTxWarp prst="textNoShape">
              <a:avLst/>
            </a:prstTxWarp>
          </a:bodyPr>
          <a:lstStyle/>
          <a:p>
            <a:pPr eaLnBrk="0" hangingPunct="0"/>
            <a:r>
              <a:rPr lang="en-US">
                <a:latin typeface="Times New Roman" charset="0"/>
              </a:rPr>
              <a:t>Information System Development</a:t>
            </a:r>
          </a:p>
        </p:txBody>
      </p:sp>
      <p:sp>
        <p:nvSpPr>
          <p:cNvPr id="73731" name="Rectangle 3"/>
          <p:cNvSpPr>
            <a:spLocks noGrp="1" noChangeArrowheads="1"/>
          </p:cNvSpPr>
          <p:nvPr>
            <p:ph type="dt" sz="quarter" idx="1"/>
          </p:nvPr>
        </p:nvSpPr>
        <p:spPr bwMode="auto">
          <a:noFill/>
          <a:ln>
            <a:miter lim="800000"/>
            <a:headEnd/>
            <a:tailEnd/>
          </a:ln>
        </p:spPr>
        <p:txBody>
          <a:bodyPr wrap="square" numCol="1" anchor="t" anchorCtr="0" compatLnSpc="1">
            <a:prstTxWarp prst="textNoShape">
              <a:avLst/>
            </a:prstTxWarp>
          </a:bodyPr>
          <a:lstStyle/>
          <a:p>
            <a:pPr eaLnBrk="0" hangingPunct="0"/>
            <a:fld id="{6BD0B1FB-8A64-4E49-AF2C-D2628FD1CB31}" type="datetime1">
              <a:rPr lang="en-US">
                <a:latin typeface="Times New Roman" charset="0"/>
              </a:rPr>
              <a:pPr eaLnBrk="0" hangingPunct="0"/>
              <a:t>10/16/2020</a:t>
            </a:fld>
            <a:endParaRPr lang="en-US">
              <a:latin typeface="Times New Roman" charset="0"/>
            </a:endParaRPr>
          </a:p>
        </p:txBody>
      </p:sp>
      <p:sp>
        <p:nvSpPr>
          <p:cNvPr id="73732" name="Rectangle 6"/>
          <p:cNvSpPr>
            <a:spLocks noGrp="1" noChangeArrowheads="1"/>
          </p:cNvSpPr>
          <p:nvPr>
            <p:ph type="ftr" sz="quarter" idx="4"/>
          </p:nvPr>
        </p:nvSpPr>
        <p:spPr bwMode="auto">
          <a:noFill/>
          <a:ln>
            <a:miter lim="800000"/>
            <a:headEnd/>
            <a:tailEnd/>
          </a:ln>
        </p:spPr>
        <p:txBody>
          <a:bodyPr wrap="square" numCol="1" anchorCtr="0" compatLnSpc="1">
            <a:prstTxWarp prst="textNoShape">
              <a:avLst/>
            </a:prstTxWarp>
          </a:bodyPr>
          <a:lstStyle/>
          <a:p>
            <a:pPr eaLnBrk="0" hangingPunct="0"/>
            <a:r>
              <a:rPr lang="en-US">
                <a:latin typeface="Times New Roman" charset="0"/>
              </a:rPr>
              <a:t>Department of Information Systems</a:t>
            </a:r>
          </a:p>
        </p:txBody>
      </p:sp>
      <p:sp>
        <p:nvSpPr>
          <p:cNvPr id="73733"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pPr eaLnBrk="0" hangingPunct="0"/>
            <a:fld id="{282EEB5F-4C40-4111-A837-583C65845E2E}" type="slidenum">
              <a:rPr lang="en-US">
                <a:latin typeface="Times New Roman" charset="0"/>
              </a:rPr>
              <a:pPr eaLnBrk="0" hangingPunct="0"/>
              <a:t>8</a:t>
            </a:fld>
            <a:endParaRPr lang="en-US">
              <a:latin typeface="Times New Roman" charset="0"/>
            </a:endParaRPr>
          </a:p>
        </p:txBody>
      </p:sp>
      <p:sp>
        <p:nvSpPr>
          <p:cNvPr id="73734"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73735"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a:spcBef>
                <a:spcPct val="0"/>
              </a:spcBef>
            </a:pPr>
            <a:endParaRPr lang="en-US"/>
          </a:p>
        </p:txBody>
      </p:sp>
    </p:spTree>
    <p:extLst>
      <p:ext uri="{BB962C8B-B14F-4D97-AF65-F5344CB8AC3E}">
        <p14:creationId xmlns:p14="http://schemas.microsoft.com/office/powerpoint/2010/main" val="29974001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ChangeArrowheads="1"/>
          </p:cNvSpPr>
          <p:nvPr>
            <p:ph type="hdr" sz="quarter"/>
          </p:nvPr>
        </p:nvSpPr>
        <p:spPr bwMode="auto">
          <a:noFill/>
          <a:ln>
            <a:miter lim="800000"/>
            <a:headEnd/>
            <a:tailEnd/>
          </a:ln>
        </p:spPr>
        <p:txBody>
          <a:bodyPr wrap="square" numCol="1" anchor="t" anchorCtr="0" compatLnSpc="1">
            <a:prstTxWarp prst="textNoShape">
              <a:avLst/>
            </a:prstTxWarp>
          </a:bodyPr>
          <a:lstStyle/>
          <a:p>
            <a:pPr eaLnBrk="0" hangingPunct="0"/>
            <a:r>
              <a:rPr lang="en-US">
                <a:latin typeface="Times New Roman" charset="0"/>
              </a:rPr>
              <a:t>Information System Development</a:t>
            </a:r>
          </a:p>
        </p:txBody>
      </p:sp>
      <p:sp>
        <p:nvSpPr>
          <p:cNvPr id="74755" name="Rectangle 3"/>
          <p:cNvSpPr>
            <a:spLocks noGrp="1" noChangeArrowheads="1"/>
          </p:cNvSpPr>
          <p:nvPr>
            <p:ph type="dt" sz="quarter" idx="1"/>
          </p:nvPr>
        </p:nvSpPr>
        <p:spPr bwMode="auto">
          <a:noFill/>
          <a:ln>
            <a:miter lim="800000"/>
            <a:headEnd/>
            <a:tailEnd/>
          </a:ln>
        </p:spPr>
        <p:txBody>
          <a:bodyPr wrap="square" numCol="1" anchor="t" anchorCtr="0" compatLnSpc="1">
            <a:prstTxWarp prst="textNoShape">
              <a:avLst/>
            </a:prstTxWarp>
          </a:bodyPr>
          <a:lstStyle/>
          <a:p>
            <a:pPr eaLnBrk="0" hangingPunct="0"/>
            <a:fld id="{04D95E58-4780-4B1E-8404-EE9C928197E7}" type="datetime1">
              <a:rPr lang="en-US">
                <a:latin typeface="Times New Roman" charset="0"/>
              </a:rPr>
              <a:pPr eaLnBrk="0" hangingPunct="0"/>
              <a:t>10/16/2020</a:t>
            </a:fld>
            <a:endParaRPr lang="en-US">
              <a:latin typeface="Times New Roman" charset="0"/>
            </a:endParaRPr>
          </a:p>
        </p:txBody>
      </p:sp>
      <p:sp>
        <p:nvSpPr>
          <p:cNvPr id="74756" name="Rectangle 6"/>
          <p:cNvSpPr>
            <a:spLocks noGrp="1" noChangeArrowheads="1"/>
          </p:cNvSpPr>
          <p:nvPr>
            <p:ph type="ftr" sz="quarter" idx="4"/>
          </p:nvPr>
        </p:nvSpPr>
        <p:spPr bwMode="auto">
          <a:noFill/>
          <a:ln>
            <a:miter lim="800000"/>
            <a:headEnd/>
            <a:tailEnd/>
          </a:ln>
        </p:spPr>
        <p:txBody>
          <a:bodyPr wrap="square" numCol="1" anchorCtr="0" compatLnSpc="1">
            <a:prstTxWarp prst="textNoShape">
              <a:avLst/>
            </a:prstTxWarp>
          </a:bodyPr>
          <a:lstStyle/>
          <a:p>
            <a:pPr eaLnBrk="0" hangingPunct="0"/>
            <a:r>
              <a:rPr lang="en-US">
                <a:latin typeface="Times New Roman" charset="0"/>
              </a:rPr>
              <a:t>Department of Information Systems</a:t>
            </a:r>
          </a:p>
        </p:txBody>
      </p:sp>
      <p:sp>
        <p:nvSpPr>
          <p:cNvPr id="74757"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pPr eaLnBrk="0" hangingPunct="0"/>
            <a:fld id="{461240D9-1D3F-4342-9574-9077B2345493}" type="slidenum">
              <a:rPr lang="en-US">
                <a:latin typeface="Times New Roman" charset="0"/>
              </a:rPr>
              <a:pPr eaLnBrk="0" hangingPunct="0"/>
              <a:t>9</a:t>
            </a:fld>
            <a:endParaRPr lang="en-US">
              <a:latin typeface="Times New Roman" charset="0"/>
            </a:endParaRPr>
          </a:p>
        </p:txBody>
      </p:sp>
      <p:sp>
        <p:nvSpPr>
          <p:cNvPr id="74758"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74759"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a:spcBef>
                <a:spcPct val="0"/>
              </a:spcBef>
            </a:pPr>
            <a:endParaRPr lang="en-US"/>
          </a:p>
        </p:txBody>
      </p:sp>
    </p:spTree>
    <p:extLst>
      <p:ext uri="{BB962C8B-B14F-4D97-AF65-F5344CB8AC3E}">
        <p14:creationId xmlns:p14="http://schemas.microsoft.com/office/powerpoint/2010/main" val="42569513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ChangeArrowheads="1"/>
          </p:cNvSpPr>
          <p:nvPr>
            <p:ph type="hdr" sz="quarter"/>
          </p:nvPr>
        </p:nvSpPr>
        <p:spPr bwMode="auto">
          <a:noFill/>
          <a:ln>
            <a:miter lim="800000"/>
            <a:headEnd/>
            <a:tailEnd/>
          </a:ln>
        </p:spPr>
        <p:txBody>
          <a:bodyPr wrap="square" numCol="1" anchor="t" anchorCtr="0" compatLnSpc="1">
            <a:prstTxWarp prst="textNoShape">
              <a:avLst/>
            </a:prstTxWarp>
          </a:bodyPr>
          <a:lstStyle/>
          <a:p>
            <a:pPr eaLnBrk="0" hangingPunct="0"/>
            <a:r>
              <a:rPr lang="en-US">
                <a:latin typeface="Times New Roman" charset="0"/>
              </a:rPr>
              <a:t>Information System Development</a:t>
            </a:r>
          </a:p>
        </p:txBody>
      </p:sp>
      <p:sp>
        <p:nvSpPr>
          <p:cNvPr id="75779" name="Rectangle 3"/>
          <p:cNvSpPr>
            <a:spLocks noGrp="1" noChangeArrowheads="1"/>
          </p:cNvSpPr>
          <p:nvPr>
            <p:ph type="dt" sz="quarter" idx="1"/>
          </p:nvPr>
        </p:nvSpPr>
        <p:spPr bwMode="auto">
          <a:noFill/>
          <a:ln>
            <a:miter lim="800000"/>
            <a:headEnd/>
            <a:tailEnd/>
          </a:ln>
        </p:spPr>
        <p:txBody>
          <a:bodyPr wrap="square" numCol="1" anchor="t" anchorCtr="0" compatLnSpc="1">
            <a:prstTxWarp prst="textNoShape">
              <a:avLst/>
            </a:prstTxWarp>
          </a:bodyPr>
          <a:lstStyle/>
          <a:p>
            <a:pPr eaLnBrk="0" hangingPunct="0"/>
            <a:fld id="{76D46470-C13C-41E0-96DA-F3DC8831BA01}" type="datetime1">
              <a:rPr lang="en-US">
                <a:latin typeface="Times New Roman" charset="0"/>
              </a:rPr>
              <a:pPr eaLnBrk="0" hangingPunct="0"/>
              <a:t>10/16/2020</a:t>
            </a:fld>
            <a:endParaRPr lang="en-US">
              <a:latin typeface="Times New Roman" charset="0"/>
            </a:endParaRPr>
          </a:p>
        </p:txBody>
      </p:sp>
      <p:sp>
        <p:nvSpPr>
          <p:cNvPr id="75780" name="Rectangle 6"/>
          <p:cNvSpPr>
            <a:spLocks noGrp="1" noChangeArrowheads="1"/>
          </p:cNvSpPr>
          <p:nvPr>
            <p:ph type="ftr" sz="quarter" idx="4"/>
          </p:nvPr>
        </p:nvSpPr>
        <p:spPr bwMode="auto">
          <a:noFill/>
          <a:ln>
            <a:miter lim="800000"/>
            <a:headEnd/>
            <a:tailEnd/>
          </a:ln>
        </p:spPr>
        <p:txBody>
          <a:bodyPr wrap="square" numCol="1" anchorCtr="0" compatLnSpc="1">
            <a:prstTxWarp prst="textNoShape">
              <a:avLst/>
            </a:prstTxWarp>
          </a:bodyPr>
          <a:lstStyle/>
          <a:p>
            <a:pPr eaLnBrk="0" hangingPunct="0"/>
            <a:r>
              <a:rPr lang="en-US">
                <a:latin typeface="Times New Roman" charset="0"/>
              </a:rPr>
              <a:t>Department of Information Systems</a:t>
            </a:r>
          </a:p>
        </p:txBody>
      </p:sp>
      <p:sp>
        <p:nvSpPr>
          <p:cNvPr id="75781"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pPr eaLnBrk="0" hangingPunct="0"/>
            <a:fld id="{D6988AC4-C032-449D-A37D-DF837896A25A}" type="slidenum">
              <a:rPr lang="en-US">
                <a:latin typeface="Times New Roman" charset="0"/>
              </a:rPr>
              <a:pPr eaLnBrk="0" hangingPunct="0"/>
              <a:t>10</a:t>
            </a:fld>
            <a:endParaRPr lang="en-US">
              <a:latin typeface="Times New Roman" charset="0"/>
            </a:endParaRPr>
          </a:p>
        </p:txBody>
      </p:sp>
      <p:sp>
        <p:nvSpPr>
          <p:cNvPr id="75782"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75783"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a:spcBef>
                <a:spcPct val="0"/>
              </a:spcBef>
            </a:pPr>
            <a:endParaRPr lang="en-US"/>
          </a:p>
        </p:txBody>
      </p:sp>
    </p:spTree>
    <p:extLst>
      <p:ext uri="{BB962C8B-B14F-4D97-AF65-F5344CB8AC3E}">
        <p14:creationId xmlns:p14="http://schemas.microsoft.com/office/powerpoint/2010/main" val="12010000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hdr" sz="quarter"/>
          </p:nvPr>
        </p:nvSpPr>
        <p:spPr bwMode="auto">
          <a:noFill/>
          <a:ln>
            <a:miter lim="800000"/>
            <a:headEnd/>
            <a:tailEnd/>
          </a:ln>
        </p:spPr>
        <p:txBody>
          <a:bodyPr wrap="square" numCol="1" anchor="t" anchorCtr="0" compatLnSpc="1">
            <a:prstTxWarp prst="textNoShape">
              <a:avLst/>
            </a:prstTxWarp>
          </a:bodyPr>
          <a:lstStyle/>
          <a:p>
            <a:pPr eaLnBrk="0" hangingPunct="0"/>
            <a:r>
              <a:rPr lang="en-US">
                <a:latin typeface="Times New Roman" charset="0"/>
              </a:rPr>
              <a:t>Information System Development</a:t>
            </a:r>
          </a:p>
        </p:txBody>
      </p:sp>
      <p:sp>
        <p:nvSpPr>
          <p:cNvPr id="76803" name="Rectangle 3"/>
          <p:cNvSpPr>
            <a:spLocks noGrp="1" noChangeArrowheads="1"/>
          </p:cNvSpPr>
          <p:nvPr>
            <p:ph type="dt" sz="quarter" idx="1"/>
          </p:nvPr>
        </p:nvSpPr>
        <p:spPr bwMode="auto">
          <a:noFill/>
          <a:ln>
            <a:miter lim="800000"/>
            <a:headEnd/>
            <a:tailEnd/>
          </a:ln>
        </p:spPr>
        <p:txBody>
          <a:bodyPr wrap="square" numCol="1" anchor="t" anchorCtr="0" compatLnSpc="1">
            <a:prstTxWarp prst="textNoShape">
              <a:avLst/>
            </a:prstTxWarp>
          </a:bodyPr>
          <a:lstStyle/>
          <a:p>
            <a:pPr eaLnBrk="0" hangingPunct="0"/>
            <a:fld id="{41DD7710-2AD6-4E6B-9850-3F15B7A920FF}" type="datetime1">
              <a:rPr lang="en-US">
                <a:latin typeface="Times New Roman" charset="0"/>
              </a:rPr>
              <a:pPr eaLnBrk="0" hangingPunct="0"/>
              <a:t>10/16/2020</a:t>
            </a:fld>
            <a:endParaRPr lang="en-US">
              <a:latin typeface="Times New Roman" charset="0"/>
            </a:endParaRPr>
          </a:p>
        </p:txBody>
      </p:sp>
      <p:sp>
        <p:nvSpPr>
          <p:cNvPr id="76804" name="Rectangle 6"/>
          <p:cNvSpPr>
            <a:spLocks noGrp="1" noChangeArrowheads="1"/>
          </p:cNvSpPr>
          <p:nvPr>
            <p:ph type="ftr" sz="quarter" idx="4"/>
          </p:nvPr>
        </p:nvSpPr>
        <p:spPr bwMode="auto">
          <a:noFill/>
          <a:ln>
            <a:miter lim="800000"/>
            <a:headEnd/>
            <a:tailEnd/>
          </a:ln>
        </p:spPr>
        <p:txBody>
          <a:bodyPr wrap="square" numCol="1" anchorCtr="0" compatLnSpc="1">
            <a:prstTxWarp prst="textNoShape">
              <a:avLst/>
            </a:prstTxWarp>
          </a:bodyPr>
          <a:lstStyle/>
          <a:p>
            <a:pPr eaLnBrk="0" hangingPunct="0"/>
            <a:r>
              <a:rPr lang="en-US">
                <a:latin typeface="Times New Roman" charset="0"/>
              </a:rPr>
              <a:t>Department of Information Systems</a:t>
            </a:r>
          </a:p>
        </p:txBody>
      </p:sp>
      <p:sp>
        <p:nvSpPr>
          <p:cNvPr id="76805"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pPr eaLnBrk="0" hangingPunct="0"/>
            <a:fld id="{F34C6A78-0615-407A-8FB2-94AB974CB3F5}" type="slidenum">
              <a:rPr lang="en-US">
                <a:latin typeface="Times New Roman" charset="0"/>
              </a:rPr>
              <a:pPr eaLnBrk="0" hangingPunct="0"/>
              <a:t>11</a:t>
            </a:fld>
            <a:endParaRPr lang="en-US">
              <a:latin typeface="Times New Roman" charset="0"/>
            </a:endParaRPr>
          </a:p>
        </p:txBody>
      </p:sp>
      <p:sp>
        <p:nvSpPr>
          <p:cNvPr id="76806"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76807"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a:spcBef>
                <a:spcPct val="0"/>
              </a:spcBef>
            </a:pPr>
            <a:endParaRPr lang="en-US"/>
          </a:p>
        </p:txBody>
      </p:sp>
    </p:spTree>
    <p:extLst>
      <p:ext uri="{BB962C8B-B14F-4D97-AF65-F5344CB8AC3E}">
        <p14:creationId xmlns:p14="http://schemas.microsoft.com/office/powerpoint/2010/main" val="20794466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p:cNvSpPr>
            <a:spLocks noGrp="1" noChangeArrowheads="1"/>
          </p:cNvSpPr>
          <p:nvPr>
            <p:ph type="hdr" sz="quarter"/>
          </p:nvPr>
        </p:nvSpPr>
        <p:spPr bwMode="auto">
          <a:noFill/>
          <a:ln>
            <a:miter lim="800000"/>
            <a:headEnd/>
            <a:tailEnd/>
          </a:ln>
        </p:spPr>
        <p:txBody>
          <a:bodyPr wrap="square" numCol="1" anchor="t" anchorCtr="0" compatLnSpc="1">
            <a:prstTxWarp prst="textNoShape">
              <a:avLst/>
            </a:prstTxWarp>
          </a:bodyPr>
          <a:lstStyle/>
          <a:p>
            <a:pPr eaLnBrk="0" hangingPunct="0"/>
            <a:r>
              <a:rPr lang="en-US">
                <a:latin typeface="Times New Roman" charset="0"/>
              </a:rPr>
              <a:t>Information System Development</a:t>
            </a:r>
          </a:p>
        </p:txBody>
      </p:sp>
      <p:sp>
        <p:nvSpPr>
          <p:cNvPr id="77827" name="Rectangle 3"/>
          <p:cNvSpPr>
            <a:spLocks noGrp="1" noChangeArrowheads="1"/>
          </p:cNvSpPr>
          <p:nvPr>
            <p:ph type="dt" sz="quarter" idx="1"/>
          </p:nvPr>
        </p:nvSpPr>
        <p:spPr bwMode="auto">
          <a:noFill/>
          <a:ln>
            <a:miter lim="800000"/>
            <a:headEnd/>
            <a:tailEnd/>
          </a:ln>
        </p:spPr>
        <p:txBody>
          <a:bodyPr wrap="square" numCol="1" anchor="t" anchorCtr="0" compatLnSpc="1">
            <a:prstTxWarp prst="textNoShape">
              <a:avLst/>
            </a:prstTxWarp>
          </a:bodyPr>
          <a:lstStyle/>
          <a:p>
            <a:pPr eaLnBrk="0" hangingPunct="0"/>
            <a:fld id="{95017896-8370-401A-9FA2-85C1AA7F5C8B}" type="datetime1">
              <a:rPr lang="en-US">
                <a:latin typeface="Times New Roman" charset="0"/>
              </a:rPr>
              <a:pPr eaLnBrk="0" hangingPunct="0"/>
              <a:t>10/16/2020</a:t>
            </a:fld>
            <a:endParaRPr lang="en-US">
              <a:latin typeface="Times New Roman" charset="0"/>
            </a:endParaRPr>
          </a:p>
        </p:txBody>
      </p:sp>
      <p:sp>
        <p:nvSpPr>
          <p:cNvPr id="77828" name="Rectangle 6"/>
          <p:cNvSpPr>
            <a:spLocks noGrp="1" noChangeArrowheads="1"/>
          </p:cNvSpPr>
          <p:nvPr>
            <p:ph type="ftr" sz="quarter" idx="4"/>
          </p:nvPr>
        </p:nvSpPr>
        <p:spPr bwMode="auto">
          <a:noFill/>
          <a:ln>
            <a:miter lim="800000"/>
            <a:headEnd/>
            <a:tailEnd/>
          </a:ln>
        </p:spPr>
        <p:txBody>
          <a:bodyPr wrap="square" numCol="1" anchorCtr="0" compatLnSpc="1">
            <a:prstTxWarp prst="textNoShape">
              <a:avLst/>
            </a:prstTxWarp>
          </a:bodyPr>
          <a:lstStyle/>
          <a:p>
            <a:pPr eaLnBrk="0" hangingPunct="0"/>
            <a:r>
              <a:rPr lang="en-US">
                <a:latin typeface="Times New Roman" charset="0"/>
              </a:rPr>
              <a:t>Department of Information Systems</a:t>
            </a:r>
          </a:p>
        </p:txBody>
      </p:sp>
      <p:sp>
        <p:nvSpPr>
          <p:cNvPr id="77829"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pPr eaLnBrk="0" hangingPunct="0"/>
            <a:fld id="{89B4BEC3-2C85-4172-BB61-FB8AC4BD619A}" type="slidenum">
              <a:rPr lang="en-US">
                <a:latin typeface="Times New Roman" charset="0"/>
              </a:rPr>
              <a:pPr eaLnBrk="0" hangingPunct="0"/>
              <a:t>12</a:t>
            </a:fld>
            <a:endParaRPr lang="en-US">
              <a:latin typeface="Times New Roman" charset="0"/>
            </a:endParaRPr>
          </a:p>
        </p:txBody>
      </p:sp>
      <p:sp>
        <p:nvSpPr>
          <p:cNvPr id="77830"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77831"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a:spcBef>
                <a:spcPct val="0"/>
              </a:spcBef>
            </a:pPr>
            <a:endParaRPr lang="en-US"/>
          </a:p>
        </p:txBody>
      </p:sp>
    </p:spTree>
    <p:extLst>
      <p:ext uri="{BB962C8B-B14F-4D97-AF65-F5344CB8AC3E}">
        <p14:creationId xmlns:p14="http://schemas.microsoft.com/office/powerpoint/2010/main" val="5867461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ChangeArrowheads="1"/>
          </p:cNvSpPr>
          <p:nvPr>
            <p:ph type="hdr" sz="quarter"/>
          </p:nvPr>
        </p:nvSpPr>
        <p:spPr bwMode="auto">
          <a:noFill/>
          <a:ln>
            <a:miter lim="800000"/>
            <a:headEnd/>
            <a:tailEnd/>
          </a:ln>
        </p:spPr>
        <p:txBody>
          <a:bodyPr wrap="square" numCol="1" anchor="t" anchorCtr="0" compatLnSpc="1">
            <a:prstTxWarp prst="textNoShape">
              <a:avLst/>
            </a:prstTxWarp>
          </a:bodyPr>
          <a:lstStyle/>
          <a:p>
            <a:pPr eaLnBrk="0" hangingPunct="0"/>
            <a:r>
              <a:rPr lang="en-US">
                <a:latin typeface="Times New Roman" charset="0"/>
              </a:rPr>
              <a:t>Information System Development</a:t>
            </a:r>
          </a:p>
        </p:txBody>
      </p:sp>
      <p:sp>
        <p:nvSpPr>
          <p:cNvPr id="78851" name="Rectangle 3"/>
          <p:cNvSpPr>
            <a:spLocks noGrp="1" noChangeArrowheads="1"/>
          </p:cNvSpPr>
          <p:nvPr>
            <p:ph type="dt" sz="quarter" idx="1"/>
          </p:nvPr>
        </p:nvSpPr>
        <p:spPr bwMode="auto">
          <a:noFill/>
          <a:ln>
            <a:miter lim="800000"/>
            <a:headEnd/>
            <a:tailEnd/>
          </a:ln>
        </p:spPr>
        <p:txBody>
          <a:bodyPr wrap="square" numCol="1" anchor="t" anchorCtr="0" compatLnSpc="1">
            <a:prstTxWarp prst="textNoShape">
              <a:avLst/>
            </a:prstTxWarp>
          </a:bodyPr>
          <a:lstStyle/>
          <a:p>
            <a:pPr eaLnBrk="0" hangingPunct="0"/>
            <a:fld id="{556EAEE9-8AF4-418F-B181-12B4066A85A0}" type="datetime1">
              <a:rPr lang="en-US">
                <a:latin typeface="Times New Roman" charset="0"/>
              </a:rPr>
              <a:pPr eaLnBrk="0" hangingPunct="0"/>
              <a:t>10/16/2020</a:t>
            </a:fld>
            <a:endParaRPr lang="en-US">
              <a:latin typeface="Times New Roman" charset="0"/>
            </a:endParaRPr>
          </a:p>
        </p:txBody>
      </p:sp>
      <p:sp>
        <p:nvSpPr>
          <p:cNvPr id="78852" name="Rectangle 6"/>
          <p:cNvSpPr>
            <a:spLocks noGrp="1" noChangeArrowheads="1"/>
          </p:cNvSpPr>
          <p:nvPr>
            <p:ph type="ftr" sz="quarter" idx="4"/>
          </p:nvPr>
        </p:nvSpPr>
        <p:spPr bwMode="auto">
          <a:noFill/>
          <a:ln>
            <a:miter lim="800000"/>
            <a:headEnd/>
            <a:tailEnd/>
          </a:ln>
        </p:spPr>
        <p:txBody>
          <a:bodyPr wrap="square" numCol="1" anchorCtr="0" compatLnSpc="1">
            <a:prstTxWarp prst="textNoShape">
              <a:avLst/>
            </a:prstTxWarp>
          </a:bodyPr>
          <a:lstStyle/>
          <a:p>
            <a:pPr eaLnBrk="0" hangingPunct="0"/>
            <a:r>
              <a:rPr lang="en-US">
                <a:latin typeface="Times New Roman" charset="0"/>
              </a:rPr>
              <a:t>Department of Information Systems</a:t>
            </a:r>
          </a:p>
        </p:txBody>
      </p:sp>
      <p:sp>
        <p:nvSpPr>
          <p:cNvPr id="78853"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pPr eaLnBrk="0" hangingPunct="0"/>
            <a:fld id="{F4913C32-F321-4110-9FA1-9F824C2A3D20}" type="slidenum">
              <a:rPr lang="en-US">
                <a:latin typeface="Times New Roman" charset="0"/>
              </a:rPr>
              <a:pPr eaLnBrk="0" hangingPunct="0"/>
              <a:t>13</a:t>
            </a:fld>
            <a:endParaRPr lang="en-US">
              <a:latin typeface="Times New Roman" charset="0"/>
            </a:endParaRPr>
          </a:p>
        </p:txBody>
      </p:sp>
      <p:sp>
        <p:nvSpPr>
          <p:cNvPr id="78854"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78855"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a:spcBef>
                <a:spcPct val="0"/>
              </a:spcBef>
            </a:pPr>
            <a:endParaRPr lang="en-US"/>
          </a:p>
        </p:txBody>
      </p:sp>
    </p:spTree>
    <p:extLst>
      <p:ext uri="{BB962C8B-B14F-4D97-AF65-F5344CB8AC3E}">
        <p14:creationId xmlns:p14="http://schemas.microsoft.com/office/powerpoint/2010/main" val="35146670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ChangeArrowheads="1"/>
          </p:cNvSpPr>
          <p:nvPr>
            <p:ph type="hdr" sz="quarter"/>
          </p:nvPr>
        </p:nvSpPr>
        <p:spPr bwMode="auto">
          <a:noFill/>
          <a:ln>
            <a:miter lim="800000"/>
            <a:headEnd/>
            <a:tailEnd/>
          </a:ln>
        </p:spPr>
        <p:txBody>
          <a:bodyPr wrap="square" numCol="1" anchor="t" anchorCtr="0" compatLnSpc="1">
            <a:prstTxWarp prst="textNoShape">
              <a:avLst/>
            </a:prstTxWarp>
          </a:bodyPr>
          <a:lstStyle/>
          <a:p>
            <a:pPr eaLnBrk="0" hangingPunct="0"/>
            <a:r>
              <a:rPr lang="en-US">
                <a:latin typeface="Times New Roman" charset="0"/>
              </a:rPr>
              <a:t>Information System Development</a:t>
            </a:r>
          </a:p>
        </p:txBody>
      </p:sp>
      <p:sp>
        <p:nvSpPr>
          <p:cNvPr id="79875" name="Rectangle 3"/>
          <p:cNvSpPr>
            <a:spLocks noGrp="1" noChangeArrowheads="1"/>
          </p:cNvSpPr>
          <p:nvPr>
            <p:ph type="dt" sz="quarter" idx="1"/>
          </p:nvPr>
        </p:nvSpPr>
        <p:spPr bwMode="auto">
          <a:noFill/>
          <a:ln>
            <a:miter lim="800000"/>
            <a:headEnd/>
            <a:tailEnd/>
          </a:ln>
        </p:spPr>
        <p:txBody>
          <a:bodyPr wrap="square" numCol="1" anchor="t" anchorCtr="0" compatLnSpc="1">
            <a:prstTxWarp prst="textNoShape">
              <a:avLst/>
            </a:prstTxWarp>
          </a:bodyPr>
          <a:lstStyle/>
          <a:p>
            <a:pPr eaLnBrk="0" hangingPunct="0"/>
            <a:fld id="{BF1A33B7-132B-4963-867D-37D8F83D1A9C}" type="datetime1">
              <a:rPr lang="en-US">
                <a:latin typeface="Times New Roman" charset="0"/>
              </a:rPr>
              <a:pPr eaLnBrk="0" hangingPunct="0"/>
              <a:t>10/16/2020</a:t>
            </a:fld>
            <a:endParaRPr lang="en-US">
              <a:latin typeface="Times New Roman" charset="0"/>
            </a:endParaRPr>
          </a:p>
        </p:txBody>
      </p:sp>
      <p:sp>
        <p:nvSpPr>
          <p:cNvPr id="79876" name="Rectangle 6"/>
          <p:cNvSpPr>
            <a:spLocks noGrp="1" noChangeArrowheads="1"/>
          </p:cNvSpPr>
          <p:nvPr>
            <p:ph type="ftr" sz="quarter" idx="4"/>
          </p:nvPr>
        </p:nvSpPr>
        <p:spPr bwMode="auto">
          <a:noFill/>
          <a:ln>
            <a:miter lim="800000"/>
            <a:headEnd/>
            <a:tailEnd/>
          </a:ln>
        </p:spPr>
        <p:txBody>
          <a:bodyPr wrap="square" numCol="1" anchorCtr="0" compatLnSpc="1">
            <a:prstTxWarp prst="textNoShape">
              <a:avLst/>
            </a:prstTxWarp>
          </a:bodyPr>
          <a:lstStyle/>
          <a:p>
            <a:pPr eaLnBrk="0" hangingPunct="0"/>
            <a:r>
              <a:rPr lang="en-US">
                <a:latin typeface="Times New Roman" charset="0"/>
              </a:rPr>
              <a:t>Department of Information Systems</a:t>
            </a:r>
          </a:p>
        </p:txBody>
      </p:sp>
      <p:sp>
        <p:nvSpPr>
          <p:cNvPr id="79877"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pPr eaLnBrk="0" hangingPunct="0"/>
            <a:fld id="{593A9A15-7673-4D64-A442-63855813DE8F}" type="slidenum">
              <a:rPr lang="en-US">
                <a:latin typeface="Times New Roman" charset="0"/>
              </a:rPr>
              <a:pPr eaLnBrk="0" hangingPunct="0"/>
              <a:t>14</a:t>
            </a:fld>
            <a:endParaRPr lang="en-US">
              <a:latin typeface="Times New Roman" charset="0"/>
            </a:endParaRPr>
          </a:p>
        </p:txBody>
      </p:sp>
      <p:sp>
        <p:nvSpPr>
          <p:cNvPr id="79878"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79879"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a:spcBef>
                <a:spcPct val="0"/>
              </a:spcBef>
            </a:pPr>
            <a:endParaRPr lang="en-US"/>
          </a:p>
        </p:txBody>
      </p:sp>
    </p:spTree>
    <p:extLst>
      <p:ext uri="{BB962C8B-B14F-4D97-AF65-F5344CB8AC3E}">
        <p14:creationId xmlns:p14="http://schemas.microsoft.com/office/powerpoint/2010/main" val="361955929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ChangeArrowheads="1"/>
          </p:cNvSpPr>
          <p:nvPr>
            <p:ph type="hdr" sz="quarter"/>
          </p:nvPr>
        </p:nvSpPr>
        <p:spPr bwMode="auto">
          <a:noFill/>
          <a:ln>
            <a:miter lim="800000"/>
            <a:headEnd/>
            <a:tailEnd/>
          </a:ln>
        </p:spPr>
        <p:txBody>
          <a:bodyPr wrap="square" numCol="1" anchor="t" anchorCtr="0" compatLnSpc="1">
            <a:prstTxWarp prst="textNoShape">
              <a:avLst/>
            </a:prstTxWarp>
          </a:bodyPr>
          <a:lstStyle/>
          <a:p>
            <a:pPr eaLnBrk="0" hangingPunct="0"/>
            <a:r>
              <a:rPr lang="en-US">
                <a:latin typeface="Times New Roman" charset="0"/>
              </a:rPr>
              <a:t>Information System Development</a:t>
            </a:r>
          </a:p>
        </p:txBody>
      </p:sp>
      <p:sp>
        <p:nvSpPr>
          <p:cNvPr id="80899" name="Rectangle 3"/>
          <p:cNvSpPr>
            <a:spLocks noGrp="1" noChangeArrowheads="1"/>
          </p:cNvSpPr>
          <p:nvPr>
            <p:ph type="dt" sz="quarter" idx="1"/>
          </p:nvPr>
        </p:nvSpPr>
        <p:spPr bwMode="auto">
          <a:noFill/>
          <a:ln>
            <a:miter lim="800000"/>
            <a:headEnd/>
            <a:tailEnd/>
          </a:ln>
        </p:spPr>
        <p:txBody>
          <a:bodyPr wrap="square" numCol="1" anchor="t" anchorCtr="0" compatLnSpc="1">
            <a:prstTxWarp prst="textNoShape">
              <a:avLst/>
            </a:prstTxWarp>
          </a:bodyPr>
          <a:lstStyle/>
          <a:p>
            <a:pPr eaLnBrk="0" hangingPunct="0"/>
            <a:fld id="{32AD2A11-7D86-457E-BE3C-EDC7EF93E153}" type="datetime1">
              <a:rPr lang="en-US">
                <a:latin typeface="Times New Roman" charset="0"/>
              </a:rPr>
              <a:pPr eaLnBrk="0" hangingPunct="0"/>
              <a:t>10/16/2020</a:t>
            </a:fld>
            <a:endParaRPr lang="en-US">
              <a:latin typeface="Times New Roman" charset="0"/>
            </a:endParaRPr>
          </a:p>
        </p:txBody>
      </p:sp>
      <p:sp>
        <p:nvSpPr>
          <p:cNvPr id="80900" name="Rectangle 6"/>
          <p:cNvSpPr>
            <a:spLocks noGrp="1" noChangeArrowheads="1"/>
          </p:cNvSpPr>
          <p:nvPr>
            <p:ph type="ftr" sz="quarter" idx="4"/>
          </p:nvPr>
        </p:nvSpPr>
        <p:spPr bwMode="auto">
          <a:noFill/>
          <a:ln>
            <a:miter lim="800000"/>
            <a:headEnd/>
            <a:tailEnd/>
          </a:ln>
        </p:spPr>
        <p:txBody>
          <a:bodyPr wrap="square" numCol="1" anchorCtr="0" compatLnSpc="1">
            <a:prstTxWarp prst="textNoShape">
              <a:avLst/>
            </a:prstTxWarp>
          </a:bodyPr>
          <a:lstStyle/>
          <a:p>
            <a:pPr eaLnBrk="0" hangingPunct="0"/>
            <a:r>
              <a:rPr lang="en-US">
                <a:latin typeface="Times New Roman" charset="0"/>
              </a:rPr>
              <a:t>Department of Information Systems</a:t>
            </a:r>
          </a:p>
        </p:txBody>
      </p:sp>
      <p:sp>
        <p:nvSpPr>
          <p:cNvPr id="80901"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pPr eaLnBrk="0" hangingPunct="0"/>
            <a:fld id="{9C47F14D-9D91-49CE-B50F-4F58AD3060FB}" type="slidenum">
              <a:rPr lang="en-US">
                <a:latin typeface="Times New Roman" charset="0"/>
              </a:rPr>
              <a:pPr eaLnBrk="0" hangingPunct="0"/>
              <a:t>15</a:t>
            </a:fld>
            <a:endParaRPr lang="en-US">
              <a:latin typeface="Times New Roman" charset="0"/>
            </a:endParaRPr>
          </a:p>
        </p:txBody>
      </p:sp>
      <p:sp>
        <p:nvSpPr>
          <p:cNvPr id="80902"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80903"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a:spcBef>
                <a:spcPct val="0"/>
              </a:spcBef>
            </a:pPr>
            <a:endParaRPr lang="en-US"/>
          </a:p>
        </p:txBody>
      </p:sp>
    </p:spTree>
    <p:extLst>
      <p:ext uri="{BB962C8B-B14F-4D97-AF65-F5344CB8AC3E}">
        <p14:creationId xmlns:p14="http://schemas.microsoft.com/office/powerpoint/2010/main" val="77577124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fld id="{D7A3FD79-B09A-49E8-BF3D-974F906249A1}" type="slidenum">
              <a:rPr lang="en-US">
                <a:latin typeface="Arial" charset="0"/>
              </a:rPr>
              <a:pPr/>
              <a:t>17</a:t>
            </a:fld>
            <a:endParaRPr lang="en-US">
              <a:latin typeface="Arial" charset="0"/>
            </a:endParaRPr>
          </a:p>
        </p:txBody>
      </p:sp>
      <p:sp>
        <p:nvSpPr>
          <p:cNvPr id="81923"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81924"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a:spcBef>
                <a:spcPct val="0"/>
              </a:spcBef>
            </a:pPr>
            <a:r>
              <a:rPr lang="en-US"/>
              <a:t>Information systems are developed for different purposes, depending on the needs of the business.</a:t>
            </a:r>
          </a:p>
          <a:p>
            <a:pPr>
              <a:spcBef>
                <a:spcPct val="0"/>
              </a:spcBef>
            </a:pPr>
            <a:endParaRPr lang="en-US"/>
          </a:p>
          <a:p>
            <a:pPr>
              <a:spcBef>
                <a:spcPct val="0"/>
              </a:spcBef>
            </a:pPr>
            <a:r>
              <a:rPr lang="en-US"/>
              <a:t>Operational</a:t>
            </a:r>
          </a:p>
          <a:p>
            <a:pPr>
              <a:spcBef>
                <a:spcPct val="0"/>
              </a:spcBef>
            </a:pPr>
            <a:r>
              <a:rPr lang="en-US"/>
              <a:t>      	TPS</a:t>
            </a:r>
          </a:p>
          <a:p>
            <a:pPr>
              <a:spcBef>
                <a:spcPct val="0"/>
              </a:spcBef>
            </a:pPr>
            <a:r>
              <a:rPr lang="en-US"/>
              <a:t>Knowledge Level</a:t>
            </a:r>
          </a:p>
          <a:p>
            <a:pPr>
              <a:spcBef>
                <a:spcPct val="0"/>
              </a:spcBef>
            </a:pPr>
            <a:r>
              <a:rPr lang="en-US"/>
              <a:t>	OAS</a:t>
            </a:r>
          </a:p>
          <a:p>
            <a:pPr>
              <a:spcBef>
                <a:spcPct val="0"/>
              </a:spcBef>
            </a:pPr>
            <a:r>
              <a:rPr lang="en-US"/>
              <a:t>	KWS</a:t>
            </a:r>
          </a:p>
          <a:p>
            <a:pPr>
              <a:spcBef>
                <a:spcPct val="0"/>
              </a:spcBef>
            </a:pPr>
            <a:r>
              <a:rPr lang="en-US"/>
              <a:t>Higher Level</a:t>
            </a:r>
          </a:p>
          <a:p>
            <a:pPr>
              <a:spcBef>
                <a:spcPct val="0"/>
              </a:spcBef>
            </a:pPr>
            <a:r>
              <a:rPr lang="en-US"/>
              <a:t>	MIS</a:t>
            </a:r>
          </a:p>
          <a:p>
            <a:pPr>
              <a:spcBef>
                <a:spcPct val="0"/>
              </a:spcBef>
            </a:pPr>
            <a:r>
              <a:rPr lang="en-US"/>
              <a:t>	DSS</a:t>
            </a:r>
          </a:p>
          <a:p>
            <a:pPr>
              <a:spcBef>
                <a:spcPct val="0"/>
              </a:spcBef>
            </a:pPr>
            <a:r>
              <a:rPr lang="en-US"/>
              <a:t>	ES</a:t>
            </a:r>
          </a:p>
          <a:p>
            <a:pPr>
              <a:spcBef>
                <a:spcPct val="0"/>
              </a:spcBef>
            </a:pPr>
            <a:r>
              <a:rPr lang="en-US"/>
              <a:t>Strategic Level</a:t>
            </a:r>
          </a:p>
          <a:p>
            <a:pPr>
              <a:spcBef>
                <a:spcPct val="0"/>
              </a:spcBef>
            </a:pPr>
            <a:r>
              <a:rPr lang="en-US"/>
              <a:t>	ESS</a:t>
            </a:r>
          </a:p>
          <a:p>
            <a:pPr>
              <a:spcBef>
                <a:spcPct val="0"/>
              </a:spcBef>
            </a:pPr>
            <a:r>
              <a:rPr lang="en-US"/>
              <a:t>	GDSS</a:t>
            </a:r>
          </a:p>
          <a:p>
            <a:pPr>
              <a:spcBef>
                <a:spcPct val="0"/>
              </a:spcBef>
            </a:pPr>
            <a:r>
              <a:rPr lang="en-US"/>
              <a:t>	CSCWS</a:t>
            </a:r>
          </a:p>
        </p:txBody>
      </p:sp>
    </p:spTree>
    <p:extLst>
      <p:ext uri="{BB962C8B-B14F-4D97-AF65-F5344CB8AC3E}">
        <p14:creationId xmlns:p14="http://schemas.microsoft.com/office/powerpoint/2010/main" val="393316286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fld id="{41009F0A-3FD3-4479-A123-E7778D210DE6}" type="slidenum">
              <a:rPr lang="en-US">
                <a:latin typeface="Arial" charset="0"/>
              </a:rPr>
              <a:pPr/>
              <a:t>18</a:t>
            </a:fld>
            <a:endParaRPr lang="en-US">
              <a:latin typeface="Arial" charset="0"/>
            </a:endParaRPr>
          </a:p>
        </p:txBody>
      </p:sp>
      <p:sp>
        <p:nvSpPr>
          <p:cNvPr id="82947"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82948"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a:spcBef>
                <a:spcPct val="0"/>
              </a:spcBef>
            </a:pPr>
            <a:r>
              <a:rPr lang="en-US"/>
              <a:t>As we move from the bottom to the top, each level represents a higher level of decision support. The bottom level or organizational level supported by TPS provides very structured decision support while the top level or strategic level supported by ESS, GDSS and CSCWS provides semi-structured and unstructured decision support. </a:t>
            </a:r>
          </a:p>
        </p:txBody>
      </p:sp>
    </p:spTree>
    <p:extLst>
      <p:ext uri="{BB962C8B-B14F-4D97-AF65-F5344CB8AC3E}">
        <p14:creationId xmlns:p14="http://schemas.microsoft.com/office/powerpoint/2010/main" val="253490379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fld id="{EC64A5DF-1BD4-45E5-833C-94B2606A55D5}" type="slidenum">
              <a:rPr lang="en-US">
                <a:latin typeface="Arial" charset="0"/>
              </a:rPr>
              <a:pPr/>
              <a:t>19</a:t>
            </a:fld>
            <a:endParaRPr lang="en-US">
              <a:latin typeface="Arial" charset="0"/>
            </a:endParaRPr>
          </a:p>
        </p:txBody>
      </p:sp>
      <p:sp>
        <p:nvSpPr>
          <p:cNvPr id="83971"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83972"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a:spcBef>
                <a:spcPct val="0"/>
              </a:spcBef>
            </a:pPr>
            <a:r>
              <a:rPr lang="en-US"/>
              <a:t>Eliminates the tedium of necessary operational transactions and reduces the time once required to perform them manually.</a:t>
            </a:r>
          </a:p>
          <a:p>
            <a:pPr>
              <a:spcBef>
                <a:spcPct val="0"/>
              </a:spcBef>
            </a:pPr>
            <a:endParaRPr lang="en-US"/>
          </a:p>
          <a:p>
            <a:pPr>
              <a:spcBef>
                <a:spcPct val="0"/>
              </a:spcBef>
            </a:pPr>
            <a:r>
              <a:rPr lang="en-US"/>
              <a:t>TPS are boundary-spanning systems that permit the organization to interact with external environments.</a:t>
            </a:r>
          </a:p>
          <a:p>
            <a:pPr>
              <a:spcBef>
                <a:spcPct val="0"/>
              </a:spcBef>
            </a:pPr>
            <a:endParaRPr lang="en-US"/>
          </a:p>
          <a:p>
            <a:pPr>
              <a:spcBef>
                <a:spcPct val="0"/>
              </a:spcBef>
            </a:pPr>
            <a:r>
              <a:rPr lang="en-US"/>
              <a:t>It is essential to the day-to-day operations of business that Transaction processing systems function smoothly and without interruption.</a:t>
            </a:r>
          </a:p>
        </p:txBody>
      </p:sp>
    </p:spTree>
    <p:extLst>
      <p:ext uri="{BB962C8B-B14F-4D97-AF65-F5344CB8AC3E}">
        <p14:creationId xmlns:p14="http://schemas.microsoft.com/office/powerpoint/2010/main" val="327757645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Slide Image Placeholder 1"/>
          <p:cNvSpPr>
            <a:spLocks noGrp="1" noRot="1" noChangeAspect="1" noTextEdit="1"/>
          </p:cNvSpPr>
          <p:nvPr>
            <p:ph type="sldImg"/>
          </p:nvPr>
        </p:nvSpPr>
        <p:spPr>
          <a:ln/>
        </p:spPr>
      </p:sp>
      <p:sp>
        <p:nvSpPr>
          <p:cNvPr id="38914" name="Notes Placeholder 2"/>
          <p:cNvSpPr>
            <a:spLocks noGrp="1"/>
          </p:cNvSpPr>
          <p:nvPr>
            <p:ph type="body" idx="1"/>
          </p:nvPr>
        </p:nvSpPr>
        <p:spPr>
          <a:noFill/>
          <a:ln/>
        </p:spPr>
        <p:txBody>
          <a:bodyPr/>
          <a:lstStyle/>
          <a:p>
            <a:pPr eaLnBrk="1" hangingPunct="1"/>
            <a:r>
              <a:rPr lang="en-US">
                <a:ea typeface="ＭＳ Ｐゴシック" pitchFamily="34" charset="-128"/>
              </a:rPr>
              <a:t>Note that the outputs of the payroll system are useful not only within the company to managers, but also to regulatory agencies and other entities relying on the accuracy of the reported data.</a:t>
            </a:r>
          </a:p>
        </p:txBody>
      </p:sp>
      <p:sp>
        <p:nvSpPr>
          <p:cNvPr id="38915" name="Slide Number Placeholder 3"/>
          <p:cNvSpPr>
            <a:spLocks noGrp="1"/>
          </p:cNvSpPr>
          <p:nvPr>
            <p:ph type="sldNum" sz="quarter" idx="5"/>
          </p:nvPr>
        </p:nvSpPr>
        <p:spPr>
          <a:noFill/>
        </p:spPr>
        <p:txBody>
          <a:bodyPr/>
          <a:lstStyle/>
          <a:p>
            <a:fld id="{0AAC057E-1B79-4B61-9894-DAF32316DDBB}" type="slidenum">
              <a:rPr lang="en-US"/>
              <a:pPr/>
              <a:t>20</a:t>
            </a:fld>
            <a:endParaRPr lang="en-US"/>
          </a:p>
        </p:txBody>
      </p:sp>
    </p:spTree>
    <p:extLst>
      <p:ext uri="{BB962C8B-B14F-4D97-AF65-F5344CB8AC3E}">
        <p14:creationId xmlns:p14="http://schemas.microsoft.com/office/powerpoint/2010/main" val="163464470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fld id="{F3970B8F-C90E-4C7F-88C3-911D6C8782B5}" type="slidenum">
              <a:rPr lang="en-US">
                <a:latin typeface="Arial" charset="0"/>
              </a:rPr>
              <a:pPr/>
              <a:t>21</a:t>
            </a:fld>
            <a:endParaRPr lang="en-US">
              <a:latin typeface="Arial" charset="0"/>
            </a:endParaRPr>
          </a:p>
        </p:txBody>
      </p:sp>
      <p:sp>
        <p:nvSpPr>
          <p:cNvPr id="84995"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84996"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a:spcBef>
                <a:spcPct val="0"/>
              </a:spcBef>
            </a:pPr>
            <a:r>
              <a:rPr lang="en-US"/>
              <a:t>OAS – support data workers, who do not usually create new knowledge but rather analyze information so as to transform data or manipulate it in some way before sharing it with, or formally disseminating it throughout, the organization and, sometimes beyond.</a:t>
            </a:r>
          </a:p>
          <a:p>
            <a:pPr>
              <a:spcBef>
                <a:spcPct val="0"/>
              </a:spcBef>
            </a:pPr>
            <a:endParaRPr lang="en-US"/>
          </a:p>
          <a:p>
            <a:pPr>
              <a:spcBef>
                <a:spcPct val="0"/>
              </a:spcBef>
            </a:pPr>
            <a:r>
              <a:rPr lang="en-US"/>
              <a:t>KWS – support professional workers such as scientists, engineers, and doctors by aiding them in their efforts to create new knowledge and by allowing them to contribute it to the organization or to society at large.</a:t>
            </a:r>
          </a:p>
          <a:p>
            <a:pPr>
              <a:spcBef>
                <a:spcPct val="0"/>
              </a:spcBef>
            </a:pPr>
            <a:endParaRPr lang="en-US"/>
          </a:p>
          <a:p>
            <a:pPr>
              <a:spcBef>
                <a:spcPct val="0"/>
              </a:spcBef>
            </a:pPr>
            <a:r>
              <a:rPr lang="en-US"/>
              <a:t>(CAD) Computer Aided Design - Automates creation, revision of products, and services</a:t>
            </a:r>
          </a:p>
          <a:p>
            <a:pPr>
              <a:spcBef>
                <a:spcPct val="0"/>
              </a:spcBef>
            </a:pPr>
            <a:r>
              <a:rPr lang="en-US"/>
              <a:t>Virtual Reality - Interactive software creates simulations of real world activities</a:t>
            </a:r>
          </a:p>
          <a:p>
            <a:pPr>
              <a:spcBef>
                <a:spcPct val="0"/>
              </a:spcBef>
            </a:pPr>
            <a:r>
              <a:rPr lang="en-US"/>
              <a:t>Investment workstations - Special work station to access and manipulate massive amounts of financial data</a:t>
            </a:r>
          </a:p>
          <a:p>
            <a:pPr algn="ctr">
              <a:spcBef>
                <a:spcPct val="0"/>
              </a:spcBef>
            </a:pPr>
            <a:endParaRPr lang="en-US" sz="1000"/>
          </a:p>
          <a:p>
            <a:pPr>
              <a:spcBef>
                <a:spcPct val="0"/>
              </a:spcBef>
            </a:pPr>
            <a:endParaRPr lang="en-US"/>
          </a:p>
        </p:txBody>
      </p:sp>
    </p:spTree>
    <p:extLst>
      <p:ext uri="{BB962C8B-B14F-4D97-AF65-F5344CB8AC3E}">
        <p14:creationId xmlns:p14="http://schemas.microsoft.com/office/powerpoint/2010/main" val="389662980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fld id="{7F91A595-B38B-431F-BAB1-F334D0DAF928}" type="slidenum">
              <a:rPr lang="en-US">
                <a:latin typeface="Arial" charset="0"/>
              </a:rPr>
              <a:pPr/>
              <a:t>22</a:t>
            </a:fld>
            <a:endParaRPr lang="en-US">
              <a:latin typeface="Arial" charset="0"/>
            </a:endParaRPr>
          </a:p>
        </p:txBody>
      </p:sp>
      <p:sp>
        <p:nvSpPr>
          <p:cNvPr id="86019"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86020"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a:spcBef>
                <a:spcPct val="0"/>
              </a:spcBef>
            </a:pPr>
            <a:r>
              <a:rPr lang="en-US" sz="1000"/>
              <a:t>MIS – Support management functions of organization. Transaction processing systems are a subset of management information systems. MIS includes a wider spectrum which includes decision analysis and decision making.</a:t>
            </a:r>
          </a:p>
          <a:p>
            <a:pPr>
              <a:spcBef>
                <a:spcPct val="0"/>
              </a:spcBef>
            </a:pPr>
            <a:r>
              <a:rPr lang="en-US" sz="1000"/>
              <a:t>Management information systems use a database which contains both data and models that help the user interpret and apply the data. The product produced by Management information systems is that used in decision making.</a:t>
            </a:r>
          </a:p>
          <a:p>
            <a:pPr>
              <a:spcBef>
                <a:spcPct val="0"/>
              </a:spcBef>
            </a:pPr>
            <a:endParaRPr lang="en-US" sz="1000"/>
          </a:p>
          <a:p>
            <a:pPr>
              <a:spcBef>
                <a:spcPct val="0"/>
              </a:spcBef>
            </a:pPr>
            <a:r>
              <a:rPr lang="en-US" sz="1000"/>
              <a:t>DSS – Much like an MIS except that it emphasizes the support of decision making in all its phases, although the actual decision is still left up to the decision maker. </a:t>
            </a:r>
            <a:r>
              <a:rPr lang="en-US" sz="1100"/>
              <a:t>Closely tailored to the person or group using them.</a:t>
            </a:r>
            <a:endParaRPr lang="en-US" sz="1000"/>
          </a:p>
          <a:p>
            <a:pPr>
              <a:spcBef>
                <a:spcPct val="0"/>
              </a:spcBef>
            </a:pPr>
            <a:endParaRPr lang="en-US" sz="1000"/>
          </a:p>
          <a:p>
            <a:pPr>
              <a:spcBef>
                <a:spcPct val="0"/>
              </a:spcBef>
            </a:pPr>
            <a:r>
              <a:rPr lang="en-US" sz="1000"/>
              <a:t>ES – Uses the approaches of AI reasoning to solve the problems put to them by business and other users. These systems select the best solution to a problem or a specific class of problems.</a:t>
            </a:r>
          </a:p>
          <a:p>
            <a:pPr>
              <a:spcBef>
                <a:spcPct val="0"/>
              </a:spcBef>
            </a:pPr>
            <a:r>
              <a:rPr lang="en-US" sz="1000"/>
              <a:t>Expert systems consist of:</a:t>
            </a:r>
          </a:p>
          <a:p>
            <a:pPr>
              <a:spcBef>
                <a:spcPct val="0"/>
              </a:spcBef>
            </a:pPr>
            <a:r>
              <a:rPr lang="en-US" sz="1000"/>
              <a:t> knowledge base</a:t>
            </a:r>
          </a:p>
          <a:p>
            <a:pPr>
              <a:spcBef>
                <a:spcPct val="0"/>
              </a:spcBef>
            </a:pPr>
            <a:r>
              <a:rPr lang="en-US" sz="1000"/>
              <a:t> inference engine – connects the user with the system by processing requests</a:t>
            </a:r>
          </a:p>
          <a:p>
            <a:pPr>
              <a:spcBef>
                <a:spcPct val="0"/>
              </a:spcBef>
            </a:pPr>
            <a:r>
              <a:rPr lang="en-US" sz="1000"/>
              <a:t> user interface</a:t>
            </a:r>
          </a:p>
          <a:p>
            <a:pPr>
              <a:spcBef>
                <a:spcPct val="0"/>
              </a:spcBef>
            </a:pPr>
            <a:endParaRPr lang="en-US" sz="1000"/>
          </a:p>
          <a:p>
            <a:pPr>
              <a:spcBef>
                <a:spcPct val="0"/>
              </a:spcBef>
            </a:pPr>
            <a:r>
              <a:rPr lang="en-US" sz="1000"/>
              <a:t> </a:t>
            </a:r>
          </a:p>
        </p:txBody>
      </p:sp>
    </p:spTree>
    <p:extLst>
      <p:ext uri="{BB962C8B-B14F-4D97-AF65-F5344CB8AC3E}">
        <p14:creationId xmlns:p14="http://schemas.microsoft.com/office/powerpoint/2010/main" val="317395876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fld id="{8F0E85B9-84B1-4CBF-B1F9-2712E37D5776}" type="slidenum">
              <a:rPr lang="en-US">
                <a:latin typeface="Arial" charset="0"/>
              </a:rPr>
              <a:pPr/>
              <a:t>25</a:t>
            </a:fld>
            <a:endParaRPr lang="en-US">
              <a:latin typeface="Arial" charset="0"/>
            </a:endParaRPr>
          </a:p>
        </p:txBody>
      </p:sp>
      <p:sp>
        <p:nvSpPr>
          <p:cNvPr id="87043"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87044"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a:spcBef>
                <a:spcPct val="0"/>
              </a:spcBef>
            </a:pPr>
            <a:r>
              <a:rPr lang="en-US"/>
              <a:t>ESS – Help executives to make decisions at the strategic level by providing graphics and communication support technologies in accessible places. They help executives address unstructured decision problems by creating an environment which helps them think about strategic problems in an informed way.</a:t>
            </a:r>
          </a:p>
          <a:p>
            <a:pPr>
              <a:spcBef>
                <a:spcPct val="0"/>
              </a:spcBef>
            </a:pPr>
            <a:endParaRPr lang="en-US"/>
          </a:p>
          <a:p>
            <a:pPr>
              <a:spcBef>
                <a:spcPct val="0"/>
              </a:spcBef>
            </a:pPr>
            <a:r>
              <a:rPr lang="en-US"/>
              <a:t>GDSS – aids in group collaboration permitting group members to interact with electronic support such as polling, questionnaires, brainstorming, and scenario creation. Can be used to minimize negative group behaviors – lack of participation, domination by vocal group members, and “group think” decision making.</a:t>
            </a:r>
          </a:p>
          <a:p>
            <a:pPr>
              <a:spcBef>
                <a:spcPct val="0"/>
              </a:spcBef>
            </a:pPr>
            <a:endParaRPr lang="en-US"/>
          </a:p>
          <a:p>
            <a:pPr>
              <a:spcBef>
                <a:spcPct val="0"/>
              </a:spcBef>
            </a:pPr>
            <a:r>
              <a:rPr lang="en-US"/>
              <a:t>CSCWS – This is the more general term for group decision support systems.</a:t>
            </a:r>
          </a:p>
        </p:txBody>
      </p:sp>
    </p:spTree>
    <p:extLst>
      <p:ext uri="{BB962C8B-B14F-4D97-AF65-F5344CB8AC3E}">
        <p14:creationId xmlns:p14="http://schemas.microsoft.com/office/powerpoint/2010/main" val="319175888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fld id="{894ACE42-42D0-48E3-BD20-E32E02DADF43}" type="slidenum">
              <a:rPr lang="en-US">
                <a:latin typeface="Arial" charset="0"/>
              </a:rPr>
              <a:pPr/>
              <a:t>26</a:t>
            </a:fld>
            <a:endParaRPr lang="en-US">
              <a:latin typeface="Arial" charset="0"/>
            </a:endParaRPr>
          </a:p>
        </p:txBody>
      </p:sp>
      <p:sp>
        <p:nvSpPr>
          <p:cNvPr id="88067"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88068"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a:spcBef>
                <a:spcPct val="0"/>
              </a:spcBef>
            </a:pPr>
            <a:r>
              <a:rPr lang="en-US"/>
              <a:t>As new technologies are adopted they will need to be integrated with traditional systems. Systems analyst will be using these new technologies in helping  people work to integrate ecommerce applications into traditional businesses or as they begin entirely new ebusinesses.</a:t>
            </a:r>
          </a:p>
        </p:txBody>
      </p:sp>
    </p:spTree>
    <p:extLst>
      <p:ext uri="{BB962C8B-B14F-4D97-AF65-F5344CB8AC3E}">
        <p14:creationId xmlns:p14="http://schemas.microsoft.com/office/powerpoint/2010/main" val="319700115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Slide Image Placeholder 1"/>
          <p:cNvSpPr>
            <a:spLocks noGrp="1" noRot="1" noChangeAspect="1" noTextEdit="1"/>
          </p:cNvSpPr>
          <p:nvPr>
            <p:ph type="sldImg"/>
          </p:nvPr>
        </p:nvSpPr>
        <p:spPr>
          <a:ln/>
        </p:spPr>
      </p:sp>
      <p:sp>
        <p:nvSpPr>
          <p:cNvPr id="61442" name="Notes Placeholder 2"/>
          <p:cNvSpPr>
            <a:spLocks noGrp="1"/>
          </p:cNvSpPr>
          <p:nvPr>
            <p:ph type="body" idx="1"/>
          </p:nvPr>
        </p:nvSpPr>
        <p:spPr>
          <a:noFill/>
          <a:ln/>
        </p:spPr>
        <p:txBody>
          <a:bodyPr/>
          <a:lstStyle/>
          <a:p>
            <a:pPr eaLnBrk="1" hangingPunct="1"/>
            <a:r>
              <a:rPr lang="en-US">
                <a:ea typeface="ＭＳ Ｐゴシック" pitchFamily="34" charset="-128"/>
              </a:rPr>
              <a:t>The purpose of this graphic is simply to illustrate that enterprise systems are very large and diverse databases that pull information from many parts of the firm and enable processes both across the firm, at different organizational levels, as well as with suppliers and customers. </a:t>
            </a:r>
          </a:p>
          <a:p>
            <a:pPr eaLnBrk="1" hangingPunct="1"/>
            <a:endParaRPr lang="en-US">
              <a:ea typeface="ＭＳ Ｐゴシック" pitchFamily="34" charset="-128"/>
            </a:endParaRPr>
          </a:p>
          <a:p>
            <a:pPr eaLnBrk="1" hangingPunct="1"/>
            <a:r>
              <a:rPr lang="en-US">
                <a:ea typeface="ＭＳ Ｐゴシック" pitchFamily="34" charset="-128"/>
              </a:rPr>
              <a:t>The triangle represents the organization, with different colors for the four main business functions. The ovals show that an enterprise application architecture incorporates systems used in sales and marketing, enabling these to communicate with each other and externally, with suppliers and customers.  It also incorporates information supplied by knowledge management systems, manufacturing and finance systems, and other enterprise systems. The purpose of incorporating  data and information from all of these sources is to enable and automate cross-functional business processes and supply accurate information to aid decision making.</a:t>
            </a:r>
          </a:p>
        </p:txBody>
      </p:sp>
      <p:sp>
        <p:nvSpPr>
          <p:cNvPr id="61443" name="Slide Number Placeholder 3"/>
          <p:cNvSpPr>
            <a:spLocks noGrp="1"/>
          </p:cNvSpPr>
          <p:nvPr>
            <p:ph type="sldNum" sz="quarter" idx="5"/>
          </p:nvPr>
        </p:nvSpPr>
        <p:spPr>
          <a:noFill/>
        </p:spPr>
        <p:txBody>
          <a:bodyPr/>
          <a:lstStyle/>
          <a:p>
            <a:fld id="{9229C058-7EDA-4A1F-84A5-30CC28E2688D}" type="slidenum">
              <a:rPr lang="en-US"/>
              <a:pPr/>
              <a:t>27</a:t>
            </a:fld>
            <a:endParaRPr lang="en-US"/>
          </a:p>
        </p:txBody>
      </p:sp>
    </p:spTree>
    <p:extLst>
      <p:ext uri="{BB962C8B-B14F-4D97-AF65-F5344CB8AC3E}">
        <p14:creationId xmlns:p14="http://schemas.microsoft.com/office/powerpoint/2010/main" val="143147167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fld id="{731A0BD2-C544-49AC-91A6-1F6BCF1CC4B7}" type="slidenum">
              <a:rPr lang="en-US">
                <a:latin typeface="Arial" charset="0"/>
              </a:rPr>
              <a:pPr/>
              <a:t>29</a:t>
            </a:fld>
            <a:endParaRPr lang="en-US">
              <a:latin typeface="Arial" charset="0"/>
            </a:endParaRPr>
          </a:p>
        </p:txBody>
      </p:sp>
      <p:sp>
        <p:nvSpPr>
          <p:cNvPr id="89091"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89092"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a:spcBef>
                <a:spcPct val="0"/>
              </a:spcBef>
            </a:pPr>
            <a:r>
              <a:rPr lang="en-US"/>
              <a:t>The systems covered can have much greater functionality if they are migrated to the World Wide Web or if they are originally conceived and implemented as Web-based technologies.</a:t>
            </a:r>
          </a:p>
        </p:txBody>
      </p:sp>
    </p:spTree>
    <p:extLst>
      <p:ext uri="{BB962C8B-B14F-4D97-AF65-F5344CB8AC3E}">
        <p14:creationId xmlns:p14="http://schemas.microsoft.com/office/powerpoint/2010/main" val="62266519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fld id="{E01967E1-EFA6-4AD1-B652-AF0F37BF99CC}" type="slidenum">
              <a:rPr lang="en-US">
                <a:latin typeface="Arial" charset="0"/>
              </a:rPr>
              <a:pPr/>
              <a:t>30</a:t>
            </a:fld>
            <a:endParaRPr lang="en-US">
              <a:latin typeface="Arial" charset="0"/>
            </a:endParaRPr>
          </a:p>
        </p:txBody>
      </p:sp>
      <p:sp>
        <p:nvSpPr>
          <p:cNvPr id="90115"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90116"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a:spcBef>
                <a:spcPct val="0"/>
              </a:spcBef>
            </a:pPr>
            <a:r>
              <a:rPr lang="en-US"/>
              <a:t>Instituting ERP requires enormous commitment and organizational change.</a:t>
            </a:r>
          </a:p>
          <a:p>
            <a:pPr>
              <a:spcBef>
                <a:spcPct val="0"/>
              </a:spcBef>
            </a:pPr>
            <a:r>
              <a:rPr lang="en-US"/>
              <a:t>Generally systems analysts server as consultants to ERP endeavors that use proprietary software.</a:t>
            </a:r>
          </a:p>
          <a:p>
            <a:pPr>
              <a:spcBef>
                <a:spcPct val="0"/>
              </a:spcBef>
            </a:pPr>
            <a:r>
              <a:rPr lang="en-US"/>
              <a:t>To properly design, install, maintain, update, and use a ERP package, analysts as well as some users require vendor training, support, and maintenance.</a:t>
            </a:r>
          </a:p>
        </p:txBody>
      </p:sp>
    </p:spTree>
    <p:extLst>
      <p:ext uri="{BB962C8B-B14F-4D97-AF65-F5344CB8AC3E}">
        <p14:creationId xmlns:p14="http://schemas.microsoft.com/office/powerpoint/2010/main" val="392215853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fld id="{0544A0B8-1161-4608-99A8-72E8347FE467}" type="slidenum">
              <a:rPr lang="en-US">
                <a:latin typeface="Arial" charset="0"/>
              </a:rPr>
              <a:pPr/>
              <a:t>31</a:t>
            </a:fld>
            <a:endParaRPr lang="en-US">
              <a:latin typeface="Arial" charset="0"/>
            </a:endParaRPr>
          </a:p>
        </p:txBody>
      </p:sp>
      <p:sp>
        <p:nvSpPr>
          <p:cNvPr id="91139"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91140"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a:spcBef>
                <a:spcPct val="0"/>
              </a:spcBef>
            </a:pPr>
            <a:r>
              <a:rPr lang="en-US"/>
              <a:t>Analysts are being called to design a plethora of new systems and applications.</a:t>
            </a:r>
          </a:p>
          <a:p>
            <a:pPr>
              <a:spcBef>
                <a:spcPct val="0"/>
              </a:spcBef>
            </a:pPr>
            <a:r>
              <a:rPr lang="en-US"/>
              <a:t>May be asked to develop under the standard called Bluetooth.</a:t>
            </a:r>
          </a:p>
          <a:p>
            <a:pPr>
              <a:spcBef>
                <a:spcPct val="0"/>
              </a:spcBef>
            </a:pPr>
            <a:r>
              <a:rPr lang="en-US"/>
              <a:t>Intelligent agents are software that can assist users with tasks in which the software learns preferences from of users over time and then acts on those preferences.</a:t>
            </a:r>
          </a:p>
          <a:p>
            <a:pPr>
              <a:spcBef>
                <a:spcPct val="0"/>
              </a:spcBef>
            </a:pPr>
            <a:r>
              <a:rPr lang="en-US"/>
              <a:t>Microsoft is developing software based on Bayesian statistics and decision making theory in combination with monitoring a user’s behavior concerning the handling of incoming information. Referred to as notification manager software that also places a dollar value on each piece of incoming information.</a:t>
            </a:r>
          </a:p>
        </p:txBody>
      </p:sp>
    </p:spTree>
    <p:extLst>
      <p:ext uri="{BB962C8B-B14F-4D97-AF65-F5344CB8AC3E}">
        <p14:creationId xmlns:p14="http://schemas.microsoft.com/office/powerpoint/2010/main" val="245791293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fld id="{D1E1755A-E33B-4960-8C91-1D5B4AFA79F2}" type="slidenum">
              <a:rPr lang="en-US">
                <a:latin typeface="Arial" charset="0"/>
              </a:rPr>
              <a:pPr/>
              <a:t>32</a:t>
            </a:fld>
            <a:endParaRPr lang="en-US">
              <a:latin typeface="Arial" charset="0"/>
            </a:endParaRPr>
          </a:p>
        </p:txBody>
      </p:sp>
      <p:sp>
        <p:nvSpPr>
          <p:cNvPr id="92163"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92164"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a:spcBef>
                <a:spcPct val="0"/>
              </a:spcBef>
            </a:pPr>
            <a:r>
              <a:rPr lang="en-US"/>
              <a:t>A movement to create, distribute, share and modify software which is not proprietary.</a:t>
            </a:r>
          </a:p>
          <a:p>
            <a:pPr>
              <a:spcBef>
                <a:spcPct val="0"/>
              </a:spcBef>
            </a:pPr>
            <a:r>
              <a:rPr lang="en-US"/>
              <a:t>It’s not a monolithic movement instead it has been categorized into four community types:</a:t>
            </a:r>
          </a:p>
          <a:p>
            <a:pPr>
              <a:spcBef>
                <a:spcPct val="0"/>
              </a:spcBef>
            </a:pPr>
            <a:r>
              <a:rPr lang="en-US"/>
              <a:t>Ad hoc</a:t>
            </a:r>
          </a:p>
          <a:p>
            <a:pPr>
              <a:spcBef>
                <a:spcPct val="0"/>
              </a:spcBef>
            </a:pPr>
            <a:r>
              <a:rPr lang="en-US"/>
              <a:t>Standardized</a:t>
            </a:r>
          </a:p>
          <a:p>
            <a:pPr>
              <a:spcBef>
                <a:spcPct val="0"/>
              </a:spcBef>
            </a:pPr>
            <a:r>
              <a:rPr lang="en-US"/>
              <a:t>Organized</a:t>
            </a:r>
          </a:p>
          <a:p>
            <a:pPr>
              <a:spcBef>
                <a:spcPct val="0"/>
              </a:spcBef>
            </a:pPr>
            <a:r>
              <a:rPr lang="en-US"/>
              <a:t>Commercial</a:t>
            </a:r>
          </a:p>
          <a:p>
            <a:pPr>
              <a:spcBef>
                <a:spcPct val="0"/>
              </a:spcBef>
            </a:pPr>
            <a:r>
              <a:rPr lang="en-US"/>
              <a:t>The four communities in turn differ from each other on six key dimensions:</a:t>
            </a:r>
          </a:p>
          <a:p>
            <a:pPr>
              <a:spcBef>
                <a:spcPct val="0"/>
              </a:spcBef>
            </a:pPr>
            <a:r>
              <a:rPr lang="en-US"/>
              <a:t>General structure</a:t>
            </a:r>
          </a:p>
          <a:p>
            <a:pPr>
              <a:spcBef>
                <a:spcPct val="0"/>
              </a:spcBef>
            </a:pPr>
            <a:r>
              <a:rPr lang="en-US"/>
              <a:t>Environment</a:t>
            </a:r>
          </a:p>
          <a:p>
            <a:pPr>
              <a:spcBef>
                <a:spcPct val="0"/>
              </a:spcBef>
            </a:pPr>
            <a:r>
              <a:rPr lang="en-US"/>
              <a:t>Goals</a:t>
            </a:r>
          </a:p>
          <a:p>
            <a:pPr>
              <a:spcBef>
                <a:spcPct val="0"/>
              </a:spcBef>
            </a:pPr>
            <a:r>
              <a:rPr lang="en-US"/>
              <a:t>Methods</a:t>
            </a:r>
          </a:p>
          <a:p>
            <a:pPr>
              <a:spcBef>
                <a:spcPct val="0"/>
              </a:spcBef>
            </a:pPr>
            <a:r>
              <a:rPr lang="en-US"/>
              <a:t>User community</a:t>
            </a:r>
          </a:p>
          <a:p>
            <a:pPr>
              <a:spcBef>
                <a:spcPct val="0"/>
              </a:spcBef>
            </a:pPr>
            <a:r>
              <a:rPr lang="en-US"/>
              <a:t>Licensing</a:t>
            </a:r>
          </a:p>
          <a:p>
            <a:pPr>
              <a:spcBef>
                <a:spcPct val="0"/>
              </a:spcBef>
            </a:pPr>
            <a:endParaRPr lang="en-US"/>
          </a:p>
        </p:txBody>
      </p:sp>
    </p:spTree>
    <p:extLst>
      <p:ext uri="{BB962C8B-B14F-4D97-AF65-F5344CB8AC3E}">
        <p14:creationId xmlns:p14="http://schemas.microsoft.com/office/powerpoint/2010/main" val="61756777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fld id="{E5CB9315-3D36-4D62-8369-258E2035522F}" type="slidenum">
              <a:rPr lang="en-US">
                <a:latin typeface="Arial" charset="0"/>
              </a:rPr>
              <a:pPr/>
              <a:t>34</a:t>
            </a:fld>
            <a:endParaRPr lang="en-US">
              <a:latin typeface="Arial" charset="0"/>
            </a:endParaRPr>
          </a:p>
        </p:txBody>
      </p:sp>
      <p:sp>
        <p:nvSpPr>
          <p:cNvPr id="93187"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93188"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a:spcBef>
                <a:spcPct val="0"/>
              </a:spcBef>
            </a:pPr>
            <a:r>
              <a:rPr lang="en-US"/>
              <a:t>User involvement throughout the systems project is critical to the successful development of computerized information systems.</a:t>
            </a:r>
          </a:p>
          <a:p>
            <a:pPr>
              <a:spcBef>
                <a:spcPct val="0"/>
              </a:spcBef>
            </a:pPr>
            <a:r>
              <a:rPr lang="en-US"/>
              <a:t>New technologies are also driving the need for systems analysis. Ajax and Ruby on Rails are two examples.</a:t>
            </a:r>
          </a:p>
        </p:txBody>
      </p:sp>
    </p:spTree>
    <p:extLst>
      <p:ext uri="{BB962C8B-B14F-4D97-AF65-F5344CB8AC3E}">
        <p14:creationId xmlns:p14="http://schemas.microsoft.com/office/powerpoint/2010/main" val="21604906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p:cNvSpPr>
            <a:spLocks noGrp="1" noChangeArrowheads="1"/>
          </p:cNvSpPr>
          <p:nvPr>
            <p:ph type="hdr" sz="quarter"/>
          </p:nvPr>
        </p:nvSpPr>
        <p:spPr bwMode="auto">
          <a:noFill/>
          <a:ln>
            <a:miter lim="800000"/>
            <a:headEnd/>
            <a:tailEnd/>
          </a:ln>
        </p:spPr>
        <p:txBody>
          <a:bodyPr wrap="square" numCol="1" anchor="t" anchorCtr="0" compatLnSpc="1">
            <a:prstTxWarp prst="textNoShape">
              <a:avLst/>
            </a:prstTxWarp>
          </a:bodyPr>
          <a:lstStyle/>
          <a:p>
            <a:pPr eaLnBrk="0" hangingPunct="0"/>
            <a:r>
              <a:rPr lang="en-US">
                <a:latin typeface="Times New Roman" charset="0"/>
              </a:rPr>
              <a:t>Information System Development</a:t>
            </a:r>
          </a:p>
        </p:txBody>
      </p:sp>
      <p:sp>
        <p:nvSpPr>
          <p:cNvPr id="94211" name="Rectangle 3"/>
          <p:cNvSpPr>
            <a:spLocks noGrp="1" noChangeArrowheads="1"/>
          </p:cNvSpPr>
          <p:nvPr>
            <p:ph type="dt" sz="quarter" idx="1"/>
          </p:nvPr>
        </p:nvSpPr>
        <p:spPr bwMode="auto">
          <a:noFill/>
          <a:ln>
            <a:miter lim="800000"/>
            <a:headEnd/>
            <a:tailEnd/>
          </a:ln>
        </p:spPr>
        <p:txBody>
          <a:bodyPr wrap="square" numCol="1" anchor="t" anchorCtr="0" compatLnSpc="1">
            <a:prstTxWarp prst="textNoShape">
              <a:avLst/>
            </a:prstTxWarp>
          </a:bodyPr>
          <a:lstStyle/>
          <a:p>
            <a:pPr eaLnBrk="0" hangingPunct="0"/>
            <a:fld id="{41DE24A9-AB81-4529-817C-46CFB6058D9F}" type="datetime1">
              <a:rPr lang="en-US">
                <a:latin typeface="Times New Roman" charset="0"/>
              </a:rPr>
              <a:pPr eaLnBrk="0" hangingPunct="0"/>
              <a:t>10/16/2020</a:t>
            </a:fld>
            <a:endParaRPr lang="en-US">
              <a:latin typeface="Times New Roman" charset="0"/>
            </a:endParaRPr>
          </a:p>
        </p:txBody>
      </p:sp>
      <p:sp>
        <p:nvSpPr>
          <p:cNvPr id="94212" name="Rectangle 6"/>
          <p:cNvSpPr>
            <a:spLocks noGrp="1" noChangeArrowheads="1"/>
          </p:cNvSpPr>
          <p:nvPr>
            <p:ph type="ftr" sz="quarter" idx="4"/>
          </p:nvPr>
        </p:nvSpPr>
        <p:spPr bwMode="auto">
          <a:noFill/>
          <a:ln>
            <a:miter lim="800000"/>
            <a:headEnd/>
            <a:tailEnd/>
          </a:ln>
        </p:spPr>
        <p:txBody>
          <a:bodyPr wrap="square" numCol="1" anchorCtr="0" compatLnSpc="1">
            <a:prstTxWarp prst="textNoShape">
              <a:avLst/>
            </a:prstTxWarp>
          </a:bodyPr>
          <a:lstStyle/>
          <a:p>
            <a:pPr eaLnBrk="0" hangingPunct="0"/>
            <a:r>
              <a:rPr lang="en-US">
                <a:latin typeface="Times New Roman" charset="0"/>
              </a:rPr>
              <a:t>Department of Information Systems</a:t>
            </a:r>
          </a:p>
        </p:txBody>
      </p:sp>
      <p:sp>
        <p:nvSpPr>
          <p:cNvPr id="94213"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pPr eaLnBrk="0" hangingPunct="0"/>
            <a:fld id="{64F2EE65-BB51-4C91-9760-AB8FA0D410C0}" type="slidenum">
              <a:rPr lang="en-US">
                <a:latin typeface="Times New Roman" charset="0"/>
              </a:rPr>
              <a:pPr eaLnBrk="0" hangingPunct="0"/>
              <a:t>35</a:t>
            </a:fld>
            <a:endParaRPr lang="en-US">
              <a:latin typeface="Times New Roman" charset="0"/>
            </a:endParaRPr>
          </a:p>
        </p:txBody>
      </p:sp>
      <p:sp>
        <p:nvSpPr>
          <p:cNvPr id="94214"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94215"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a:spcBef>
                <a:spcPct val="0"/>
              </a:spcBef>
            </a:pPr>
            <a:endParaRPr lang="en-US"/>
          </a:p>
        </p:txBody>
      </p:sp>
    </p:spTree>
    <p:extLst>
      <p:ext uri="{BB962C8B-B14F-4D97-AF65-F5344CB8AC3E}">
        <p14:creationId xmlns:p14="http://schemas.microsoft.com/office/powerpoint/2010/main" val="47252537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Grp="1" noChangeArrowheads="1"/>
          </p:cNvSpPr>
          <p:nvPr>
            <p:ph type="hdr" sz="quarter"/>
          </p:nvPr>
        </p:nvSpPr>
        <p:spPr bwMode="auto">
          <a:noFill/>
          <a:ln>
            <a:miter lim="800000"/>
            <a:headEnd/>
            <a:tailEnd/>
          </a:ln>
        </p:spPr>
        <p:txBody>
          <a:bodyPr wrap="square" numCol="1" anchor="t" anchorCtr="0" compatLnSpc="1">
            <a:prstTxWarp prst="textNoShape">
              <a:avLst/>
            </a:prstTxWarp>
          </a:bodyPr>
          <a:lstStyle/>
          <a:p>
            <a:pPr eaLnBrk="0" hangingPunct="0"/>
            <a:r>
              <a:rPr lang="en-US">
                <a:latin typeface="Times New Roman" charset="0"/>
              </a:rPr>
              <a:t>Information System Development</a:t>
            </a:r>
          </a:p>
        </p:txBody>
      </p:sp>
      <p:sp>
        <p:nvSpPr>
          <p:cNvPr id="97283" name="Rectangle 3"/>
          <p:cNvSpPr>
            <a:spLocks noGrp="1" noChangeArrowheads="1"/>
          </p:cNvSpPr>
          <p:nvPr>
            <p:ph type="dt" sz="quarter" idx="1"/>
          </p:nvPr>
        </p:nvSpPr>
        <p:spPr bwMode="auto">
          <a:noFill/>
          <a:ln>
            <a:miter lim="800000"/>
            <a:headEnd/>
            <a:tailEnd/>
          </a:ln>
        </p:spPr>
        <p:txBody>
          <a:bodyPr wrap="square" numCol="1" anchor="t" anchorCtr="0" compatLnSpc="1">
            <a:prstTxWarp prst="textNoShape">
              <a:avLst/>
            </a:prstTxWarp>
          </a:bodyPr>
          <a:lstStyle/>
          <a:p>
            <a:pPr eaLnBrk="0" hangingPunct="0"/>
            <a:fld id="{1E9C54C9-5153-4364-B91F-66B1472B0A45}" type="datetime1">
              <a:rPr lang="en-US">
                <a:latin typeface="Times New Roman" charset="0"/>
              </a:rPr>
              <a:pPr eaLnBrk="0" hangingPunct="0"/>
              <a:t>10/16/2020</a:t>
            </a:fld>
            <a:endParaRPr lang="en-US">
              <a:latin typeface="Times New Roman" charset="0"/>
            </a:endParaRPr>
          </a:p>
        </p:txBody>
      </p:sp>
      <p:sp>
        <p:nvSpPr>
          <p:cNvPr id="97284" name="Rectangle 6"/>
          <p:cNvSpPr>
            <a:spLocks noGrp="1" noChangeArrowheads="1"/>
          </p:cNvSpPr>
          <p:nvPr>
            <p:ph type="ftr" sz="quarter" idx="4"/>
          </p:nvPr>
        </p:nvSpPr>
        <p:spPr bwMode="auto">
          <a:noFill/>
          <a:ln>
            <a:miter lim="800000"/>
            <a:headEnd/>
            <a:tailEnd/>
          </a:ln>
        </p:spPr>
        <p:txBody>
          <a:bodyPr wrap="square" numCol="1" anchorCtr="0" compatLnSpc="1">
            <a:prstTxWarp prst="textNoShape">
              <a:avLst/>
            </a:prstTxWarp>
          </a:bodyPr>
          <a:lstStyle/>
          <a:p>
            <a:pPr eaLnBrk="0" hangingPunct="0"/>
            <a:r>
              <a:rPr lang="en-US">
                <a:latin typeface="Times New Roman" charset="0"/>
              </a:rPr>
              <a:t>Department of Information Systems</a:t>
            </a:r>
          </a:p>
        </p:txBody>
      </p:sp>
      <p:sp>
        <p:nvSpPr>
          <p:cNvPr id="97285"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pPr eaLnBrk="0" hangingPunct="0"/>
            <a:fld id="{8E478ADD-0F20-4BF3-8D43-552473304BF9}" type="slidenum">
              <a:rPr lang="en-US">
                <a:latin typeface="Times New Roman" charset="0"/>
              </a:rPr>
              <a:pPr eaLnBrk="0" hangingPunct="0"/>
              <a:t>36</a:t>
            </a:fld>
            <a:endParaRPr lang="en-US">
              <a:latin typeface="Times New Roman" charset="0"/>
            </a:endParaRPr>
          </a:p>
        </p:txBody>
      </p:sp>
      <p:sp>
        <p:nvSpPr>
          <p:cNvPr id="97286"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97287"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a:spcBef>
                <a:spcPct val="0"/>
              </a:spcBef>
            </a:pPr>
            <a:endParaRPr lang="en-US"/>
          </a:p>
        </p:txBody>
      </p:sp>
    </p:spTree>
    <p:extLst>
      <p:ext uri="{BB962C8B-B14F-4D97-AF65-F5344CB8AC3E}">
        <p14:creationId xmlns:p14="http://schemas.microsoft.com/office/powerpoint/2010/main" val="73846697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fld id="{F053ABD6-DA27-4285-9BA2-56735AA55ABC}" type="slidenum">
              <a:rPr lang="en-US">
                <a:latin typeface="Arial" charset="0"/>
              </a:rPr>
              <a:pPr/>
              <a:t>38</a:t>
            </a:fld>
            <a:endParaRPr lang="en-US">
              <a:latin typeface="Arial" charset="0"/>
            </a:endParaRPr>
          </a:p>
        </p:txBody>
      </p:sp>
      <p:sp>
        <p:nvSpPr>
          <p:cNvPr id="98307"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98308"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a:spcBef>
                <a:spcPct val="0"/>
              </a:spcBef>
            </a:pPr>
            <a:r>
              <a:rPr lang="en-US"/>
              <a:t>Analysts disagree on exactly how many phases there are in the SDLC. </a:t>
            </a:r>
          </a:p>
          <a:p>
            <a:pPr>
              <a:spcBef>
                <a:spcPct val="0"/>
              </a:spcBef>
            </a:pPr>
            <a:r>
              <a:rPr lang="en-US"/>
              <a:t>Each phase consists of activities which overlap into other phases and then taper off, rather then done in separate steps.</a:t>
            </a:r>
          </a:p>
        </p:txBody>
      </p:sp>
    </p:spTree>
    <p:extLst>
      <p:ext uri="{BB962C8B-B14F-4D97-AF65-F5344CB8AC3E}">
        <p14:creationId xmlns:p14="http://schemas.microsoft.com/office/powerpoint/2010/main" val="368168574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fld id="{481CAB5E-B6C7-48AA-87F0-6365975FF88D}" type="slidenum">
              <a:rPr lang="en-US">
                <a:latin typeface="Arial" charset="0"/>
              </a:rPr>
              <a:pPr/>
              <a:t>40</a:t>
            </a:fld>
            <a:endParaRPr lang="en-US">
              <a:latin typeface="Arial" charset="0"/>
            </a:endParaRPr>
          </a:p>
        </p:txBody>
      </p:sp>
      <p:sp>
        <p:nvSpPr>
          <p:cNvPr id="100355"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00356"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a:spcBef>
                <a:spcPct val="0"/>
              </a:spcBef>
            </a:pPr>
            <a:r>
              <a:rPr lang="en-US"/>
              <a:t>Critical to the success of the rest of the project, because no one wants to waste time addressing the wrong problem.</a:t>
            </a:r>
          </a:p>
          <a:p>
            <a:pPr>
              <a:spcBef>
                <a:spcPct val="0"/>
              </a:spcBef>
            </a:pPr>
            <a:r>
              <a:rPr lang="en-US"/>
              <a:t>Problems – generally the reason the analyst was called in in the first place.</a:t>
            </a:r>
          </a:p>
          <a:p>
            <a:pPr>
              <a:spcBef>
                <a:spcPct val="0"/>
              </a:spcBef>
            </a:pPr>
            <a:r>
              <a:rPr lang="en-US"/>
              <a:t>Opportunities – situations that the analyst believes can be improved through the use of computerized information systems.</a:t>
            </a:r>
          </a:p>
          <a:p>
            <a:pPr>
              <a:spcBef>
                <a:spcPct val="0"/>
              </a:spcBef>
            </a:pPr>
            <a:r>
              <a:rPr lang="en-US"/>
              <a:t>Objectives – how can the business reach its objectives by addressing specific problems or opportunities.</a:t>
            </a:r>
          </a:p>
        </p:txBody>
      </p:sp>
    </p:spTree>
    <p:extLst>
      <p:ext uri="{BB962C8B-B14F-4D97-AF65-F5344CB8AC3E}">
        <p14:creationId xmlns:p14="http://schemas.microsoft.com/office/powerpoint/2010/main" val="4447503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fld id="{018FE8DB-FB08-4783-B1B4-FA618ADD7A7F}" type="slidenum">
              <a:rPr lang="en-US">
                <a:latin typeface="Arial" charset="0"/>
              </a:rPr>
              <a:pPr/>
              <a:t>41</a:t>
            </a:fld>
            <a:endParaRPr lang="en-US">
              <a:latin typeface="Arial" charset="0"/>
            </a:endParaRPr>
          </a:p>
        </p:txBody>
      </p:sp>
      <p:sp>
        <p:nvSpPr>
          <p:cNvPr id="101379"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01380"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a:spcBef>
                <a:spcPct val="0"/>
              </a:spcBef>
            </a:pPr>
            <a:r>
              <a:rPr lang="en-US"/>
              <a:t>Determining human needs of the users involved.</a:t>
            </a:r>
          </a:p>
          <a:p>
            <a:pPr>
              <a:spcBef>
                <a:spcPct val="0"/>
              </a:spcBef>
            </a:pPr>
            <a:r>
              <a:rPr lang="en-US"/>
              <a:t>Uses activities to pose and answer questions concerning human-computer interaction:</a:t>
            </a:r>
          </a:p>
          <a:p>
            <a:pPr>
              <a:spcBef>
                <a:spcPct val="0"/>
              </a:spcBef>
            </a:pPr>
            <a:r>
              <a:rPr lang="en-US"/>
              <a:t>	What are the users strengths and limitations?</a:t>
            </a:r>
          </a:p>
          <a:p>
            <a:pPr>
              <a:spcBef>
                <a:spcPct val="0"/>
              </a:spcBef>
            </a:pPr>
            <a:r>
              <a:rPr lang="en-US"/>
              <a:t>	</a:t>
            </a:r>
          </a:p>
          <a:p>
            <a:pPr>
              <a:spcBef>
                <a:spcPct val="0"/>
              </a:spcBef>
            </a:pPr>
            <a:r>
              <a:rPr lang="en-US"/>
              <a:t>Trying to understand what information users need to perform their jobs.</a:t>
            </a:r>
          </a:p>
          <a:p>
            <a:pPr>
              <a:spcBef>
                <a:spcPct val="0"/>
              </a:spcBef>
            </a:pPr>
            <a:endParaRPr lang="en-US"/>
          </a:p>
          <a:p>
            <a:pPr>
              <a:spcBef>
                <a:spcPct val="0"/>
              </a:spcBef>
            </a:pPr>
            <a:r>
              <a:rPr lang="en-US"/>
              <a:t>Who – the people who are involved</a:t>
            </a:r>
          </a:p>
          <a:p>
            <a:pPr>
              <a:spcBef>
                <a:spcPct val="0"/>
              </a:spcBef>
            </a:pPr>
            <a:r>
              <a:rPr lang="en-US"/>
              <a:t>What – the business activity</a:t>
            </a:r>
          </a:p>
          <a:p>
            <a:pPr>
              <a:spcBef>
                <a:spcPct val="0"/>
              </a:spcBef>
            </a:pPr>
            <a:r>
              <a:rPr lang="en-US"/>
              <a:t>Where – the environment in which the work takes place</a:t>
            </a:r>
          </a:p>
          <a:p>
            <a:pPr>
              <a:spcBef>
                <a:spcPct val="0"/>
              </a:spcBef>
            </a:pPr>
            <a:r>
              <a:rPr lang="en-US"/>
              <a:t>When – the timing</a:t>
            </a:r>
          </a:p>
          <a:p>
            <a:pPr>
              <a:spcBef>
                <a:spcPct val="0"/>
              </a:spcBef>
            </a:pPr>
            <a:r>
              <a:rPr lang="en-US"/>
              <a:t>How – how the current procedures are performed</a:t>
            </a:r>
          </a:p>
          <a:p>
            <a:pPr>
              <a:spcBef>
                <a:spcPct val="0"/>
              </a:spcBef>
            </a:pPr>
            <a:r>
              <a:rPr lang="en-US"/>
              <a:t>Why – why the system uses the current system</a:t>
            </a:r>
          </a:p>
          <a:p>
            <a:pPr>
              <a:spcBef>
                <a:spcPct val="0"/>
              </a:spcBef>
            </a:pPr>
            <a:endParaRPr lang="en-US"/>
          </a:p>
        </p:txBody>
      </p:sp>
    </p:spTree>
    <p:extLst>
      <p:ext uri="{BB962C8B-B14F-4D97-AF65-F5344CB8AC3E}">
        <p14:creationId xmlns:p14="http://schemas.microsoft.com/office/powerpoint/2010/main" val="181657202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fld id="{1A1E911C-51D9-4323-B634-2D88BA3FBDEB}" type="slidenum">
              <a:rPr lang="en-US">
                <a:latin typeface="Arial" charset="0"/>
              </a:rPr>
              <a:pPr/>
              <a:t>42</a:t>
            </a:fld>
            <a:endParaRPr lang="en-US">
              <a:latin typeface="Arial" charset="0"/>
            </a:endParaRPr>
          </a:p>
        </p:txBody>
      </p:sp>
      <p:sp>
        <p:nvSpPr>
          <p:cNvPr id="102403"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02404"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a:spcBef>
                <a:spcPct val="0"/>
              </a:spcBef>
            </a:pPr>
            <a:r>
              <a:rPr lang="en-US"/>
              <a:t>Data Flow Diagrams – chart the input, processes, and output of the business’s functions in a structured graphical form.</a:t>
            </a:r>
          </a:p>
          <a:p>
            <a:pPr>
              <a:spcBef>
                <a:spcPct val="0"/>
              </a:spcBef>
            </a:pPr>
            <a:r>
              <a:rPr lang="en-US"/>
              <a:t>Data dictionary – lists all the data items used in the system, as well as their specifications.</a:t>
            </a:r>
          </a:p>
          <a:p>
            <a:pPr>
              <a:spcBef>
                <a:spcPct val="0"/>
              </a:spcBef>
            </a:pPr>
            <a:r>
              <a:rPr lang="en-US"/>
              <a:t>Structured decisions made – those for which the conditions, condition alternatives, actions, and action rules can be determined.</a:t>
            </a:r>
          </a:p>
          <a:p>
            <a:pPr>
              <a:spcBef>
                <a:spcPct val="0"/>
              </a:spcBef>
            </a:pPr>
            <a:r>
              <a:rPr lang="en-US"/>
              <a:t>Structure decision methods:</a:t>
            </a:r>
          </a:p>
          <a:p>
            <a:pPr>
              <a:spcBef>
                <a:spcPct val="0"/>
              </a:spcBef>
            </a:pPr>
            <a:r>
              <a:rPr lang="en-US"/>
              <a:t>	structures English</a:t>
            </a:r>
          </a:p>
          <a:p>
            <a:pPr>
              <a:spcBef>
                <a:spcPct val="0"/>
              </a:spcBef>
            </a:pPr>
            <a:r>
              <a:rPr lang="en-US"/>
              <a:t>	decision tables</a:t>
            </a:r>
          </a:p>
          <a:p>
            <a:pPr>
              <a:spcBef>
                <a:spcPct val="0"/>
              </a:spcBef>
            </a:pPr>
            <a:r>
              <a:rPr lang="en-US"/>
              <a:t>	decision trees</a:t>
            </a:r>
          </a:p>
          <a:p>
            <a:pPr>
              <a:spcBef>
                <a:spcPct val="0"/>
              </a:spcBef>
            </a:pPr>
            <a:r>
              <a:rPr lang="en-US"/>
              <a:t>System proposal – summarizes what has been found</a:t>
            </a:r>
          </a:p>
          <a:p>
            <a:pPr>
              <a:spcBef>
                <a:spcPct val="0"/>
              </a:spcBef>
            </a:pPr>
            <a:r>
              <a:rPr lang="en-US"/>
              <a:t>	about users</a:t>
            </a:r>
          </a:p>
          <a:p>
            <a:pPr>
              <a:spcBef>
                <a:spcPct val="0"/>
              </a:spcBef>
            </a:pPr>
            <a:r>
              <a:rPr lang="en-US"/>
              <a:t>	usability and usefulness of current system</a:t>
            </a:r>
          </a:p>
          <a:p>
            <a:pPr>
              <a:spcBef>
                <a:spcPct val="0"/>
              </a:spcBef>
            </a:pPr>
            <a:r>
              <a:rPr lang="en-US"/>
              <a:t>	provides cost/benefit analysis of alternatives</a:t>
            </a:r>
          </a:p>
          <a:p>
            <a:pPr>
              <a:spcBef>
                <a:spcPct val="0"/>
              </a:spcBef>
            </a:pPr>
            <a:r>
              <a:rPr lang="en-US"/>
              <a:t>	makes recommendations on what (if anything) should be done</a:t>
            </a:r>
          </a:p>
          <a:p>
            <a:pPr>
              <a:spcBef>
                <a:spcPct val="0"/>
              </a:spcBef>
            </a:pPr>
            <a:r>
              <a:rPr lang="en-US"/>
              <a:t>The recommendation or solution is based on the analysts individual qualities and professional training and their interaction with users.</a:t>
            </a:r>
          </a:p>
          <a:p>
            <a:pPr>
              <a:spcBef>
                <a:spcPct val="0"/>
              </a:spcBef>
            </a:pPr>
            <a:endParaRPr lang="en-US"/>
          </a:p>
        </p:txBody>
      </p:sp>
    </p:spTree>
    <p:extLst>
      <p:ext uri="{BB962C8B-B14F-4D97-AF65-F5344CB8AC3E}">
        <p14:creationId xmlns:p14="http://schemas.microsoft.com/office/powerpoint/2010/main" val="173260315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fld id="{0DBD197D-9C6E-4D2E-8095-413C84AF6F09}" type="slidenum">
              <a:rPr lang="en-US">
                <a:latin typeface="Arial" charset="0"/>
              </a:rPr>
              <a:pPr/>
              <a:t>43</a:t>
            </a:fld>
            <a:endParaRPr lang="en-US">
              <a:latin typeface="Arial" charset="0"/>
            </a:endParaRPr>
          </a:p>
        </p:txBody>
      </p:sp>
      <p:sp>
        <p:nvSpPr>
          <p:cNvPr id="103427"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03428"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a:spcBef>
                <a:spcPct val="0"/>
              </a:spcBef>
            </a:pPr>
            <a:r>
              <a:rPr lang="en-US"/>
              <a:t>Uses the information collected earlier to accomplish the logical design of the information system:</a:t>
            </a:r>
          </a:p>
          <a:p>
            <a:pPr>
              <a:spcBef>
                <a:spcPct val="0"/>
              </a:spcBef>
            </a:pPr>
            <a:r>
              <a:rPr lang="en-US"/>
              <a:t>	designs procedures for users to help them accurately enter data</a:t>
            </a:r>
          </a:p>
          <a:p>
            <a:pPr>
              <a:spcBef>
                <a:spcPct val="0"/>
              </a:spcBef>
            </a:pPr>
            <a:r>
              <a:rPr lang="en-US"/>
              <a:t>	provides for users to complete effective input to the information system</a:t>
            </a:r>
          </a:p>
          <a:p>
            <a:pPr>
              <a:spcBef>
                <a:spcPct val="0"/>
              </a:spcBef>
            </a:pPr>
            <a:r>
              <a:rPr lang="en-US"/>
              <a:t>	devises the human-computer interface</a:t>
            </a:r>
          </a:p>
          <a:p>
            <a:pPr>
              <a:spcBef>
                <a:spcPct val="0"/>
              </a:spcBef>
            </a:pPr>
            <a:r>
              <a:rPr lang="en-US"/>
              <a:t>	designs files or databases that will store the data needed by decision makers</a:t>
            </a:r>
          </a:p>
          <a:p>
            <a:pPr>
              <a:spcBef>
                <a:spcPct val="0"/>
              </a:spcBef>
            </a:pPr>
            <a:r>
              <a:rPr lang="en-US"/>
              <a:t>	designs output (onscreen or printed)</a:t>
            </a:r>
          </a:p>
          <a:p>
            <a:pPr>
              <a:spcBef>
                <a:spcPct val="0"/>
              </a:spcBef>
            </a:pPr>
            <a:r>
              <a:rPr lang="en-US"/>
              <a:t>	designs controls and backup procedures</a:t>
            </a:r>
          </a:p>
        </p:txBody>
      </p:sp>
    </p:spTree>
    <p:extLst>
      <p:ext uri="{BB962C8B-B14F-4D97-AF65-F5344CB8AC3E}">
        <p14:creationId xmlns:p14="http://schemas.microsoft.com/office/powerpoint/2010/main" val="362708121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fld id="{EAE897D3-004C-4D19-ABED-A0CD26E0E0E5}" type="slidenum">
              <a:rPr lang="en-US">
                <a:latin typeface="Arial" charset="0"/>
              </a:rPr>
              <a:pPr/>
              <a:t>44</a:t>
            </a:fld>
            <a:endParaRPr lang="en-US">
              <a:latin typeface="Arial" charset="0"/>
            </a:endParaRPr>
          </a:p>
        </p:txBody>
      </p:sp>
      <p:sp>
        <p:nvSpPr>
          <p:cNvPr id="104451"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04452"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a:spcBef>
                <a:spcPct val="0"/>
              </a:spcBef>
            </a:pPr>
            <a:r>
              <a:rPr lang="en-US"/>
              <a:t>The analyst uses structure charts and pseudocode to communicate to the programmer what needs to be programmed.</a:t>
            </a:r>
          </a:p>
          <a:p>
            <a:pPr>
              <a:spcBef>
                <a:spcPct val="0"/>
              </a:spcBef>
            </a:pPr>
            <a:r>
              <a:rPr lang="en-US"/>
              <a:t>Documentation includes:</a:t>
            </a:r>
          </a:p>
          <a:p>
            <a:pPr>
              <a:spcBef>
                <a:spcPct val="0"/>
              </a:spcBef>
            </a:pPr>
            <a:r>
              <a:rPr lang="en-US"/>
              <a:t>	procedure manuals</a:t>
            </a:r>
          </a:p>
          <a:p>
            <a:pPr>
              <a:spcBef>
                <a:spcPct val="0"/>
              </a:spcBef>
            </a:pPr>
            <a:r>
              <a:rPr lang="en-US"/>
              <a:t>	online help</a:t>
            </a:r>
          </a:p>
          <a:p>
            <a:pPr>
              <a:spcBef>
                <a:spcPct val="0"/>
              </a:spcBef>
            </a:pPr>
            <a:r>
              <a:rPr lang="en-US"/>
              <a:t>	Web sites</a:t>
            </a:r>
          </a:p>
          <a:p>
            <a:pPr>
              <a:spcBef>
                <a:spcPct val="0"/>
              </a:spcBef>
            </a:pPr>
            <a:r>
              <a:rPr lang="en-US"/>
              <a:t>	“Read Me” files</a:t>
            </a:r>
          </a:p>
          <a:p>
            <a:pPr>
              <a:spcBef>
                <a:spcPct val="0"/>
              </a:spcBef>
            </a:pPr>
            <a:r>
              <a:rPr lang="en-US"/>
              <a:t>Because users are involved from the beginning, the documentation should address the questions they have raised and solved jointly with the analyst.</a:t>
            </a:r>
          </a:p>
          <a:p>
            <a:pPr>
              <a:spcBef>
                <a:spcPct val="0"/>
              </a:spcBef>
            </a:pPr>
            <a:endParaRPr lang="en-US"/>
          </a:p>
        </p:txBody>
      </p:sp>
    </p:spTree>
    <p:extLst>
      <p:ext uri="{BB962C8B-B14F-4D97-AF65-F5344CB8AC3E}">
        <p14:creationId xmlns:p14="http://schemas.microsoft.com/office/powerpoint/2010/main" val="215812723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fld id="{8CD1AA8D-7EBC-49EB-A500-950CBF1D7B2A}" type="slidenum">
              <a:rPr lang="en-US">
                <a:latin typeface="Arial" charset="0"/>
              </a:rPr>
              <a:pPr/>
              <a:t>45</a:t>
            </a:fld>
            <a:endParaRPr lang="en-US">
              <a:latin typeface="Arial" charset="0"/>
            </a:endParaRPr>
          </a:p>
        </p:txBody>
      </p:sp>
      <p:sp>
        <p:nvSpPr>
          <p:cNvPr id="105475"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05476"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a:spcBef>
                <a:spcPct val="0"/>
              </a:spcBef>
            </a:pPr>
            <a:r>
              <a:rPr lang="en-US"/>
              <a:t>Testing should take place first with sample data and then with actual data.</a:t>
            </a:r>
          </a:p>
          <a:p>
            <a:pPr>
              <a:spcBef>
                <a:spcPct val="0"/>
              </a:spcBef>
            </a:pPr>
            <a:r>
              <a:rPr lang="en-US"/>
              <a:t>Testing is done by both the programmers and the analyst</a:t>
            </a:r>
          </a:p>
          <a:p>
            <a:pPr>
              <a:spcBef>
                <a:spcPct val="0"/>
              </a:spcBef>
            </a:pPr>
            <a:endParaRPr lang="en-US"/>
          </a:p>
          <a:p>
            <a:pPr>
              <a:spcBef>
                <a:spcPct val="0"/>
              </a:spcBef>
            </a:pPr>
            <a:r>
              <a:rPr lang="en-US"/>
              <a:t>The maintenance started here is carried out routinely through the life of the system.</a:t>
            </a:r>
          </a:p>
          <a:p>
            <a:pPr>
              <a:spcBef>
                <a:spcPct val="0"/>
              </a:spcBef>
            </a:pPr>
            <a:r>
              <a:rPr lang="en-US"/>
              <a:t> 	updates may be performed via a vendor site on the Web.</a:t>
            </a:r>
          </a:p>
          <a:p>
            <a:pPr>
              <a:spcBef>
                <a:spcPct val="0"/>
              </a:spcBef>
            </a:pPr>
            <a:endParaRPr lang="en-US"/>
          </a:p>
        </p:txBody>
      </p:sp>
    </p:spTree>
    <p:extLst>
      <p:ext uri="{BB962C8B-B14F-4D97-AF65-F5344CB8AC3E}">
        <p14:creationId xmlns:p14="http://schemas.microsoft.com/office/powerpoint/2010/main" val="407753068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fld id="{B32B1965-ACF0-42D6-903F-42A1F28BE2EA}" type="slidenum">
              <a:rPr lang="en-US">
                <a:latin typeface="Arial" charset="0"/>
              </a:rPr>
              <a:pPr/>
              <a:t>46</a:t>
            </a:fld>
            <a:endParaRPr lang="en-US">
              <a:latin typeface="Arial" charset="0"/>
            </a:endParaRPr>
          </a:p>
        </p:txBody>
      </p:sp>
      <p:sp>
        <p:nvSpPr>
          <p:cNvPr id="106499"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06500"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a:spcBef>
                <a:spcPct val="0"/>
              </a:spcBef>
            </a:pPr>
            <a:r>
              <a:rPr lang="en-US"/>
              <a:t>Training users to handle the system.</a:t>
            </a:r>
          </a:p>
          <a:p>
            <a:pPr>
              <a:spcBef>
                <a:spcPct val="0"/>
              </a:spcBef>
            </a:pPr>
            <a:r>
              <a:rPr lang="en-US"/>
              <a:t>System conversion – converting files from old formats to new ones, or building a database, installing equipment, and bringing the new system into production.</a:t>
            </a:r>
          </a:p>
          <a:p>
            <a:pPr>
              <a:spcBef>
                <a:spcPct val="0"/>
              </a:spcBef>
            </a:pPr>
            <a:endParaRPr lang="en-US"/>
          </a:p>
          <a:p>
            <a:pPr>
              <a:spcBef>
                <a:spcPct val="0"/>
              </a:spcBef>
            </a:pPr>
            <a:r>
              <a:rPr lang="en-US"/>
              <a:t>Actually evaluation takes place during every phase.</a:t>
            </a:r>
          </a:p>
          <a:p>
            <a:pPr>
              <a:spcBef>
                <a:spcPct val="0"/>
              </a:spcBef>
            </a:pPr>
            <a:endParaRPr lang="en-US"/>
          </a:p>
          <a:p>
            <a:pPr>
              <a:spcBef>
                <a:spcPct val="0"/>
              </a:spcBef>
            </a:pPr>
            <a:endParaRPr lang="en-US"/>
          </a:p>
        </p:txBody>
      </p:sp>
    </p:spTree>
    <p:extLst>
      <p:ext uri="{BB962C8B-B14F-4D97-AF65-F5344CB8AC3E}">
        <p14:creationId xmlns:p14="http://schemas.microsoft.com/office/powerpoint/2010/main" val="383993301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fld id="{BC0833D4-CFA2-4D8B-9727-5478474D3A7A}" type="slidenum">
              <a:rPr lang="en-US">
                <a:latin typeface="Arial" charset="0"/>
              </a:rPr>
              <a:pPr/>
              <a:t>48</a:t>
            </a:fld>
            <a:endParaRPr lang="en-US">
              <a:latin typeface="Arial" charset="0"/>
            </a:endParaRPr>
          </a:p>
        </p:txBody>
      </p:sp>
      <p:sp>
        <p:nvSpPr>
          <p:cNvPr id="107523"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07524"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a:spcBef>
                <a:spcPct val="0"/>
              </a:spcBef>
            </a:pPr>
            <a:r>
              <a:rPr lang="en-US"/>
              <a:t>Computer programs must be modified and kept up to date.</a:t>
            </a:r>
          </a:p>
          <a:p>
            <a:pPr>
              <a:spcBef>
                <a:spcPct val="0"/>
              </a:spcBef>
            </a:pPr>
            <a:r>
              <a:rPr lang="en-US"/>
              <a:t>Reasons for enhancing existing software –</a:t>
            </a:r>
          </a:p>
          <a:p>
            <a:pPr>
              <a:spcBef>
                <a:spcPct val="0"/>
              </a:spcBef>
            </a:pPr>
            <a:r>
              <a:rPr lang="en-US"/>
              <a:t>	users request additional features</a:t>
            </a:r>
          </a:p>
          <a:p>
            <a:pPr>
              <a:spcBef>
                <a:spcPct val="0"/>
              </a:spcBef>
            </a:pPr>
            <a:r>
              <a:rPr lang="en-US"/>
              <a:t>	business changes over time</a:t>
            </a:r>
          </a:p>
          <a:p>
            <a:pPr>
              <a:spcBef>
                <a:spcPct val="0"/>
              </a:spcBef>
            </a:pPr>
            <a:r>
              <a:rPr lang="en-US"/>
              <a:t>	hardware and software change</a:t>
            </a:r>
          </a:p>
          <a:p>
            <a:pPr>
              <a:spcBef>
                <a:spcPct val="0"/>
              </a:spcBef>
            </a:pPr>
            <a:endParaRPr lang="en-US"/>
          </a:p>
          <a:p>
            <a:pPr>
              <a:spcBef>
                <a:spcPct val="0"/>
              </a:spcBef>
            </a:pPr>
            <a:endParaRPr lang="en-US"/>
          </a:p>
        </p:txBody>
      </p:sp>
    </p:spTree>
    <p:extLst>
      <p:ext uri="{BB962C8B-B14F-4D97-AF65-F5344CB8AC3E}">
        <p14:creationId xmlns:p14="http://schemas.microsoft.com/office/powerpoint/2010/main" val="169703089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fld id="{736A1192-B5A7-4140-88F2-77C187A80540}" type="slidenum">
              <a:rPr lang="en-US">
                <a:latin typeface="Arial" charset="0"/>
              </a:rPr>
              <a:pPr/>
              <a:t>49</a:t>
            </a:fld>
            <a:endParaRPr lang="en-US">
              <a:latin typeface="Arial" charset="0"/>
            </a:endParaRPr>
          </a:p>
        </p:txBody>
      </p:sp>
      <p:sp>
        <p:nvSpPr>
          <p:cNvPr id="108547"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08548"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a:spcBef>
                <a:spcPct val="0"/>
              </a:spcBef>
            </a:pPr>
            <a:r>
              <a:rPr lang="en-US"/>
              <a:t>Area under the curve represents the total dollar amount.</a:t>
            </a:r>
          </a:p>
          <a:p>
            <a:pPr>
              <a:spcBef>
                <a:spcPct val="0"/>
              </a:spcBef>
            </a:pPr>
            <a:r>
              <a:rPr lang="en-US"/>
              <a:t>Eventually maintenance exceeds the cost of a creating a new system. At that point a new systems study should be untaken.</a:t>
            </a:r>
          </a:p>
          <a:p>
            <a:pPr>
              <a:spcBef>
                <a:spcPct val="0"/>
              </a:spcBef>
            </a:pPr>
            <a:endParaRPr lang="en-US"/>
          </a:p>
        </p:txBody>
      </p:sp>
    </p:spTree>
    <p:extLst>
      <p:ext uri="{BB962C8B-B14F-4D97-AF65-F5344CB8AC3E}">
        <p14:creationId xmlns:p14="http://schemas.microsoft.com/office/powerpoint/2010/main" val="315785158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p:cNvSpPr>
            <a:spLocks noGrp="1" noChangeArrowheads="1"/>
          </p:cNvSpPr>
          <p:nvPr>
            <p:ph type="hdr" sz="quarter"/>
          </p:nvPr>
        </p:nvSpPr>
        <p:spPr bwMode="auto">
          <a:noFill/>
          <a:ln>
            <a:miter lim="800000"/>
            <a:headEnd/>
            <a:tailEnd/>
          </a:ln>
        </p:spPr>
        <p:txBody>
          <a:bodyPr wrap="square" numCol="1" anchor="t" anchorCtr="0" compatLnSpc="1">
            <a:prstTxWarp prst="textNoShape">
              <a:avLst/>
            </a:prstTxWarp>
          </a:bodyPr>
          <a:lstStyle/>
          <a:p>
            <a:pPr eaLnBrk="0" hangingPunct="0"/>
            <a:r>
              <a:rPr lang="en-US">
                <a:latin typeface="Times New Roman" charset="0"/>
              </a:rPr>
              <a:t>Information System Development</a:t>
            </a:r>
          </a:p>
        </p:txBody>
      </p:sp>
      <p:sp>
        <p:nvSpPr>
          <p:cNvPr id="109571" name="Rectangle 3"/>
          <p:cNvSpPr>
            <a:spLocks noGrp="1" noChangeArrowheads="1"/>
          </p:cNvSpPr>
          <p:nvPr>
            <p:ph type="dt" sz="quarter" idx="1"/>
          </p:nvPr>
        </p:nvSpPr>
        <p:spPr bwMode="auto">
          <a:noFill/>
          <a:ln>
            <a:miter lim="800000"/>
            <a:headEnd/>
            <a:tailEnd/>
          </a:ln>
        </p:spPr>
        <p:txBody>
          <a:bodyPr wrap="square" numCol="1" anchor="t" anchorCtr="0" compatLnSpc="1">
            <a:prstTxWarp prst="textNoShape">
              <a:avLst/>
            </a:prstTxWarp>
          </a:bodyPr>
          <a:lstStyle/>
          <a:p>
            <a:pPr eaLnBrk="0" hangingPunct="0"/>
            <a:fld id="{5C9E213F-CB73-4D79-B2B5-36A76B9E6287}" type="datetime1">
              <a:rPr lang="en-US">
                <a:latin typeface="Times New Roman" charset="0"/>
              </a:rPr>
              <a:pPr eaLnBrk="0" hangingPunct="0"/>
              <a:t>10/16/2020</a:t>
            </a:fld>
            <a:endParaRPr lang="en-US">
              <a:latin typeface="Times New Roman" charset="0"/>
            </a:endParaRPr>
          </a:p>
        </p:txBody>
      </p:sp>
      <p:sp>
        <p:nvSpPr>
          <p:cNvPr id="109572" name="Rectangle 6"/>
          <p:cNvSpPr>
            <a:spLocks noGrp="1" noChangeArrowheads="1"/>
          </p:cNvSpPr>
          <p:nvPr>
            <p:ph type="ftr" sz="quarter" idx="4"/>
          </p:nvPr>
        </p:nvSpPr>
        <p:spPr bwMode="auto">
          <a:noFill/>
          <a:ln>
            <a:miter lim="800000"/>
            <a:headEnd/>
            <a:tailEnd/>
          </a:ln>
        </p:spPr>
        <p:txBody>
          <a:bodyPr wrap="square" numCol="1" anchorCtr="0" compatLnSpc="1">
            <a:prstTxWarp prst="textNoShape">
              <a:avLst/>
            </a:prstTxWarp>
          </a:bodyPr>
          <a:lstStyle/>
          <a:p>
            <a:pPr eaLnBrk="0" hangingPunct="0"/>
            <a:r>
              <a:rPr lang="en-US">
                <a:latin typeface="Times New Roman" charset="0"/>
              </a:rPr>
              <a:t>Department of Information Systems</a:t>
            </a:r>
          </a:p>
        </p:txBody>
      </p:sp>
      <p:sp>
        <p:nvSpPr>
          <p:cNvPr id="109573"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pPr eaLnBrk="0" hangingPunct="0"/>
            <a:fld id="{42347628-6C83-413E-A5FE-ABC489D833C1}" type="slidenum">
              <a:rPr lang="en-US">
                <a:latin typeface="Times New Roman" charset="0"/>
              </a:rPr>
              <a:pPr eaLnBrk="0" hangingPunct="0"/>
              <a:t>51</a:t>
            </a:fld>
            <a:endParaRPr lang="en-US">
              <a:latin typeface="Times New Roman" charset="0"/>
            </a:endParaRPr>
          </a:p>
        </p:txBody>
      </p:sp>
      <p:sp>
        <p:nvSpPr>
          <p:cNvPr id="109574"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09575"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a:spcBef>
                <a:spcPct val="0"/>
              </a:spcBef>
            </a:pPr>
            <a:endParaRPr lang="en-US"/>
          </a:p>
        </p:txBody>
      </p:sp>
    </p:spTree>
    <p:extLst>
      <p:ext uri="{BB962C8B-B14F-4D97-AF65-F5344CB8AC3E}">
        <p14:creationId xmlns:p14="http://schemas.microsoft.com/office/powerpoint/2010/main" val="425851793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p:cNvSpPr>
            <a:spLocks noGrp="1" noChangeArrowheads="1"/>
          </p:cNvSpPr>
          <p:nvPr>
            <p:ph type="hdr" sz="quarter"/>
          </p:nvPr>
        </p:nvSpPr>
        <p:spPr bwMode="auto">
          <a:noFill/>
          <a:ln>
            <a:miter lim="800000"/>
            <a:headEnd/>
            <a:tailEnd/>
          </a:ln>
        </p:spPr>
        <p:txBody>
          <a:bodyPr wrap="square" numCol="1" anchor="t" anchorCtr="0" compatLnSpc="1">
            <a:prstTxWarp prst="textNoShape">
              <a:avLst/>
            </a:prstTxWarp>
          </a:bodyPr>
          <a:lstStyle/>
          <a:p>
            <a:pPr eaLnBrk="0" hangingPunct="0"/>
            <a:r>
              <a:rPr lang="en-US">
                <a:latin typeface="Times New Roman" charset="0"/>
              </a:rPr>
              <a:t>Information System Development</a:t>
            </a:r>
          </a:p>
        </p:txBody>
      </p:sp>
      <p:sp>
        <p:nvSpPr>
          <p:cNvPr id="110595" name="Rectangle 3"/>
          <p:cNvSpPr>
            <a:spLocks noGrp="1" noChangeArrowheads="1"/>
          </p:cNvSpPr>
          <p:nvPr>
            <p:ph type="dt" sz="quarter" idx="1"/>
          </p:nvPr>
        </p:nvSpPr>
        <p:spPr bwMode="auto">
          <a:noFill/>
          <a:ln>
            <a:miter lim="800000"/>
            <a:headEnd/>
            <a:tailEnd/>
          </a:ln>
        </p:spPr>
        <p:txBody>
          <a:bodyPr wrap="square" numCol="1" anchor="t" anchorCtr="0" compatLnSpc="1">
            <a:prstTxWarp prst="textNoShape">
              <a:avLst/>
            </a:prstTxWarp>
          </a:bodyPr>
          <a:lstStyle/>
          <a:p>
            <a:pPr eaLnBrk="0" hangingPunct="0"/>
            <a:fld id="{A810C012-0AA1-483D-8DF3-76F544728033}" type="datetime1">
              <a:rPr lang="en-US">
                <a:latin typeface="Times New Roman" charset="0"/>
              </a:rPr>
              <a:pPr eaLnBrk="0" hangingPunct="0"/>
              <a:t>10/16/2020</a:t>
            </a:fld>
            <a:endParaRPr lang="en-US">
              <a:latin typeface="Times New Roman" charset="0"/>
            </a:endParaRPr>
          </a:p>
        </p:txBody>
      </p:sp>
      <p:sp>
        <p:nvSpPr>
          <p:cNvPr id="110596" name="Rectangle 6"/>
          <p:cNvSpPr>
            <a:spLocks noGrp="1" noChangeArrowheads="1"/>
          </p:cNvSpPr>
          <p:nvPr>
            <p:ph type="ftr" sz="quarter" idx="4"/>
          </p:nvPr>
        </p:nvSpPr>
        <p:spPr bwMode="auto">
          <a:noFill/>
          <a:ln>
            <a:miter lim="800000"/>
            <a:headEnd/>
            <a:tailEnd/>
          </a:ln>
        </p:spPr>
        <p:txBody>
          <a:bodyPr wrap="square" numCol="1" anchorCtr="0" compatLnSpc="1">
            <a:prstTxWarp prst="textNoShape">
              <a:avLst/>
            </a:prstTxWarp>
          </a:bodyPr>
          <a:lstStyle/>
          <a:p>
            <a:pPr eaLnBrk="0" hangingPunct="0"/>
            <a:r>
              <a:rPr lang="en-US">
                <a:latin typeface="Times New Roman" charset="0"/>
              </a:rPr>
              <a:t>Department of Information Systems</a:t>
            </a:r>
          </a:p>
        </p:txBody>
      </p:sp>
      <p:sp>
        <p:nvSpPr>
          <p:cNvPr id="110597"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pPr eaLnBrk="0" hangingPunct="0"/>
            <a:fld id="{274BF2E2-FDC9-4379-9A9B-2E5BC8913614}" type="slidenum">
              <a:rPr lang="en-US">
                <a:latin typeface="Times New Roman" charset="0"/>
              </a:rPr>
              <a:pPr eaLnBrk="0" hangingPunct="0"/>
              <a:t>52</a:t>
            </a:fld>
            <a:endParaRPr lang="en-US">
              <a:latin typeface="Times New Roman" charset="0"/>
            </a:endParaRPr>
          </a:p>
        </p:txBody>
      </p:sp>
      <p:sp>
        <p:nvSpPr>
          <p:cNvPr id="110598"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10599"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a:spcBef>
                <a:spcPct val="0"/>
              </a:spcBef>
            </a:pPr>
            <a:endParaRPr lang="en-US"/>
          </a:p>
        </p:txBody>
      </p:sp>
    </p:spTree>
    <p:extLst>
      <p:ext uri="{BB962C8B-B14F-4D97-AF65-F5344CB8AC3E}">
        <p14:creationId xmlns:p14="http://schemas.microsoft.com/office/powerpoint/2010/main" val="411790363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p:cNvSpPr>
            <a:spLocks noGrp="1" noChangeArrowheads="1"/>
          </p:cNvSpPr>
          <p:nvPr>
            <p:ph type="hdr" sz="quarter"/>
          </p:nvPr>
        </p:nvSpPr>
        <p:spPr bwMode="auto">
          <a:noFill/>
          <a:ln>
            <a:miter lim="800000"/>
            <a:headEnd/>
            <a:tailEnd/>
          </a:ln>
        </p:spPr>
        <p:txBody>
          <a:bodyPr wrap="square" numCol="1" anchor="t" anchorCtr="0" compatLnSpc="1">
            <a:prstTxWarp prst="textNoShape">
              <a:avLst/>
            </a:prstTxWarp>
          </a:bodyPr>
          <a:lstStyle/>
          <a:p>
            <a:pPr eaLnBrk="0" hangingPunct="0"/>
            <a:r>
              <a:rPr lang="en-US">
                <a:latin typeface="Times New Roman" charset="0"/>
              </a:rPr>
              <a:t>Information System Development</a:t>
            </a:r>
          </a:p>
        </p:txBody>
      </p:sp>
      <p:sp>
        <p:nvSpPr>
          <p:cNvPr id="111619" name="Rectangle 3"/>
          <p:cNvSpPr>
            <a:spLocks noGrp="1" noChangeArrowheads="1"/>
          </p:cNvSpPr>
          <p:nvPr>
            <p:ph type="dt" sz="quarter" idx="1"/>
          </p:nvPr>
        </p:nvSpPr>
        <p:spPr bwMode="auto">
          <a:noFill/>
          <a:ln>
            <a:miter lim="800000"/>
            <a:headEnd/>
            <a:tailEnd/>
          </a:ln>
        </p:spPr>
        <p:txBody>
          <a:bodyPr wrap="square" numCol="1" anchor="t" anchorCtr="0" compatLnSpc="1">
            <a:prstTxWarp prst="textNoShape">
              <a:avLst/>
            </a:prstTxWarp>
          </a:bodyPr>
          <a:lstStyle/>
          <a:p>
            <a:pPr eaLnBrk="0" hangingPunct="0"/>
            <a:fld id="{4079675B-E8B0-4F72-86B7-8B075292E15F}" type="datetime1">
              <a:rPr lang="en-US">
                <a:latin typeface="Times New Roman" charset="0"/>
              </a:rPr>
              <a:pPr eaLnBrk="0" hangingPunct="0"/>
              <a:t>10/16/2020</a:t>
            </a:fld>
            <a:endParaRPr lang="en-US">
              <a:latin typeface="Times New Roman" charset="0"/>
            </a:endParaRPr>
          </a:p>
        </p:txBody>
      </p:sp>
      <p:sp>
        <p:nvSpPr>
          <p:cNvPr id="111620" name="Rectangle 6"/>
          <p:cNvSpPr>
            <a:spLocks noGrp="1" noChangeArrowheads="1"/>
          </p:cNvSpPr>
          <p:nvPr>
            <p:ph type="ftr" sz="quarter" idx="4"/>
          </p:nvPr>
        </p:nvSpPr>
        <p:spPr bwMode="auto">
          <a:noFill/>
          <a:ln>
            <a:miter lim="800000"/>
            <a:headEnd/>
            <a:tailEnd/>
          </a:ln>
        </p:spPr>
        <p:txBody>
          <a:bodyPr wrap="square" numCol="1" anchorCtr="0" compatLnSpc="1">
            <a:prstTxWarp prst="textNoShape">
              <a:avLst/>
            </a:prstTxWarp>
          </a:bodyPr>
          <a:lstStyle/>
          <a:p>
            <a:pPr eaLnBrk="0" hangingPunct="0"/>
            <a:r>
              <a:rPr lang="en-US">
                <a:latin typeface="Times New Roman" charset="0"/>
              </a:rPr>
              <a:t>Department of Information Systems</a:t>
            </a:r>
          </a:p>
        </p:txBody>
      </p:sp>
      <p:sp>
        <p:nvSpPr>
          <p:cNvPr id="111621"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pPr eaLnBrk="0" hangingPunct="0"/>
            <a:fld id="{3F0AEC0E-B3FB-4946-A9CB-DBBE522A7376}" type="slidenum">
              <a:rPr lang="en-US">
                <a:latin typeface="Times New Roman" charset="0"/>
              </a:rPr>
              <a:pPr eaLnBrk="0" hangingPunct="0"/>
              <a:t>54</a:t>
            </a:fld>
            <a:endParaRPr lang="en-US">
              <a:latin typeface="Times New Roman" charset="0"/>
            </a:endParaRPr>
          </a:p>
        </p:txBody>
      </p:sp>
      <p:sp>
        <p:nvSpPr>
          <p:cNvPr id="111622"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11623"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a:spcBef>
                <a:spcPct val="0"/>
              </a:spcBef>
            </a:pPr>
            <a:endParaRPr lang="en-US"/>
          </a:p>
        </p:txBody>
      </p:sp>
    </p:spTree>
    <p:extLst>
      <p:ext uri="{BB962C8B-B14F-4D97-AF65-F5344CB8AC3E}">
        <p14:creationId xmlns:p14="http://schemas.microsoft.com/office/powerpoint/2010/main" val="851306210"/>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fld id="{89E9E833-B3A6-436B-9676-742D2369C0C3}" type="slidenum">
              <a:rPr lang="en-US">
                <a:latin typeface="Arial" charset="0"/>
              </a:rPr>
              <a:pPr/>
              <a:t>55</a:t>
            </a:fld>
            <a:endParaRPr lang="en-US">
              <a:latin typeface="Arial" charset="0"/>
            </a:endParaRPr>
          </a:p>
        </p:txBody>
      </p:sp>
      <p:sp>
        <p:nvSpPr>
          <p:cNvPr id="121859"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21860"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a:spcBef>
                <a:spcPct val="0"/>
              </a:spcBef>
            </a:pPr>
            <a:r>
              <a:rPr lang="en-US"/>
              <a:t>Generally works well in situations where complicated information systems are undergoing continuous maintenance, adaptation, and redesign.</a:t>
            </a:r>
          </a:p>
        </p:txBody>
      </p:sp>
    </p:spTree>
    <p:extLst>
      <p:ext uri="{BB962C8B-B14F-4D97-AF65-F5344CB8AC3E}">
        <p14:creationId xmlns:p14="http://schemas.microsoft.com/office/powerpoint/2010/main" val="428608323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p:cNvSpPr>
            <a:spLocks noGrp="1" noChangeArrowheads="1"/>
          </p:cNvSpPr>
          <p:nvPr>
            <p:ph type="hdr" sz="quarter"/>
          </p:nvPr>
        </p:nvSpPr>
        <p:spPr bwMode="auto">
          <a:noFill/>
          <a:ln>
            <a:miter lim="800000"/>
            <a:headEnd/>
            <a:tailEnd/>
          </a:ln>
        </p:spPr>
        <p:txBody>
          <a:bodyPr wrap="square" numCol="1" anchor="t" anchorCtr="0" compatLnSpc="1">
            <a:prstTxWarp prst="textNoShape">
              <a:avLst/>
            </a:prstTxWarp>
          </a:bodyPr>
          <a:lstStyle/>
          <a:p>
            <a:pPr eaLnBrk="0" hangingPunct="0"/>
            <a:r>
              <a:rPr lang="en-US">
                <a:latin typeface="Times New Roman" charset="0"/>
              </a:rPr>
              <a:t>Information System Development</a:t>
            </a:r>
          </a:p>
        </p:txBody>
      </p:sp>
      <p:sp>
        <p:nvSpPr>
          <p:cNvPr id="115715" name="Rectangle 3"/>
          <p:cNvSpPr>
            <a:spLocks noGrp="1" noChangeArrowheads="1"/>
          </p:cNvSpPr>
          <p:nvPr>
            <p:ph type="dt" sz="quarter" idx="1"/>
          </p:nvPr>
        </p:nvSpPr>
        <p:spPr bwMode="auto">
          <a:noFill/>
          <a:ln>
            <a:miter lim="800000"/>
            <a:headEnd/>
            <a:tailEnd/>
          </a:ln>
        </p:spPr>
        <p:txBody>
          <a:bodyPr wrap="square" numCol="1" anchor="t" anchorCtr="0" compatLnSpc="1">
            <a:prstTxWarp prst="textNoShape">
              <a:avLst/>
            </a:prstTxWarp>
          </a:bodyPr>
          <a:lstStyle/>
          <a:p>
            <a:pPr eaLnBrk="0" hangingPunct="0"/>
            <a:fld id="{71E09981-7822-4EA8-B9CE-AD5ECC235CBA}" type="datetime1">
              <a:rPr lang="en-US">
                <a:latin typeface="Times New Roman" charset="0"/>
              </a:rPr>
              <a:pPr eaLnBrk="0" hangingPunct="0"/>
              <a:t>10/16/2020</a:t>
            </a:fld>
            <a:endParaRPr lang="en-US">
              <a:latin typeface="Times New Roman" charset="0"/>
            </a:endParaRPr>
          </a:p>
        </p:txBody>
      </p:sp>
      <p:sp>
        <p:nvSpPr>
          <p:cNvPr id="115716" name="Rectangle 6"/>
          <p:cNvSpPr>
            <a:spLocks noGrp="1" noChangeArrowheads="1"/>
          </p:cNvSpPr>
          <p:nvPr>
            <p:ph type="ftr" sz="quarter" idx="4"/>
          </p:nvPr>
        </p:nvSpPr>
        <p:spPr bwMode="auto">
          <a:noFill/>
          <a:ln>
            <a:miter lim="800000"/>
            <a:headEnd/>
            <a:tailEnd/>
          </a:ln>
        </p:spPr>
        <p:txBody>
          <a:bodyPr wrap="square" numCol="1" anchorCtr="0" compatLnSpc="1">
            <a:prstTxWarp prst="textNoShape">
              <a:avLst/>
            </a:prstTxWarp>
          </a:bodyPr>
          <a:lstStyle/>
          <a:p>
            <a:pPr eaLnBrk="0" hangingPunct="0"/>
            <a:r>
              <a:rPr lang="en-US">
                <a:latin typeface="Times New Roman" charset="0"/>
              </a:rPr>
              <a:t>Department of Information Systems</a:t>
            </a:r>
          </a:p>
        </p:txBody>
      </p:sp>
      <p:sp>
        <p:nvSpPr>
          <p:cNvPr id="115717"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pPr eaLnBrk="0" hangingPunct="0"/>
            <a:fld id="{25EFB4DA-F321-4840-A711-38B380C9397F}" type="slidenum">
              <a:rPr lang="en-US">
                <a:latin typeface="Times New Roman" charset="0"/>
              </a:rPr>
              <a:pPr eaLnBrk="0" hangingPunct="0"/>
              <a:t>56</a:t>
            </a:fld>
            <a:endParaRPr lang="en-US">
              <a:latin typeface="Times New Roman" charset="0"/>
            </a:endParaRPr>
          </a:p>
        </p:txBody>
      </p:sp>
      <p:sp>
        <p:nvSpPr>
          <p:cNvPr id="115718"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15719"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a:spcBef>
                <a:spcPct val="0"/>
              </a:spcBef>
            </a:pPr>
            <a:endParaRPr lang="en-US"/>
          </a:p>
        </p:txBody>
      </p:sp>
    </p:spTree>
    <p:extLst>
      <p:ext uri="{BB962C8B-B14F-4D97-AF65-F5344CB8AC3E}">
        <p14:creationId xmlns:p14="http://schemas.microsoft.com/office/powerpoint/2010/main" val="416377321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p:cNvSpPr>
            <a:spLocks noGrp="1" noChangeArrowheads="1"/>
          </p:cNvSpPr>
          <p:nvPr>
            <p:ph type="hdr" sz="quarter"/>
          </p:nvPr>
        </p:nvSpPr>
        <p:spPr bwMode="auto">
          <a:noFill/>
          <a:ln>
            <a:miter lim="800000"/>
            <a:headEnd/>
            <a:tailEnd/>
          </a:ln>
        </p:spPr>
        <p:txBody>
          <a:bodyPr wrap="square" numCol="1" anchor="t" anchorCtr="0" compatLnSpc="1">
            <a:prstTxWarp prst="textNoShape">
              <a:avLst/>
            </a:prstTxWarp>
          </a:bodyPr>
          <a:lstStyle/>
          <a:p>
            <a:pPr eaLnBrk="0" hangingPunct="0"/>
            <a:r>
              <a:rPr lang="en-US">
                <a:latin typeface="Times New Roman" charset="0"/>
              </a:rPr>
              <a:t>Information System Development</a:t>
            </a:r>
          </a:p>
        </p:txBody>
      </p:sp>
      <p:sp>
        <p:nvSpPr>
          <p:cNvPr id="116739" name="Rectangle 3"/>
          <p:cNvSpPr>
            <a:spLocks noGrp="1" noChangeArrowheads="1"/>
          </p:cNvSpPr>
          <p:nvPr>
            <p:ph type="dt" sz="quarter" idx="1"/>
          </p:nvPr>
        </p:nvSpPr>
        <p:spPr bwMode="auto">
          <a:noFill/>
          <a:ln>
            <a:miter lim="800000"/>
            <a:headEnd/>
            <a:tailEnd/>
          </a:ln>
        </p:spPr>
        <p:txBody>
          <a:bodyPr wrap="square" numCol="1" anchor="t" anchorCtr="0" compatLnSpc="1">
            <a:prstTxWarp prst="textNoShape">
              <a:avLst/>
            </a:prstTxWarp>
          </a:bodyPr>
          <a:lstStyle/>
          <a:p>
            <a:pPr eaLnBrk="0" hangingPunct="0"/>
            <a:fld id="{8944A70A-25A0-4CA9-8EF8-3EDB63C78442}" type="datetime1">
              <a:rPr lang="en-US">
                <a:latin typeface="Times New Roman" charset="0"/>
              </a:rPr>
              <a:pPr eaLnBrk="0" hangingPunct="0"/>
              <a:t>10/16/2020</a:t>
            </a:fld>
            <a:endParaRPr lang="en-US">
              <a:latin typeface="Times New Roman" charset="0"/>
            </a:endParaRPr>
          </a:p>
        </p:txBody>
      </p:sp>
      <p:sp>
        <p:nvSpPr>
          <p:cNvPr id="116740" name="Rectangle 6"/>
          <p:cNvSpPr>
            <a:spLocks noGrp="1" noChangeArrowheads="1"/>
          </p:cNvSpPr>
          <p:nvPr>
            <p:ph type="ftr" sz="quarter" idx="4"/>
          </p:nvPr>
        </p:nvSpPr>
        <p:spPr bwMode="auto">
          <a:noFill/>
          <a:ln>
            <a:miter lim="800000"/>
            <a:headEnd/>
            <a:tailEnd/>
          </a:ln>
        </p:spPr>
        <p:txBody>
          <a:bodyPr wrap="square" numCol="1" anchorCtr="0" compatLnSpc="1">
            <a:prstTxWarp prst="textNoShape">
              <a:avLst/>
            </a:prstTxWarp>
          </a:bodyPr>
          <a:lstStyle/>
          <a:p>
            <a:pPr eaLnBrk="0" hangingPunct="0"/>
            <a:r>
              <a:rPr lang="en-US">
                <a:latin typeface="Times New Roman" charset="0"/>
              </a:rPr>
              <a:t>Department of Information Systems</a:t>
            </a:r>
          </a:p>
        </p:txBody>
      </p:sp>
      <p:sp>
        <p:nvSpPr>
          <p:cNvPr id="116741"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pPr eaLnBrk="0" hangingPunct="0"/>
            <a:fld id="{5872A6FD-7BB3-418F-8498-CC84BA44A388}" type="slidenum">
              <a:rPr lang="en-US">
                <a:latin typeface="Times New Roman" charset="0"/>
              </a:rPr>
              <a:pPr eaLnBrk="0" hangingPunct="0"/>
              <a:t>57</a:t>
            </a:fld>
            <a:endParaRPr lang="en-US">
              <a:latin typeface="Times New Roman" charset="0"/>
            </a:endParaRPr>
          </a:p>
        </p:txBody>
      </p:sp>
      <p:sp>
        <p:nvSpPr>
          <p:cNvPr id="116742"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16743"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a:spcBef>
                <a:spcPct val="0"/>
              </a:spcBef>
            </a:pPr>
            <a:endParaRPr lang="en-US"/>
          </a:p>
        </p:txBody>
      </p:sp>
    </p:spTree>
    <p:extLst>
      <p:ext uri="{BB962C8B-B14F-4D97-AF65-F5344CB8AC3E}">
        <p14:creationId xmlns:p14="http://schemas.microsoft.com/office/powerpoint/2010/main" val="399614661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fld id="{F4AA0835-A305-4DAA-BA77-187A88B9A5DE}" type="slidenum">
              <a:rPr lang="en-US">
                <a:latin typeface="Arial" charset="0"/>
              </a:rPr>
              <a:pPr/>
              <a:t>58</a:t>
            </a:fld>
            <a:endParaRPr lang="en-US">
              <a:latin typeface="Arial" charset="0"/>
            </a:endParaRPr>
          </a:p>
        </p:txBody>
      </p:sp>
      <p:sp>
        <p:nvSpPr>
          <p:cNvPr id="117763"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17764"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a:spcBef>
                <a:spcPct val="0"/>
              </a:spcBef>
            </a:pPr>
            <a:r>
              <a:rPr lang="en-US"/>
              <a:t>Increasing analyst productivity – </a:t>
            </a:r>
          </a:p>
          <a:p>
            <a:pPr>
              <a:spcBef>
                <a:spcPct val="0"/>
              </a:spcBef>
            </a:pPr>
            <a:r>
              <a:rPr lang="en-US"/>
              <a:t>	automates the drawing and modifying of diagrams</a:t>
            </a:r>
          </a:p>
          <a:p>
            <a:pPr>
              <a:spcBef>
                <a:spcPct val="0"/>
              </a:spcBef>
            </a:pPr>
            <a:r>
              <a:rPr lang="en-US"/>
              <a:t>	automates the sharing of work thus reducing the time to collaborate with group members</a:t>
            </a:r>
          </a:p>
          <a:p>
            <a:pPr>
              <a:spcBef>
                <a:spcPct val="0"/>
              </a:spcBef>
            </a:pPr>
            <a:r>
              <a:rPr lang="en-US"/>
              <a:t>	facilitates interaction among team members by making diagramming a dynamic, interactive process.</a:t>
            </a:r>
          </a:p>
          <a:p>
            <a:pPr>
              <a:spcBef>
                <a:spcPct val="0"/>
              </a:spcBef>
            </a:pPr>
            <a:r>
              <a:rPr lang="en-US"/>
              <a:t>Improving Analyst-User Communication – CASE tools foster greater, more meaningful communication among users and analysts.</a:t>
            </a:r>
          </a:p>
          <a:p>
            <a:pPr>
              <a:spcBef>
                <a:spcPct val="0"/>
              </a:spcBef>
            </a:pPr>
            <a:r>
              <a:rPr lang="en-US"/>
              <a:t>Integrating Life Cycle Activities – integration of activities through the underlying use of technologies makes it easier for users to understand how all the life cycle phases are interrelated and interdependent.</a:t>
            </a:r>
          </a:p>
          <a:p>
            <a:pPr>
              <a:spcBef>
                <a:spcPct val="0"/>
              </a:spcBef>
            </a:pPr>
            <a:r>
              <a:rPr lang="en-US"/>
              <a:t>Accurately Assessing Maintenance Changes – enable users to analyze and assess the impact of maintenance changes.</a:t>
            </a:r>
          </a:p>
        </p:txBody>
      </p:sp>
    </p:spTree>
    <p:extLst>
      <p:ext uri="{BB962C8B-B14F-4D97-AF65-F5344CB8AC3E}">
        <p14:creationId xmlns:p14="http://schemas.microsoft.com/office/powerpoint/2010/main" val="333604013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fld id="{77F116E6-E482-44CD-9097-F657479B1980}" type="slidenum">
              <a:rPr lang="en-US">
                <a:latin typeface="Arial" charset="0"/>
              </a:rPr>
              <a:pPr/>
              <a:t>59</a:t>
            </a:fld>
            <a:endParaRPr lang="en-US">
              <a:latin typeface="Arial" charset="0"/>
            </a:endParaRPr>
          </a:p>
        </p:txBody>
      </p:sp>
      <p:sp>
        <p:nvSpPr>
          <p:cNvPr id="118787"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18788"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a:spcBef>
                <a:spcPct val="0"/>
              </a:spcBef>
            </a:pPr>
            <a:r>
              <a:rPr lang="en-US"/>
              <a:t>Upper CASE support analyst and designers</a:t>
            </a:r>
          </a:p>
          <a:p>
            <a:pPr>
              <a:spcBef>
                <a:spcPct val="0"/>
              </a:spcBef>
            </a:pPr>
            <a:endParaRPr lang="en-US"/>
          </a:p>
          <a:p>
            <a:pPr>
              <a:spcBef>
                <a:spcPct val="0"/>
              </a:spcBef>
            </a:pPr>
            <a:r>
              <a:rPr lang="en-US"/>
              <a:t>Lower CASE support programmers and workers who must implement the systems design via Upper CASE.</a:t>
            </a:r>
          </a:p>
        </p:txBody>
      </p:sp>
    </p:spTree>
    <p:extLst>
      <p:ext uri="{BB962C8B-B14F-4D97-AF65-F5344CB8AC3E}">
        <p14:creationId xmlns:p14="http://schemas.microsoft.com/office/powerpoint/2010/main" val="406901401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fld id="{50BBF936-F79A-4DC9-B5CE-58E11068A1A6}" type="slidenum">
              <a:rPr lang="en-US">
                <a:latin typeface="Arial" charset="0"/>
              </a:rPr>
              <a:pPr/>
              <a:t>60</a:t>
            </a:fld>
            <a:endParaRPr lang="en-US">
              <a:latin typeface="Arial" charset="0"/>
            </a:endParaRPr>
          </a:p>
        </p:txBody>
      </p:sp>
      <p:sp>
        <p:nvSpPr>
          <p:cNvPr id="119811"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19812"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a:spcBef>
                <a:spcPct val="0"/>
              </a:spcBef>
            </a:pPr>
            <a:r>
              <a:rPr lang="en-US"/>
              <a:t>All the information about the project is stored in the CASE repository. From the CASE repository analysis reports can be produced to show where the design is incomplete or contains errors.</a:t>
            </a:r>
          </a:p>
          <a:p>
            <a:pPr>
              <a:spcBef>
                <a:spcPct val="0"/>
              </a:spcBef>
            </a:pPr>
            <a:r>
              <a:rPr lang="en-US"/>
              <a:t>The repository is a collection of records, elements, diagrams, screens, reports, and other information.</a:t>
            </a:r>
          </a:p>
          <a:p>
            <a:pPr>
              <a:spcBef>
                <a:spcPct val="0"/>
              </a:spcBef>
            </a:pPr>
            <a:r>
              <a:rPr lang="en-US"/>
              <a:t>By modeling organizational requirements and defining system boundaries the analyst can visualize how the project meshes with other parts of the organization.</a:t>
            </a:r>
          </a:p>
          <a:p>
            <a:pPr>
              <a:spcBef>
                <a:spcPct val="0"/>
              </a:spcBef>
            </a:pPr>
            <a:endParaRPr lang="en-US"/>
          </a:p>
          <a:p>
            <a:pPr>
              <a:spcBef>
                <a:spcPct val="0"/>
              </a:spcBef>
            </a:pPr>
            <a:endParaRPr lang="en-US"/>
          </a:p>
        </p:txBody>
      </p:sp>
    </p:spTree>
    <p:extLst>
      <p:ext uri="{BB962C8B-B14F-4D97-AF65-F5344CB8AC3E}">
        <p14:creationId xmlns:p14="http://schemas.microsoft.com/office/powerpoint/2010/main" val="66864558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fld id="{2A19C0BF-7B8F-42F9-89E3-D9FAF9A826E2}" type="slidenum">
              <a:rPr lang="en-US">
                <a:latin typeface="Arial" charset="0"/>
              </a:rPr>
              <a:pPr/>
              <a:t>61</a:t>
            </a:fld>
            <a:endParaRPr lang="en-US">
              <a:latin typeface="Arial" charset="0"/>
            </a:endParaRPr>
          </a:p>
        </p:txBody>
      </p:sp>
      <p:sp>
        <p:nvSpPr>
          <p:cNvPr id="120835"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20836"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a:spcBef>
                <a:spcPct val="0"/>
              </a:spcBef>
            </a:pPr>
            <a:r>
              <a:rPr lang="en-US"/>
              <a:t>CASE code generation has several advantages:</a:t>
            </a:r>
          </a:p>
          <a:p>
            <a:pPr>
              <a:spcBef>
                <a:spcPct val="0"/>
              </a:spcBef>
            </a:pPr>
            <a:r>
              <a:rPr lang="en-US"/>
              <a:t>	1. Quicker than writing computer programs.</a:t>
            </a:r>
          </a:p>
          <a:p>
            <a:pPr>
              <a:spcBef>
                <a:spcPct val="0"/>
              </a:spcBef>
            </a:pPr>
            <a:r>
              <a:rPr lang="en-US"/>
              <a:t>	2. Time spent on maintenance decreases.</a:t>
            </a:r>
          </a:p>
          <a:p>
            <a:pPr>
              <a:spcBef>
                <a:spcPct val="0"/>
              </a:spcBef>
            </a:pPr>
            <a:r>
              <a:rPr lang="en-US"/>
              <a:t>	3. Code can be generated in more than one computer language.</a:t>
            </a:r>
          </a:p>
          <a:p>
            <a:pPr>
              <a:spcBef>
                <a:spcPct val="0"/>
              </a:spcBef>
            </a:pPr>
            <a:r>
              <a:rPr lang="en-US"/>
              <a:t>	4. Cost-effective for tailoring systems purchased from third-party vendors.</a:t>
            </a:r>
          </a:p>
          <a:p>
            <a:pPr>
              <a:spcBef>
                <a:spcPct val="0"/>
              </a:spcBef>
            </a:pPr>
            <a:r>
              <a:rPr lang="en-US"/>
              <a:t>	5. Generated code is free from computer program errors.</a:t>
            </a:r>
          </a:p>
        </p:txBody>
      </p:sp>
    </p:spTree>
    <p:extLst>
      <p:ext uri="{BB962C8B-B14F-4D97-AF65-F5344CB8AC3E}">
        <p14:creationId xmlns:p14="http://schemas.microsoft.com/office/powerpoint/2010/main" val="407805771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2"/>
          <p:cNvSpPr>
            <a:spLocks noGrp="1" noChangeArrowheads="1"/>
          </p:cNvSpPr>
          <p:nvPr>
            <p:ph type="hdr" sz="quarter"/>
          </p:nvPr>
        </p:nvSpPr>
        <p:spPr bwMode="auto">
          <a:noFill/>
          <a:ln>
            <a:miter lim="800000"/>
            <a:headEnd/>
            <a:tailEnd/>
          </a:ln>
        </p:spPr>
        <p:txBody>
          <a:bodyPr wrap="square" numCol="1" anchor="t" anchorCtr="0" compatLnSpc="1">
            <a:prstTxWarp prst="textNoShape">
              <a:avLst/>
            </a:prstTxWarp>
          </a:bodyPr>
          <a:lstStyle/>
          <a:p>
            <a:pPr eaLnBrk="0" hangingPunct="0"/>
            <a:r>
              <a:rPr lang="en-US">
                <a:latin typeface="Times New Roman" charset="0"/>
              </a:rPr>
              <a:t>Information System Development</a:t>
            </a:r>
          </a:p>
        </p:txBody>
      </p:sp>
      <p:sp>
        <p:nvSpPr>
          <p:cNvPr id="112643" name="Rectangle 3"/>
          <p:cNvSpPr>
            <a:spLocks noGrp="1" noChangeArrowheads="1"/>
          </p:cNvSpPr>
          <p:nvPr>
            <p:ph type="dt" sz="quarter" idx="1"/>
          </p:nvPr>
        </p:nvSpPr>
        <p:spPr bwMode="auto">
          <a:noFill/>
          <a:ln>
            <a:miter lim="800000"/>
            <a:headEnd/>
            <a:tailEnd/>
          </a:ln>
        </p:spPr>
        <p:txBody>
          <a:bodyPr wrap="square" numCol="1" anchor="t" anchorCtr="0" compatLnSpc="1">
            <a:prstTxWarp prst="textNoShape">
              <a:avLst/>
            </a:prstTxWarp>
          </a:bodyPr>
          <a:lstStyle/>
          <a:p>
            <a:pPr eaLnBrk="0" hangingPunct="0"/>
            <a:fld id="{C47ED426-70B2-40FE-AC3F-582F5C6040CC}" type="datetime1">
              <a:rPr lang="en-US">
                <a:latin typeface="Times New Roman" charset="0"/>
              </a:rPr>
              <a:pPr eaLnBrk="0" hangingPunct="0"/>
              <a:t>10/16/2020</a:t>
            </a:fld>
            <a:endParaRPr lang="en-US">
              <a:latin typeface="Times New Roman" charset="0"/>
            </a:endParaRPr>
          </a:p>
        </p:txBody>
      </p:sp>
      <p:sp>
        <p:nvSpPr>
          <p:cNvPr id="112644" name="Rectangle 6"/>
          <p:cNvSpPr>
            <a:spLocks noGrp="1" noChangeArrowheads="1"/>
          </p:cNvSpPr>
          <p:nvPr>
            <p:ph type="ftr" sz="quarter" idx="4"/>
          </p:nvPr>
        </p:nvSpPr>
        <p:spPr bwMode="auto">
          <a:noFill/>
          <a:ln>
            <a:miter lim="800000"/>
            <a:headEnd/>
            <a:tailEnd/>
          </a:ln>
        </p:spPr>
        <p:txBody>
          <a:bodyPr wrap="square" numCol="1" anchorCtr="0" compatLnSpc="1">
            <a:prstTxWarp prst="textNoShape">
              <a:avLst/>
            </a:prstTxWarp>
          </a:bodyPr>
          <a:lstStyle/>
          <a:p>
            <a:pPr eaLnBrk="0" hangingPunct="0"/>
            <a:r>
              <a:rPr lang="en-US">
                <a:latin typeface="Times New Roman" charset="0"/>
              </a:rPr>
              <a:t>Department of Information Systems</a:t>
            </a:r>
          </a:p>
        </p:txBody>
      </p:sp>
      <p:sp>
        <p:nvSpPr>
          <p:cNvPr id="112645" name="Rectangle 7"/>
          <p:cNvSpPr>
            <a:spLocks noGrp="1" noChangeArrowheads="1"/>
          </p:cNvSpPr>
          <p:nvPr>
            <p:ph type="sldNum" sz="quarter" idx="5"/>
          </p:nvPr>
        </p:nvSpPr>
        <p:spPr bwMode="auto">
          <a:noFill/>
          <a:ln>
            <a:miter lim="800000"/>
            <a:headEnd/>
            <a:tailEnd/>
          </a:ln>
        </p:spPr>
        <p:txBody>
          <a:bodyPr wrap="square" numCol="1" anchorCtr="0" compatLnSpc="1">
            <a:prstTxWarp prst="textNoShape">
              <a:avLst/>
            </a:prstTxWarp>
          </a:bodyPr>
          <a:lstStyle/>
          <a:p>
            <a:pPr eaLnBrk="0" hangingPunct="0"/>
            <a:fld id="{AFF50987-8F73-4450-A7C9-F228EE649429}" type="slidenum">
              <a:rPr lang="en-US">
                <a:latin typeface="Times New Roman" charset="0"/>
              </a:rPr>
              <a:pPr eaLnBrk="0" hangingPunct="0"/>
              <a:t>64</a:t>
            </a:fld>
            <a:endParaRPr lang="en-US">
              <a:latin typeface="Times New Roman" charset="0"/>
            </a:endParaRPr>
          </a:p>
        </p:txBody>
      </p:sp>
      <p:sp>
        <p:nvSpPr>
          <p:cNvPr id="112646" name="Rectangle 2"/>
          <p:cNvSpPr>
            <a:spLocks noGrp="1" noRot="1" noChangeAspect="1" noChangeArrowheads="1" noTextEdit="1"/>
          </p:cNvSpPr>
          <p:nvPr>
            <p:ph type="sldImg"/>
          </p:nvPr>
        </p:nvSpPr>
        <p:spPr bwMode="auto">
          <a:noFill/>
          <a:ln>
            <a:solidFill>
              <a:srgbClr val="000000"/>
            </a:solidFill>
            <a:miter lim="800000"/>
            <a:headEnd/>
            <a:tailEnd/>
          </a:ln>
        </p:spPr>
      </p:sp>
      <p:sp>
        <p:nvSpPr>
          <p:cNvPr id="112647" name="Rectangle 3"/>
          <p:cNvSpPr>
            <a:spLocks noGrp="1" noChangeArrowheads="1"/>
          </p:cNvSpPr>
          <p:nvPr>
            <p:ph type="body" idx="1"/>
          </p:nvPr>
        </p:nvSpPr>
        <p:spPr bwMode="auto">
          <a:noFill/>
        </p:spPr>
        <p:txBody>
          <a:bodyPr wrap="square" numCol="1" anchor="t" anchorCtr="0" compatLnSpc="1">
            <a:prstTxWarp prst="textNoShape">
              <a:avLst/>
            </a:prstTxWarp>
          </a:bodyPr>
          <a:lstStyle/>
          <a:p>
            <a:pPr>
              <a:spcBef>
                <a:spcPct val="0"/>
              </a:spcBef>
            </a:pPr>
            <a:endParaRPr lang="en-US"/>
          </a:p>
        </p:txBody>
      </p:sp>
    </p:spTree>
    <p:extLst>
      <p:ext uri="{BB962C8B-B14F-4D97-AF65-F5344CB8AC3E}">
        <p14:creationId xmlns:p14="http://schemas.microsoft.com/office/powerpoint/2010/main" val="183011446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pic>
        <p:nvPicPr>
          <p:cNvPr id="2" name="Picture 6">
            <a:extLst>
              <a:ext uri="{FF2B5EF4-FFF2-40B4-BE49-F238E27FC236}">
                <a16:creationId xmlns:a16="http://schemas.microsoft.com/office/drawing/2014/main" id="{A8AD4410-B83D-1946-B9E5-363BA2D342C4}"/>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Date Placeholder 2">
            <a:extLst>
              <a:ext uri="{FF2B5EF4-FFF2-40B4-BE49-F238E27FC236}">
                <a16:creationId xmlns:a16="http://schemas.microsoft.com/office/drawing/2014/main" id="{15F1A503-FBCE-7A47-A9B1-01F8170FBE52}"/>
              </a:ext>
            </a:extLst>
          </p:cNvPr>
          <p:cNvSpPr>
            <a:spLocks noGrp="1"/>
          </p:cNvSpPr>
          <p:nvPr>
            <p:ph type="dt" sz="half" idx="10"/>
          </p:nvPr>
        </p:nvSpPr>
        <p:spPr/>
        <p:txBody>
          <a:bodyPr/>
          <a:lstStyle>
            <a:lvl1pPr>
              <a:defRPr/>
            </a:lvl1pPr>
          </a:lstStyle>
          <a:p>
            <a:pPr>
              <a:defRPr/>
            </a:pPr>
            <a:fld id="{EA151A8F-4AA7-5345-8FFF-7AB164E3D364}" type="datetimeFigureOut">
              <a:rPr lang="en-US"/>
              <a:pPr>
                <a:defRPr/>
              </a:pPr>
              <a:t>10/16/2020</a:t>
            </a:fld>
            <a:endParaRPr lang="en-US"/>
          </a:p>
        </p:txBody>
      </p:sp>
      <p:sp>
        <p:nvSpPr>
          <p:cNvPr id="4" name="Footer Placeholder 3">
            <a:extLst>
              <a:ext uri="{FF2B5EF4-FFF2-40B4-BE49-F238E27FC236}">
                <a16:creationId xmlns:a16="http://schemas.microsoft.com/office/drawing/2014/main" id="{25D8B8A3-3FB8-C94F-92FE-07602C555C6A}"/>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4">
            <a:extLst>
              <a:ext uri="{FF2B5EF4-FFF2-40B4-BE49-F238E27FC236}">
                <a16:creationId xmlns:a16="http://schemas.microsoft.com/office/drawing/2014/main" id="{88C7DD2D-7FF1-BC44-A1C5-04D6ED516BC1}"/>
              </a:ext>
            </a:extLst>
          </p:cNvPr>
          <p:cNvSpPr>
            <a:spLocks noGrp="1"/>
          </p:cNvSpPr>
          <p:nvPr>
            <p:ph type="sldNum" sz="quarter" idx="12"/>
          </p:nvPr>
        </p:nvSpPr>
        <p:spPr/>
        <p:txBody>
          <a:bodyPr/>
          <a:lstStyle>
            <a:lvl1pPr>
              <a:defRPr/>
            </a:lvl1pPr>
          </a:lstStyle>
          <a:p>
            <a:pPr>
              <a:defRPr/>
            </a:pPr>
            <a:fld id="{EDE41483-9899-9644-A00D-B7E1DCD7E7ED}" type="slidenum">
              <a:rPr lang="en-US"/>
              <a:pPr>
                <a:defRPr/>
              </a:pPr>
              <a:t>‹#›</a:t>
            </a:fld>
            <a:endParaRPr lang="en-US"/>
          </a:p>
        </p:txBody>
      </p:sp>
    </p:spTree>
    <p:extLst>
      <p:ext uri="{BB962C8B-B14F-4D97-AF65-F5344CB8AC3E}">
        <p14:creationId xmlns:p14="http://schemas.microsoft.com/office/powerpoint/2010/main" val="14550379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4" name="Picture 6">
            <a:extLst>
              <a:ext uri="{FF2B5EF4-FFF2-40B4-BE49-F238E27FC236}">
                <a16:creationId xmlns:a16="http://schemas.microsoft.com/office/drawing/2014/main" id="{21BE4D82-B260-554A-B8FB-04A34CD89821}"/>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a:extLst>
              <a:ext uri="{FF2B5EF4-FFF2-40B4-BE49-F238E27FC236}">
                <a16:creationId xmlns:a16="http://schemas.microsoft.com/office/drawing/2014/main" id="{56CD9F48-4EF1-4043-A3C7-DF1323DCB606}"/>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7349A80-F880-48D2-A8C3-0B02E2589CAB}"/>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5" name="Date Placeholder 3">
            <a:extLst>
              <a:ext uri="{FF2B5EF4-FFF2-40B4-BE49-F238E27FC236}">
                <a16:creationId xmlns:a16="http://schemas.microsoft.com/office/drawing/2014/main" id="{C6B3F531-1B70-2848-B6F9-A3D2C91E93D5}"/>
              </a:ext>
            </a:extLst>
          </p:cNvPr>
          <p:cNvSpPr>
            <a:spLocks noGrp="1"/>
          </p:cNvSpPr>
          <p:nvPr>
            <p:ph type="dt" sz="half" idx="10"/>
          </p:nvPr>
        </p:nvSpPr>
        <p:spPr/>
        <p:txBody>
          <a:bodyPr/>
          <a:lstStyle>
            <a:lvl1pPr>
              <a:defRPr/>
            </a:lvl1pPr>
          </a:lstStyle>
          <a:p>
            <a:pPr>
              <a:defRPr/>
            </a:pPr>
            <a:fld id="{B18986FF-D326-8943-BD97-F4A3A41EB7B0}" type="datetimeFigureOut">
              <a:rPr lang="en-US"/>
              <a:pPr>
                <a:defRPr/>
              </a:pPr>
              <a:t>10/16/2020</a:t>
            </a:fld>
            <a:endParaRPr lang="en-US"/>
          </a:p>
        </p:txBody>
      </p:sp>
      <p:sp>
        <p:nvSpPr>
          <p:cNvPr id="6" name="Footer Placeholder 4">
            <a:extLst>
              <a:ext uri="{FF2B5EF4-FFF2-40B4-BE49-F238E27FC236}">
                <a16:creationId xmlns:a16="http://schemas.microsoft.com/office/drawing/2014/main" id="{BF8FAED7-1879-B144-BEF0-404DAD34D41A}"/>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4412B5B8-B124-4B4A-AE75-BF0C2955B488}"/>
              </a:ext>
            </a:extLst>
          </p:cNvPr>
          <p:cNvSpPr>
            <a:spLocks noGrp="1"/>
          </p:cNvSpPr>
          <p:nvPr>
            <p:ph type="sldNum" sz="quarter" idx="12"/>
          </p:nvPr>
        </p:nvSpPr>
        <p:spPr/>
        <p:txBody>
          <a:bodyPr/>
          <a:lstStyle>
            <a:lvl1pPr>
              <a:defRPr/>
            </a:lvl1pPr>
          </a:lstStyle>
          <a:p>
            <a:pPr>
              <a:defRPr/>
            </a:pPr>
            <a:fld id="{1E340632-84E8-FF4F-ADC8-2C98EE771EE7}" type="slidenum">
              <a:rPr lang="en-US"/>
              <a:pPr>
                <a:defRPr/>
              </a:pPr>
              <a:t>‹#›</a:t>
            </a:fld>
            <a:endParaRPr lang="en-US"/>
          </a:p>
        </p:txBody>
      </p:sp>
    </p:spTree>
    <p:extLst>
      <p:ext uri="{BB962C8B-B14F-4D97-AF65-F5344CB8AC3E}">
        <p14:creationId xmlns:p14="http://schemas.microsoft.com/office/powerpoint/2010/main" val="40189648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2" name="Picture 6">
            <a:extLst>
              <a:ext uri="{FF2B5EF4-FFF2-40B4-BE49-F238E27FC236}">
                <a16:creationId xmlns:a16="http://schemas.microsoft.com/office/drawing/2014/main" id="{8F21EDC8-2FDA-A344-AA7C-26D9EF3AA25A}"/>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Date Placeholder 3">
            <a:extLst>
              <a:ext uri="{FF2B5EF4-FFF2-40B4-BE49-F238E27FC236}">
                <a16:creationId xmlns:a16="http://schemas.microsoft.com/office/drawing/2014/main" id="{5C2E7718-3023-CF42-81E7-D6E43DB71A2D}"/>
              </a:ext>
            </a:extLst>
          </p:cNvPr>
          <p:cNvSpPr>
            <a:spLocks noGrp="1"/>
          </p:cNvSpPr>
          <p:nvPr>
            <p:ph type="dt" sz="half" idx="10"/>
          </p:nvPr>
        </p:nvSpPr>
        <p:spPr/>
        <p:txBody>
          <a:bodyPr/>
          <a:lstStyle>
            <a:lvl1pPr>
              <a:defRPr/>
            </a:lvl1pPr>
          </a:lstStyle>
          <a:p>
            <a:pPr>
              <a:defRPr/>
            </a:pPr>
            <a:fld id="{95EEA27B-9A49-6349-B138-B4E9F4513E87}" type="datetimeFigureOut">
              <a:rPr lang="en-US"/>
              <a:pPr>
                <a:defRPr/>
              </a:pPr>
              <a:t>10/16/2020</a:t>
            </a:fld>
            <a:endParaRPr lang="en-US"/>
          </a:p>
        </p:txBody>
      </p:sp>
      <p:sp>
        <p:nvSpPr>
          <p:cNvPr id="4" name="Footer Placeholder 4">
            <a:extLst>
              <a:ext uri="{FF2B5EF4-FFF2-40B4-BE49-F238E27FC236}">
                <a16:creationId xmlns:a16="http://schemas.microsoft.com/office/drawing/2014/main" id="{5A6F3045-4D16-D04D-A38E-EBCE0EBF048A}"/>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11E206B9-5622-2449-BC1E-AF9EFAAE3041}"/>
              </a:ext>
            </a:extLst>
          </p:cNvPr>
          <p:cNvSpPr>
            <a:spLocks noGrp="1"/>
          </p:cNvSpPr>
          <p:nvPr>
            <p:ph type="sldNum" sz="quarter" idx="12"/>
          </p:nvPr>
        </p:nvSpPr>
        <p:spPr/>
        <p:txBody>
          <a:bodyPr/>
          <a:lstStyle>
            <a:lvl1pPr>
              <a:defRPr/>
            </a:lvl1pPr>
          </a:lstStyle>
          <a:p>
            <a:pPr>
              <a:defRPr/>
            </a:pPr>
            <a:fld id="{9981CC2A-974A-4B4F-A46C-280931AFA35F}" type="slidenum">
              <a:rPr lang="en-US"/>
              <a:pPr>
                <a:defRPr/>
              </a:pPr>
              <a:t>‹#›</a:t>
            </a:fld>
            <a:endParaRPr lang="en-US"/>
          </a:p>
        </p:txBody>
      </p:sp>
    </p:spTree>
    <p:extLst>
      <p:ext uri="{BB962C8B-B14F-4D97-AF65-F5344CB8AC3E}">
        <p14:creationId xmlns:p14="http://schemas.microsoft.com/office/powerpoint/2010/main" val="38314326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2" name="Picture 6">
            <a:extLst>
              <a:ext uri="{FF2B5EF4-FFF2-40B4-BE49-F238E27FC236}">
                <a16:creationId xmlns:a16="http://schemas.microsoft.com/office/drawing/2014/main" id="{5394ECDD-7731-8F49-8565-344EC88D5BE8}"/>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Date Placeholder 3">
            <a:extLst>
              <a:ext uri="{FF2B5EF4-FFF2-40B4-BE49-F238E27FC236}">
                <a16:creationId xmlns:a16="http://schemas.microsoft.com/office/drawing/2014/main" id="{4EA0B1A2-2AA1-C240-81D2-3A734C31D09C}"/>
              </a:ext>
            </a:extLst>
          </p:cNvPr>
          <p:cNvSpPr>
            <a:spLocks noGrp="1"/>
          </p:cNvSpPr>
          <p:nvPr>
            <p:ph type="dt" sz="half" idx="10"/>
          </p:nvPr>
        </p:nvSpPr>
        <p:spPr/>
        <p:txBody>
          <a:bodyPr/>
          <a:lstStyle>
            <a:lvl1pPr>
              <a:defRPr/>
            </a:lvl1pPr>
          </a:lstStyle>
          <a:p>
            <a:pPr>
              <a:defRPr/>
            </a:pPr>
            <a:fld id="{527D471D-21A3-884D-A710-2572E32C4126}" type="datetimeFigureOut">
              <a:rPr lang="en-US"/>
              <a:pPr>
                <a:defRPr/>
              </a:pPr>
              <a:t>10/16/2020</a:t>
            </a:fld>
            <a:endParaRPr lang="en-US"/>
          </a:p>
        </p:txBody>
      </p:sp>
      <p:sp>
        <p:nvSpPr>
          <p:cNvPr id="4" name="Footer Placeholder 4">
            <a:extLst>
              <a:ext uri="{FF2B5EF4-FFF2-40B4-BE49-F238E27FC236}">
                <a16:creationId xmlns:a16="http://schemas.microsoft.com/office/drawing/2014/main" id="{2381B053-B7B0-E148-B8D4-EC2E9B2C02E7}"/>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643C38C3-2402-AC49-BF29-954DCC26705C}"/>
              </a:ext>
            </a:extLst>
          </p:cNvPr>
          <p:cNvSpPr>
            <a:spLocks noGrp="1"/>
          </p:cNvSpPr>
          <p:nvPr>
            <p:ph type="sldNum" sz="quarter" idx="12"/>
          </p:nvPr>
        </p:nvSpPr>
        <p:spPr/>
        <p:txBody>
          <a:bodyPr/>
          <a:lstStyle>
            <a:lvl1pPr>
              <a:defRPr/>
            </a:lvl1pPr>
          </a:lstStyle>
          <a:p>
            <a:pPr>
              <a:defRPr/>
            </a:pPr>
            <a:fld id="{855850DE-AB95-3C43-8A6F-CB1F17AD880A}" type="slidenum">
              <a:rPr lang="en-US"/>
              <a:pPr>
                <a:defRPr/>
              </a:pPr>
              <a:t>‹#›</a:t>
            </a:fld>
            <a:endParaRPr lang="en-US"/>
          </a:p>
        </p:txBody>
      </p:sp>
    </p:spTree>
    <p:extLst>
      <p:ext uri="{BB962C8B-B14F-4D97-AF65-F5344CB8AC3E}">
        <p14:creationId xmlns:p14="http://schemas.microsoft.com/office/powerpoint/2010/main" val="10523481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5" name="Picture 6">
            <a:extLst>
              <a:ext uri="{FF2B5EF4-FFF2-40B4-BE49-F238E27FC236}">
                <a16:creationId xmlns:a16="http://schemas.microsoft.com/office/drawing/2014/main" id="{40A07E1A-0BEC-5E44-A47D-CC4577568085}"/>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a:extLst>
              <a:ext uri="{FF2B5EF4-FFF2-40B4-BE49-F238E27FC236}">
                <a16:creationId xmlns:a16="http://schemas.microsoft.com/office/drawing/2014/main" id="{E0DE207D-6691-4CB8-88CE-6CF5B9F399A5}"/>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0D805C8B-38F6-4ACA-A38B-3548E945FBA9}"/>
              </a:ext>
            </a:extLst>
          </p:cNvPr>
          <p:cNvSpPr>
            <a:spLocks noGrp="1"/>
          </p:cNvSpPr>
          <p:nvPr>
            <p:ph sz="half" idx="1"/>
          </p:nvPr>
        </p:nvSpPr>
        <p:spPr>
          <a:xfrm>
            <a:off x="838200" y="1825625"/>
            <a:ext cx="5181600" cy="43513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0049F08-1805-4624-93F8-916A81B759F7}"/>
              </a:ext>
            </a:extLst>
          </p:cNvPr>
          <p:cNvSpPr>
            <a:spLocks noGrp="1"/>
          </p:cNvSpPr>
          <p:nvPr>
            <p:ph sz="half" idx="2"/>
          </p:nvPr>
        </p:nvSpPr>
        <p:spPr>
          <a:xfrm>
            <a:off x="6172200" y="1825625"/>
            <a:ext cx="5181600" cy="43513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4">
            <a:extLst>
              <a:ext uri="{FF2B5EF4-FFF2-40B4-BE49-F238E27FC236}">
                <a16:creationId xmlns:a16="http://schemas.microsoft.com/office/drawing/2014/main" id="{A41B5E33-8423-3C46-87BD-D55BA3932A82}"/>
              </a:ext>
            </a:extLst>
          </p:cNvPr>
          <p:cNvSpPr>
            <a:spLocks noGrp="1"/>
          </p:cNvSpPr>
          <p:nvPr>
            <p:ph type="dt" sz="half" idx="10"/>
          </p:nvPr>
        </p:nvSpPr>
        <p:spPr/>
        <p:txBody>
          <a:bodyPr/>
          <a:lstStyle>
            <a:lvl1pPr>
              <a:defRPr/>
            </a:lvl1pPr>
          </a:lstStyle>
          <a:p>
            <a:pPr>
              <a:defRPr/>
            </a:pPr>
            <a:fld id="{2B7A4734-85FF-D94D-87B5-BD7C5CB50D8F}" type="datetimeFigureOut">
              <a:rPr lang="en-US"/>
              <a:pPr>
                <a:defRPr/>
              </a:pPr>
              <a:t>10/16/2020</a:t>
            </a:fld>
            <a:endParaRPr lang="en-US"/>
          </a:p>
        </p:txBody>
      </p:sp>
      <p:sp>
        <p:nvSpPr>
          <p:cNvPr id="7" name="Footer Placeholder 5">
            <a:extLst>
              <a:ext uri="{FF2B5EF4-FFF2-40B4-BE49-F238E27FC236}">
                <a16:creationId xmlns:a16="http://schemas.microsoft.com/office/drawing/2014/main" id="{0B36DD45-F67F-DD41-AE3A-F665E90C3C4E}"/>
              </a:ext>
            </a:extLst>
          </p:cNvPr>
          <p:cNvSpPr>
            <a:spLocks noGrp="1"/>
          </p:cNvSpPr>
          <p:nvPr>
            <p:ph type="ftr" sz="quarter" idx="11"/>
          </p:nvPr>
        </p:nvSpPr>
        <p:spPr/>
        <p:txBody>
          <a:bodyPr/>
          <a:lstStyle>
            <a:lvl1pPr>
              <a:defRPr/>
            </a:lvl1pPr>
          </a:lstStyle>
          <a:p>
            <a:pPr>
              <a:defRPr/>
            </a:pPr>
            <a:endParaRPr lang="en-US"/>
          </a:p>
        </p:txBody>
      </p:sp>
      <p:sp>
        <p:nvSpPr>
          <p:cNvPr id="8" name="Slide Number Placeholder 6">
            <a:extLst>
              <a:ext uri="{FF2B5EF4-FFF2-40B4-BE49-F238E27FC236}">
                <a16:creationId xmlns:a16="http://schemas.microsoft.com/office/drawing/2014/main" id="{915CA16E-443B-A944-AB70-1510A5C31217}"/>
              </a:ext>
            </a:extLst>
          </p:cNvPr>
          <p:cNvSpPr>
            <a:spLocks noGrp="1"/>
          </p:cNvSpPr>
          <p:nvPr>
            <p:ph type="sldNum" sz="quarter" idx="12"/>
          </p:nvPr>
        </p:nvSpPr>
        <p:spPr/>
        <p:txBody>
          <a:bodyPr/>
          <a:lstStyle>
            <a:lvl1pPr>
              <a:defRPr/>
            </a:lvl1pPr>
          </a:lstStyle>
          <a:p>
            <a:pPr>
              <a:defRPr/>
            </a:pPr>
            <a:fld id="{25A5A528-50CF-F84E-A5C5-B777DEF0AFA5}" type="slidenum">
              <a:rPr lang="en-US"/>
              <a:pPr>
                <a:defRPr/>
              </a:pPr>
              <a:t>‹#›</a:t>
            </a:fld>
            <a:endParaRPr lang="en-US"/>
          </a:p>
        </p:txBody>
      </p:sp>
    </p:spTree>
    <p:extLst>
      <p:ext uri="{BB962C8B-B14F-4D97-AF65-F5344CB8AC3E}">
        <p14:creationId xmlns:p14="http://schemas.microsoft.com/office/powerpoint/2010/main" val="22950512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pic>
        <p:nvPicPr>
          <p:cNvPr id="2" name="Picture 6">
            <a:extLst>
              <a:ext uri="{FF2B5EF4-FFF2-40B4-BE49-F238E27FC236}">
                <a16:creationId xmlns:a16="http://schemas.microsoft.com/office/drawing/2014/main" id="{F8112DE8-F1F1-7947-AC36-62051F4A3213}"/>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Date Placeholder 6">
            <a:extLst>
              <a:ext uri="{FF2B5EF4-FFF2-40B4-BE49-F238E27FC236}">
                <a16:creationId xmlns:a16="http://schemas.microsoft.com/office/drawing/2014/main" id="{ADB49673-D0B9-424C-90D3-756951186079}"/>
              </a:ext>
            </a:extLst>
          </p:cNvPr>
          <p:cNvSpPr>
            <a:spLocks noGrp="1"/>
          </p:cNvSpPr>
          <p:nvPr>
            <p:ph type="dt" sz="half" idx="10"/>
          </p:nvPr>
        </p:nvSpPr>
        <p:spPr/>
        <p:txBody>
          <a:bodyPr/>
          <a:lstStyle>
            <a:lvl1pPr>
              <a:defRPr/>
            </a:lvl1pPr>
          </a:lstStyle>
          <a:p>
            <a:pPr>
              <a:defRPr/>
            </a:pPr>
            <a:fld id="{E9E65595-82D9-174C-BBD4-D1EE32E9AA42}" type="datetimeFigureOut">
              <a:rPr lang="en-US"/>
              <a:pPr>
                <a:defRPr/>
              </a:pPr>
              <a:t>10/16/2020</a:t>
            </a:fld>
            <a:endParaRPr lang="en-US"/>
          </a:p>
        </p:txBody>
      </p:sp>
      <p:sp>
        <p:nvSpPr>
          <p:cNvPr id="4" name="Footer Placeholder 7">
            <a:extLst>
              <a:ext uri="{FF2B5EF4-FFF2-40B4-BE49-F238E27FC236}">
                <a16:creationId xmlns:a16="http://schemas.microsoft.com/office/drawing/2014/main" id="{066C325B-F397-094B-A8A5-3A749B5D017D}"/>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8">
            <a:extLst>
              <a:ext uri="{FF2B5EF4-FFF2-40B4-BE49-F238E27FC236}">
                <a16:creationId xmlns:a16="http://schemas.microsoft.com/office/drawing/2014/main" id="{F9B19B4B-63F9-F84C-9636-FA67BA6B4F3C}"/>
              </a:ext>
            </a:extLst>
          </p:cNvPr>
          <p:cNvSpPr>
            <a:spLocks noGrp="1"/>
          </p:cNvSpPr>
          <p:nvPr>
            <p:ph type="sldNum" sz="quarter" idx="12"/>
          </p:nvPr>
        </p:nvSpPr>
        <p:spPr/>
        <p:txBody>
          <a:bodyPr/>
          <a:lstStyle>
            <a:lvl1pPr>
              <a:defRPr/>
            </a:lvl1pPr>
          </a:lstStyle>
          <a:p>
            <a:pPr>
              <a:defRPr/>
            </a:pPr>
            <a:fld id="{2100CB85-50FC-704E-97E4-51055CD806E6}" type="slidenum">
              <a:rPr lang="en-US"/>
              <a:pPr>
                <a:defRPr/>
              </a:pPr>
              <a:t>‹#›</a:t>
            </a:fld>
            <a:endParaRPr lang="en-US"/>
          </a:p>
        </p:txBody>
      </p:sp>
    </p:spTree>
    <p:extLst>
      <p:ext uri="{BB962C8B-B14F-4D97-AF65-F5344CB8AC3E}">
        <p14:creationId xmlns:p14="http://schemas.microsoft.com/office/powerpoint/2010/main" val="37242522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pic>
        <p:nvPicPr>
          <p:cNvPr id="3" name="Picture 6">
            <a:extLst>
              <a:ext uri="{FF2B5EF4-FFF2-40B4-BE49-F238E27FC236}">
                <a16:creationId xmlns:a16="http://schemas.microsoft.com/office/drawing/2014/main" id="{03528DBD-8687-B24E-B658-95B1FA3EADA8}"/>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a:extLst>
              <a:ext uri="{FF2B5EF4-FFF2-40B4-BE49-F238E27FC236}">
                <a16:creationId xmlns:a16="http://schemas.microsoft.com/office/drawing/2014/main" id="{034D6447-46EF-4D76-B6F0-24723C8FA942}"/>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4" name="Date Placeholder 2">
            <a:extLst>
              <a:ext uri="{FF2B5EF4-FFF2-40B4-BE49-F238E27FC236}">
                <a16:creationId xmlns:a16="http://schemas.microsoft.com/office/drawing/2014/main" id="{2C59699B-F0AD-DC4D-B73A-74BA42BD2E4C}"/>
              </a:ext>
            </a:extLst>
          </p:cNvPr>
          <p:cNvSpPr>
            <a:spLocks noGrp="1"/>
          </p:cNvSpPr>
          <p:nvPr>
            <p:ph type="dt" sz="half" idx="10"/>
          </p:nvPr>
        </p:nvSpPr>
        <p:spPr/>
        <p:txBody>
          <a:bodyPr/>
          <a:lstStyle>
            <a:lvl1pPr>
              <a:defRPr/>
            </a:lvl1pPr>
          </a:lstStyle>
          <a:p>
            <a:pPr>
              <a:defRPr/>
            </a:pPr>
            <a:fld id="{3A970322-4B8E-774C-BF02-A1C0F1B2F6E4}" type="datetimeFigureOut">
              <a:rPr lang="en-US"/>
              <a:pPr>
                <a:defRPr/>
              </a:pPr>
              <a:t>10/16/2020</a:t>
            </a:fld>
            <a:endParaRPr lang="en-US"/>
          </a:p>
        </p:txBody>
      </p:sp>
      <p:sp>
        <p:nvSpPr>
          <p:cNvPr id="5" name="Footer Placeholder 3">
            <a:extLst>
              <a:ext uri="{FF2B5EF4-FFF2-40B4-BE49-F238E27FC236}">
                <a16:creationId xmlns:a16="http://schemas.microsoft.com/office/drawing/2014/main" id="{AE8649E2-1AE6-8B4A-A66B-C42D6A0336B4}"/>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4">
            <a:extLst>
              <a:ext uri="{FF2B5EF4-FFF2-40B4-BE49-F238E27FC236}">
                <a16:creationId xmlns:a16="http://schemas.microsoft.com/office/drawing/2014/main" id="{7F7DC1B4-CEAD-B24A-83FD-14E4ABA98780}"/>
              </a:ext>
            </a:extLst>
          </p:cNvPr>
          <p:cNvSpPr>
            <a:spLocks noGrp="1"/>
          </p:cNvSpPr>
          <p:nvPr>
            <p:ph type="sldNum" sz="quarter" idx="12"/>
          </p:nvPr>
        </p:nvSpPr>
        <p:spPr/>
        <p:txBody>
          <a:bodyPr/>
          <a:lstStyle>
            <a:lvl1pPr>
              <a:defRPr/>
            </a:lvl1pPr>
          </a:lstStyle>
          <a:p>
            <a:pPr>
              <a:defRPr/>
            </a:pPr>
            <a:fld id="{2CAAE11C-1C29-154B-880D-F2ECCBA8932F}" type="slidenum">
              <a:rPr lang="en-US"/>
              <a:pPr>
                <a:defRPr/>
              </a:pPr>
              <a:t>‹#›</a:t>
            </a:fld>
            <a:endParaRPr lang="en-US"/>
          </a:p>
        </p:txBody>
      </p:sp>
    </p:spTree>
    <p:extLst>
      <p:ext uri="{BB962C8B-B14F-4D97-AF65-F5344CB8AC3E}">
        <p14:creationId xmlns:p14="http://schemas.microsoft.com/office/powerpoint/2010/main" val="25146771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pic>
        <p:nvPicPr>
          <p:cNvPr id="3" name="Picture 6">
            <a:extLst>
              <a:ext uri="{FF2B5EF4-FFF2-40B4-BE49-F238E27FC236}">
                <a16:creationId xmlns:a16="http://schemas.microsoft.com/office/drawing/2014/main" id="{B6CB282C-FB08-404F-96E1-AA59511C11EA}"/>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a:extLst>
              <a:ext uri="{FF2B5EF4-FFF2-40B4-BE49-F238E27FC236}">
                <a16:creationId xmlns:a16="http://schemas.microsoft.com/office/drawing/2014/main" id="{8A59D11D-D97F-42D6-ACE2-0CBB2BA319A1}"/>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4" name="Date Placeholder 2">
            <a:extLst>
              <a:ext uri="{FF2B5EF4-FFF2-40B4-BE49-F238E27FC236}">
                <a16:creationId xmlns:a16="http://schemas.microsoft.com/office/drawing/2014/main" id="{7A156682-520B-F04C-9DE5-A94F871CB174}"/>
              </a:ext>
            </a:extLst>
          </p:cNvPr>
          <p:cNvSpPr>
            <a:spLocks noGrp="1"/>
          </p:cNvSpPr>
          <p:nvPr>
            <p:ph type="dt" sz="half" idx="10"/>
          </p:nvPr>
        </p:nvSpPr>
        <p:spPr/>
        <p:txBody>
          <a:bodyPr/>
          <a:lstStyle>
            <a:lvl1pPr>
              <a:defRPr/>
            </a:lvl1pPr>
          </a:lstStyle>
          <a:p>
            <a:pPr>
              <a:defRPr/>
            </a:pPr>
            <a:fld id="{FD589B88-3616-3B49-848C-23EA77512B2E}" type="datetimeFigureOut">
              <a:rPr lang="en-US"/>
              <a:pPr>
                <a:defRPr/>
              </a:pPr>
              <a:t>10/16/2020</a:t>
            </a:fld>
            <a:endParaRPr lang="en-US"/>
          </a:p>
        </p:txBody>
      </p:sp>
      <p:sp>
        <p:nvSpPr>
          <p:cNvPr id="5" name="Footer Placeholder 3">
            <a:extLst>
              <a:ext uri="{FF2B5EF4-FFF2-40B4-BE49-F238E27FC236}">
                <a16:creationId xmlns:a16="http://schemas.microsoft.com/office/drawing/2014/main" id="{C8508F9B-D3C3-B54C-96E4-38480568EE6B}"/>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4">
            <a:extLst>
              <a:ext uri="{FF2B5EF4-FFF2-40B4-BE49-F238E27FC236}">
                <a16:creationId xmlns:a16="http://schemas.microsoft.com/office/drawing/2014/main" id="{CE73A94A-5869-4C4C-8BDC-D4B5E960F3B4}"/>
              </a:ext>
            </a:extLst>
          </p:cNvPr>
          <p:cNvSpPr>
            <a:spLocks noGrp="1"/>
          </p:cNvSpPr>
          <p:nvPr>
            <p:ph type="sldNum" sz="quarter" idx="12"/>
          </p:nvPr>
        </p:nvSpPr>
        <p:spPr/>
        <p:txBody>
          <a:bodyPr/>
          <a:lstStyle>
            <a:lvl1pPr>
              <a:defRPr/>
            </a:lvl1pPr>
          </a:lstStyle>
          <a:p>
            <a:pPr>
              <a:defRPr/>
            </a:pPr>
            <a:fld id="{F1D7588F-03EB-E740-A28B-81DA66CB4416}" type="slidenum">
              <a:rPr lang="en-US"/>
              <a:pPr>
                <a:defRPr/>
              </a:pPr>
              <a:t>‹#›</a:t>
            </a:fld>
            <a:endParaRPr lang="en-US"/>
          </a:p>
        </p:txBody>
      </p:sp>
    </p:spTree>
    <p:extLst>
      <p:ext uri="{BB962C8B-B14F-4D97-AF65-F5344CB8AC3E}">
        <p14:creationId xmlns:p14="http://schemas.microsoft.com/office/powerpoint/2010/main" val="32921593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pic>
        <p:nvPicPr>
          <p:cNvPr id="2" name="Picture 6">
            <a:extLst>
              <a:ext uri="{FF2B5EF4-FFF2-40B4-BE49-F238E27FC236}">
                <a16:creationId xmlns:a16="http://schemas.microsoft.com/office/drawing/2014/main" id="{310277F4-9C8F-7F48-8D75-91A2A88B0916}"/>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Date Placeholder 2">
            <a:extLst>
              <a:ext uri="{FF2B5EF4-FFF2-40B4-BE49-F238E27FC236}">
                <a16:creationId xmlns:a16="http://schemas.microsoft.com/office/drawing/2014/main" id="{8ABBE89F-3B06-5348-A0F7-A6A21915B1C3}"/>
              </a:ext>
            </a:extLst>
          </p:cNvPr>
          <p:cNvSpPr>
            <a:spLocks noGrp="1"/>
          </p:cNvSpPr>
          <p:nvPr>
            <p:ph type="dt" sz="half" idx="10"/>
          </p:nvPr>
        </p:nvSpPr>
        <p:spPr/>
        <p:txBody>
          <a:bodyPr/>
          <a:lstStyle>
            <a:lvl1pPr>
              <a:defRPr/>
            </a:lvl1pPr>
          </a:lstStyle>
          <a:p>
            <a:pPr>
              <a:defRPr/>
            </a:pPr>
            <a:fld id="{52CF0529-3F54-7245-BD67-39161CEB614D}" type="datetimeFigureOut">
              <a:rPr lang="en-US"/>
              <a:pPr>
                <a:defRPr/>
              </a:pPr>
              <a:t>10/16/2020</a:t>
            </a:fld>
            <a:endParaRPr lang="en-US"/>
          </a:p>
        </p:txBody>
      </p:sp>
      <p:sp>
        <p:nvSpPr>
          <p:cNvPr id="4" name="Footer Placeholder 3">
            <a:extLst>
              <a:ext uri="{FF2B5EF4-FFF2-40B4-BE49-F238E27FC236}">
                <a16:creationId xmlns:a16="http://schemas.microsoft.com/office/drawing/2014/main" id="{65C55A93-550E-4F44-9852-A46BDF562DCF}"/>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4">
            <a:extLst>
              <a:ext uri="{FF2B5EF4-FFF2-40B4-BE49-F238E27FC236}">
                <a16:creationId xmlns:a16="http://schemas.microsoft.com/office/drawing/2014/main" id="{35631349-69D0-CB47-BD9A-8C19A047C9F0}"/>
              </a:ext>
            </a:extLst>
          </p:cNvPr>
          <p:cNvSpPr>
            <a:spLocks noGrp="1"/>
          </p:cNvSpPr>
          <p:nvPr>
            <p:ph type="sldNum" sz="quarter" idx="12"/>
          </p:nvPr>
        </p:nvSpPr>
        <p:spPr/>
        <p:txBody>
          <a:bodyPr/>
          <a:lstStyle>
            <a:lvl1pPr>
              <a:defRPr/>
            </a:lvl1pPr>
          </a:lstStyle>
          <a:p>
            <a:pPr>
              <a:defRPr/>
            </a:pPr>
            <a:fld id="{D1A9425D-9892-784D-B3BB-790F829805F1}" type="slidenum">
              <a:rPr lang="en-US"/>
              <a:pPr>
                <a:defRPr/>
              </a:pPr>
              <a:t>‹#›</a:t>
            </a:fld>
            <a:endParaRPr lang="en-US"/>
          </a:p>
        </p:txBody>
      </p:sp>
    </p:spTree>
    <p:extLst>
      <p:ext uri="{BB962C8B-B14F-4D97-AF65-F5344CB8AC3E}">
        <p14:creationId xmlns:p14="http://schemas.microsoft.com/office/powerpoint/2010/main" val="19664144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2" name="Picture 6">
            <a:extLst>
              <a:ext uri="{FF2B5EF4-FFF2-40B4-BE49-F238E27FC236}">
                <a16:creationId xmlns:a16="http://schemas.microsoft.com/office/drawing/2014/main" id="{D4F72597-4AAB-A347-8DA1-243E46B1B762}"/>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Date Placeholder 1">
            <a:extLst>
              <a:ext uri="{FF2B5EF4-FFF2-40B4-BE49-F238E27FC236}">
                <a16:creationId xmlns:a16="http://schemas.microsoft.com/office/drawing/2014/main" id="{41A61377-E248-E647-B1AE-FDD53151CF68}"/>
              </a:ext>
            </a:extLst>
          </p:cNvPr>
          <p:cNvSpPr>
            <a:spLocks noGrp="1"/>
          </p:cNvSpPr>
          <p:nvPr>
            <p:ph type="dt" sz="half" idx="10"/>
          </p:nvPr>
        </p:nvSpPr>
        <p:spPr/>
        <p:txBody>
          <a:bodyPr/>
          <a:lstStyle>
            <a:lvl1pPr>
              <a:defRPr/>
            </a:lvl1pPr>
          </a:lstStyle>
          <a:p>
            <a:pPr>
              <a:defRPr/>
            </a:pPr>
            <a:fld id="{D768BD51-A4F8-CD47-A81C-34450CEE01FB}" type="datetimeFigureOut">
              <a:rPr lang="en-US"/>
              <a:pPr>
                <a:defRPr/>
              </a:pPr>
              <a:t>10/16/2020</a:t>
            </a:fld>
            <a:endParaRPr lang="en-US"/>
          </a:p>
        </p:txBody>
      </p:sp>
      <p:sp>
        <p:nvSpPr>
          <p:cNvPr id="4" name="Footer Placeholder 2">
            <a:extLst>
              <a:ext uri="{FF2B5EF4-FFF2-40B4-BE49-F238E27FC236}">
                <a16:creationId xmlns:a16="http://schemas.microsoft.com/office/drawing/2014/main" id="{F5627FBE-56CA-7648-9F76-DA2F19741AB8}"/>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3">
            <a:extLst>
              <a:ext uri="{FF2B5EF4-FFF2-40B4-BE49-F238E27FC236}">
                <a16:creationId xmlns:a16="http://schemas.microsoft.com/office/drawing/2014/main" id="{73D74E10-D3F3-D748-9766-5A42A712A6FC}"/>
              </a:ext>
            </a:extLst>
          </p:cNvPr>
          <p:cNvSpPr>
            <a:spLocks noGrp="1"/>
          </p:cNvSpPr>
          <p:nvPr>
            <p:ph type="sldNum" sz="quarter" idx="12"/>
          </p:nvPr>
        </p:nvSpPr>
        <p:spPr/>
        <p:txBody>
          <a:bodyPr/>
          <a:lstStyle>
            <a:lvl1pPr>
              <a:defRPr/>
            </a:lvl1pPr>
          </a:lstStyle>
          <a:p>
            <a:pPr>
              <a:defRPr/>
            </a:pPr>
            <a:fld id="{045C3C37-B209-924D-8C51-8BA369A61DAD}" type="slidenum">
              <a:rPr lang="en-US"/>
              <a:pPr>
                <a:defRPr/>
              </a:pPr>
              <a:t>‹#›</a:t>
            </a:fld>
            <a:endParaRPr lang="en-US"/>
          </a:p>
        </p:txBody>
      </p:sp>
    </p:spTree>
    <p:extLst>
      <p:ext uri="{BB962C8B-B14F-4D97-AF65-F5344CB8AC3E}">
        <p14:creationId xmlns:p14="http://schemas.microsoft.com/office/powerpoint/2010/main" val="20627162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EF500E-6285-47B7-953E-7536D6199592}"/>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3822BB6-902B-4B71-A064-12279185E061}"/>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680F693-3BC1-4F84-8E52-8FB92EDC8EEC}"/>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3">
            <a:extLst>
              <a:ext uri="{FF2B5EF4-FFF2-40B4-BE49-F238E27FC236}">
                <a16:creationId xmlns:a16="http://schemas.microsoft.com/office/drawing/2014/main" id="{FE72CCA0-31D9-6945-8215-558039CD9DFB}"/>
              </a:ext>
            </a:extLst>
          </p:cNvPr>
          <p:cNvSpPr>
            <a:spLocks noGrp="1"/>
          </p:cNvSpPr>
          <p:nvPr>
            <p:ph type="dt" sz="half" idx="10"/>
          </p:nvPr>
        </p:nvSpPr>
        <p:spPr/>
        <p:txBody>
          <a:bodyPr/>
          <a:lstStyle>
            <a:lvl1pPr>
              <a:defRPr/>
            </a:lvl1pPr>
          </a:lstStyle>
          <a:p>
            <a:pPr>
              <a:defRPr/>
            </a:pPr>
            <a:fld id="{E34A7FA8-0842-DB4E-82C3-902B32B69523}" type="datetimeFigureOut">
              <a:rPr lang="en-US"/>
              <a:pPr>
                <a:defRPr/>
              </a:pPr>
              <a:t>10/16/2020</a:t>
            </a:fld>
            <a:endParaRPr lang="en-US"/>
          </a:p>
        </p:txBody>
      </p:sp>
      <p:sp>
        <p:nvSpPr>
          <p:cNvPr id="6" name="Footer Placeholder 4">
            <a:extLst>
              <a:ext uri="{FF2B5EF4-FFF2-40B4-BE49-F238E27FC236}">
                <a16:creationId xmlns:a16="http://schemas.microsoft.com/office/drawing/2014/main" id="{71F1106C-D125-EC46-B1A2-D61D15D32D2E}"/>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1E4383B4-4095-094E-A54A-E3E0099E4BF5}"/>
              </a:ext>
            </a:extLst>
          </p:cNvPr>
          <p:cNvSpPr>
            <a:spLocks noGrp="1"/>
          </p:cNvSpPr>
          <p:nvPr>
            <p:ph type="sldNum" sz="quarter" idx="12"/>
          </p:nvPr>
        </p:nvSpPr>
        <p:spPr/>
        <p:txBody>
          <a:bodyPr/>
          <a:lstStyle>
            <a:lvl1pPr>
              <a:defRPr/>
            </a:lvl1pPr>
          </a:lstStyle>
          <a:p>
            <a:pPr>
              <a:defRPr/>
            </a:pPr>
            <a:fld id="{A625AC69-F4DA-BE4B-81CE-37BC4DD4EA28}" type="slidenum">
              <a:rPr lang="en-US"/>
              <a:pPr>
                <a:defRPr/>
              </a:pPr>
              <a:t>‹#›</a:t>
            </a:fld>
            <a:endParaRPr lang="en-US"/>
          </a:p>
        </p:txBody>
      </p:sp>
    </p:spTree>
    <p:extLst>
      <p:ext uri="{BB962C8B-B14F-4D97-AF65-F5344CB8AC3E}">
        <p14:creationId xmlns:p14="http://schemas.microsoft.com/office/powerpoint/2010/main" val="27246464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B93017-577D-4F1F-B2E2-D11D06455868}"/>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A262013-2353-4184-AF0C-5493C31AAC79}"/>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a:extLst>
              <a:ext uri="{FF2B5EF4-FFF2-40B4-BE49-F238E27FC236}">
                <a16:creationId xmlns:a16="http://schemas.microsoft.com/office/drawing/2014/main" id="{C979331E-511A-4572-B108-37D5980F9897}"/>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3">
            <a:extLst>
              <a:ext uri="{FF2B5EF4-FFF2-40B4-BE49-F238E27FC236}">
                <a16:creationId xmlns:a16="http://schemas.microsoft.com/office/drawing/2014/main" id="{504700FE-F3DE-7148-B6A5-2EF788D6C7FC}"/>
              </a:ext>
            </a:extLst>
          </p:cNvPr>
          <p:cNvSpPr>
            <a:spLocks noGrp="1"/>
          </p:cNvSpPr>
          <p:nvPr>
            <p:ph type="dt" sz="half" idx="10"/>
          </p:nvPr>
        </p:nvSpPr>
        <p:spPr/>
        <p:txBody>
          <a:bodyPr/>
          <a:lstStyle>
            <a:lvl1pPr>
              <a:defRPr/>
            </a:lvl1pPr>
          </a:lstStyle>
          <a:p>
            <a:pPr>
              <a:defRPr/>
            </a:pPr>
            <a:fld id="{20FC211B-804C-C44D-B2DA-E21F9B262342}" type="datetimeFigureOut">
              <a:rPr lang="en-US"/>
              <a:pPr>
                <a:defRPr/>
              </a:pPr>
              <a:t>10/16/2020</a:t>
            </a:fld>
            <a:endParaRPr lang="en-US"/>
          </a:p>
        </p:txBody>
      </p:sp>
      <p:sp>
        <p:nvSpPr>
          <p:cNvPr id="6" name="Footer Placeholder 4">
            <a:extLst>
              <a:ext uri="{FF2B5EF4-FFF2-40B4-BE49-F238E27FC236}">
                <a16:creationId xmlns:a16="http://schemas.microsoft.com/office/drawing/2014/main" id="{595E4039-BC56-564E-8B6E-09362375AD39}"/>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7A630F2E-C075-A741-9BB9-80195E61305E}"/>
              </a:ext>
            </a:extLst>
          </p:cNvPr>
          <p:cNvSpPr>
            <a:spLocks noGrp="1"/>
          </p:cNvSpPr>
          <p:nvPr>
            <p:ph type="sldNum" sz="quarter" idx="12"/>
          </p:nvPr>
        </p:nvSpPr>
        <p:spPr/>
        <p:txBody>
          <a:bodyPr/>
          <a:lstStyle>
            <a:lvl1pPr>
              <a:defRPr/>
            </a:lvl1pPr>
          </a:lstStyle>
          <a:p>
            <a:pPr>
              <a:defRPr/>
            </a:pPr>
            <a:fld id="{F54DDB32-C652-0D43-9226-F29123611B24}" type="slidenum">
              <a:rPr lang="en-US"/>
              <a:pPr>
                <a:defRPr/>
              </a:pPr>
              <a:t>‹#›</a:t>
            </a:fld>
            <a:endParaRPr lang="en-US"/>
          </a:p>
        </p:txBody>
      </p:sp>
    </p:spTree>
    <p:extLst>
      <p:ext uri="{BB962C8B-B14F-4D97-AF65-F5344CB8AC3E}">
        <p14:creationId xmlns:p14="http://schemas.microsoft.com/office/powerpoint/2010/main" val="45915151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5BC5C2-75E0-4760-B4AB-EAF43C069FF7}"/>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8D19DDB-0729-4696-8863-907665458212}"/>
              </a:ext>
            </a:extLst>
          </p:cNvPr>
          <p:cNvSpPr>
            <a:spLocks noGrp="1"/>
          </p:cNvSpPr>
          <p:nvPr>
            <p:ph type="body" orient="vert" idx="1"/>
          </p:nvPr>
        </p:nvSpPr>
        <p:spPr>
          <a:xfrm>
            <a:off x="838200" y="1825625"/>
            <a:ext cx="10515600" cy="3000375"/>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04A7C89-7270-0E4D-9FBF-9D1A21AFFDF8}"/>
              </a:ext>
            </a:extLst>
          </p:cNvPr>
          <p:cNvSpPr>
            <a:spLocks noGrp="1"/>
          </p:cNvSpPr>
          <p:nvPr>
            <p:ph type="dt" sz="half" idx="10"/>
          </p:nvPr>
        </p:nvSpPr>
        <p:spPr/>
        <p:txBody>
          <a:bodyPr/>
          <a:lstStyle>
            <a:lvl1pPr>
              <a:defRPr/>
            </a:lvl1pPr>
          </a:lstStyle>
          <a:p>
            <a:pPr>
              <a:defRPr/>
            </a:pPr>
            <a:fld id="{20BC20BB-9DCA-5A40-90F8-12EFA44687FB}" type="datetimeFigureOut">
              <a:rPr lang="en-US"/>
              <a:pPr>
                <a:defRPr/>
              </a:pPr>
              <a:t>10/16/2020</a:t>
            </a:fld>
            <a:endParaRPr lang="en-US"/>
          </a:p>
        </p:txBody>
      </p:sp>
      <p:sp>
        <p:nvSpPr>
          <p:cNvPr id="5" name="Footer Placeholder 4">
            <a:extLst>
              <a:ext uri="{FF2B5EF4-FFF2-40B4-BE49-F238E27FC236}">
                <a16:creationId xmlns:a16="http://schemas.microsoft.com/office/drawing/2014/main" id="{39EEE288-56EC-3A41-A6A0-5808DA8AC1D2}"/>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FA3C15D4-5699-354D-A16F-A3E1A7AE0186}"/>
              </a:ext>
            </a:extLst>
          </p:cNvPr>
          <p:cNvSpPr>
            <a:spLocks noGrp="1"/>
          </p:cNvSpPr>
          <p:nvPr>
            <p:ph type="sldNum" sz="quarter" idx="12"/>
          </p:nvPr>
        </p:nvSpPr>
        <p:spPr/>
        <p:txBody>
          <a:bodyPr/>
          <a:lstStyle>
            <a:lvl1pPr>
              <a:defRPr/>
            </a:lvl1pPr>
          </a:lstStyle>
          <a:p>
            <a:pPr>
              <a:defRPr/>
            </a:pPr>
            <a:fld id="{7F215E81-FD0C-FF4F-AC3A-80082BFCFE91}" type="slidenum">
              <a:rPr lang="en-US"/>
              <a:pPr>
                <a:defRPr/>
              </a:pPr>
              <a:t>‹#›</a:t>
            </a:fld>
            <a:endParaRPr lang="en-US"/>
          </a:p>
        </p:txBody>
      </p:sp>
    </p:spTree>
    <p:extLst>
      <p:ext uri="{BB962C8B-B14F-4D97-AF65-F5344CB8AC3E}">
        <p14:creationId xmlns:p14="http://schemas.microsoft.com/office/powerpoint/2010/main" val="420581560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85E3B64-C723-44B3-BBB0-617FC6B1C3D6}"/>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84FB109-9D8B-485B-9CA0-576A358F5DA0}"/>
              </a:ext>
            </a:extLst>
          </p:cNvPr>
          <p:cNvSpPr>
            <a:spLocks noGrp="1"/>
          </p:cNvSpPr>
          <p:nvPr>
            <p:ph type="body" orient="vert" idx="1"/>
          </p:nvPr>
        </p:nvSpPr>
        <p:spPr>
          <a:xfrm>
            <a:off x="838200" y="365125"/>
            <a:ext cx="7734300" cy="5811838"/>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86D88C8-97E5-4D4C-8F58-030AA9D07D59}"/>
              </a:ext>
            </a:extLst>
          </p:cNvPr>
          <p:cNvSpPr>
            <a:spLocks noGrp="1"/>
          </p:cNvSpPr>
          <p:nvPr>
            <p:ph type="dt" sz="half" idx="10"/>
          </p:nvPr>
        </p:nvSpPr>
        <p:spPr/>
        <p:txBody>
          <a:bodyPr/>
          <a:lstStyle>
            <a:lvl1pPr>
              <a:defRPr/>
            </a:lvl1pPr>
          </a:lstStyle>
          <a:p>
            <a:pPr>
              <a:defRPr/>
            </a:pPr>
            <a:fld id="{C108EFD2-DC7E-7D43-82F8-DF2917A0F66C}" type="datetimeFigureOut">
              <a:rPr lang="en-US"/>
              <a:pPr>
                <a:defRPr/>
              </a:pPr>
              <a:t>10/16/2020</a:t>
            </a:fld>
            <a:endParaRPr lang="en-US"/>
          </a:p>
        </p:txBody>
      </p:sp>
      <p:sp>
        <p:nvSpPr>
          <p:cNvPr id="5" name="Footer Placeholder 4">
            <a:extLst>
              <a:ext uri="{FF2B5EF4-FFF2-40B4-BE49-F238E27FC236}">
                <a16:creationId xmlns:a16="http://schemas.microsoft.com/office/drawing/2014/main" id="{113A406A-9100-3441-9CE1-53FDE48BC0AD}"/>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4D70ACC1-B582-D445-97AE-CBA7E1C48957}"/>
              </a:ext>
            </a:extLst>
          </p:cNvPr>
          <p:cNvSpPr>
            <a:spLocks noGrp="1"/>
          </p:cNvSpPr>
          <p:nvPr>
            <p:ph type="sldNum" sz="quarter" idx="12"/>
          </p:nvPr>
        </p:nvSpPr>
        <p:spPr/>
        <p:txBody>
          <a:bodyPr/>
          <a:lstStyle>
            <a:lvl1pPr>
              <a:defRPr/>
            </a:lvl1pPr>
          </a:lstStyle>
          <a:p>
            <a:pPr>
              <a:defRPr/>
            </a:pPr>
            <a:fld id="{427B2A73-8C00-AE44-A00B-8E93C17BE1FB}" type="slidenum">
              <a:rPr lang="en-US"/>
              <a:pPr>
                <a:defRPr/>
              </a:pPr>
              <a:t>‹#›</a:t>
            </a:fld>
            <a:endParaRPr lang="en-US"/>
          </a:p>
        </p:txBody>
      </p:sp>
    </p:spTree>
    <p:extLst>
      <p:ext uri="{BB962C8B-B14F-4D97-AF65-F5344CB8AC3E}">
        <p14:creationId xmlns:p14="http://schemas.microsoft.com/office/powerpoint/2010/main" val="17991139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000221" y="274638"/>
            <a:ext cx="9582179" cy="1143000"/>
          </a:xfrm>
        </p:spPr>
        <p:txBody>
          <a:bodyPr/>
          <a:lstStyle>
            <a:lvl1pPr>
              <a:defRPr sz="4000" b="1"/>
            </a:lvl1pPr>
          </a:lstStyle>
          <a:p>
            <a:r>
              <a:rPr lang="en-US" dirty="0"/>
              <a:t>Click to edit Master title style</a:t>
            </a:r>
            <a:endParaRPr lang="en-MY" dirty="0"/>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MY" dirty="0"/>
          </a:p>
        </p:txBody>
      </p:sp>
      <p:sp>
        <p:nvSpPr>
          <p:cNvPr id="4" name="Date Placeholder 3"/>
          <p:cNvSpPr>
            <a:spLocks noGrp="1"/>
          </p:cNvSpPr>
          <p:nvPr>
            <p:ph type="dt" sz="half" idx="10"/>
          </p:nvPr>
        </p:nvSpPr>
        <p:spPr>
          <a:xfrm>
            <a:off x="666712" y="6215083"/>
            <a:ext cx="2844800" cy="365125"/>
          </a:xfrm>
        </p:spPr>
        <p:txBody>
          <a:bodyPr/>
          <a:lstStyle>
            <a:lvl1pPr>
              <a:defRPr/>
            </a:lvl1pPr>
          </a:lstStyle>
          <a:p>
            <a:pPr>
              <a:defRPr/>
            </a:pPr>
            <a:endParaRPr lang="en-MY" dirty="0"/>
          </a:p>
        </p:txBody>
      </p:sp>
      <p:sp>
        <p:nvSpPr>
          <p:cNvPr id="5" name="Footer Placeholder 4"/>
          <p:cNvSpPr>
            <a:spLocks noGrp="1"/>
          </p:cNvSpPr>
          <p:nvPr>
            <p:ph type="ftr" sz="quarter" idx="11"/>
          </p:nvPr>
        </p:nvSpPr>
        <p:spPr>
          <a:xfrm>
            <a:off x="4190987" y="6215083"/>
            <a:ext cx="3860800" cy="365125"/>
          </a:xfrm>
        </p:spPr>
        <p:txBody>
          <a:bodyPr/>
          <a:lstStyle>
            <a:lvl1pPr>
              <a:defRPr/>
            </a:lvl1pPr>
          </a:lstStyle>
          <a:p>
            <a:pPr>
              <a:defRPr/>
            </a:pPr>
            <a:endParaRPr lang="en-MY"/>
          </a:p>
        </p:txBody>
      </p:sp>
      <p:sp>
        <p:nvSpPr>
          <p:cNvPr id="6" name="Slide Number Placeholder 5"/>
          <p:cNvSpPr>
            <a:spLocks noGrp="1"/>
          </p:cNvSpPr>
          <p:nvPr>
            <p:ph type="sldNum" sz="quarter" idx="12"/>
          </p:nvPr>
        </p:nvSpPr>
        <p:spPr>
          <a:xfrm>
            <a:off x="8763019" y="6215083"/>
            <a:ext cx="2844800" cy="365125"/>
          </a:xfrm>
        </p:spPr>
        <p:txBody>
          <a:bodyPr/>
          <a:lstStyle>
            <a:lvl1pPr>
              <a:defRPr/>
            </a:lvl1pPr>
          </a:lstStyle>
          <a:p>
            <a:pPr>
              <a:defRPr/>
            </a:pPr>
            <a:fld id="{7C40D79F-C51A-4C08-8074-211DC6804BF5}" type="slidenum">
              <a:rPr lang="en-MY" smtClean="0"/>
              <a:pPr>
                <a:defRPr/>
              </a:pPr>
              <a:t>‹#›</a:t>
            </a:fld>
            <a:endParaRPr lang="en-MY" dirty="0"/>
          </a:p>
        </p:txBody>
      </p:sp>
    </p:spTree>
    <p:extLst>
      <p:ext uri="{BB962C8B-B14F-4D97-AF65-F5344CB8AC3E}">
        <p14:creationId xmlns:p14="http://schemas.microsoft.com/office/powerpoint/2010/main" val="376492771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cSld name="1_Title Only">
    <p:spTree>
      <p:nvGrpSpPr>
        <p:cNvPr id="1" name=""/>
        <p:cNvGrpSpPr/>
        <p:nvPr/>
      </p:nvGrpSpPr>
      <p:grpSpPr>
        <a:xfrm>
          <a:off x="0" y="0"/>
          <a:ext cx="0" cy="0"/>
          <a:chOff x="0" y="0"/>
          <a:chExt cx="0" cy="0"/>
        </a:xfrm>
      </p:grpSpPr>
      <p:sp>
        <p:nvSpPr>
          <p:cNvPr id="2" name="Title 1"/>
          <p:cNvSpPr>
            <a:spLocks noGrp="1"/>
          </p:cNvSpPr>
          <p:nvPr>
            <p:ph type="title"/>
          </p:nvPr>
        </p:nvSpPr>
        <p:spPr>
          <a:xfrm>
            <a:off x="2000221" y="274638"/>
            <a:ext cx="9582179" cy="1143000"/>
          </a:xfrm>
        </p:spPr>
        <p:txBody>
          <a:bodyPr/>
          <a:lstStyle>
            <a:lvl1pPr>
              <a:defRPr sz="4000" b="1"/>
            </a:lvl1pPr>
          </a:lstStyle>
          <a:p>
            <a:r>
              <a:rPr lang="en-US" dirty="0"/>
              <a:t>Click to edit Master title style</a:t>
            </a:r>
            <a:endParaRPr lang="en-MY" dirty="0"/>
          </a:p>
        </p:txBody>
      </p:sp>
      <p:sp>
        <p:nvSpPr>
          <p:cNvPr id="3" name="Date Placeholder 3"/>
          <p:cNvSpPr>
            <a:spLocks noGrp="1"/>
          </p:cNvSpPr>
          <p:nvPr>
            <p:ph type="dt" sz="half" idx="10"/>
          </p:nvPr>
        </p:nvSpPr>
        <p:spPr>
          <a:xfrm>
            <a:off x="609600" y="6286521"/>
            <a:ext cx="2844800" cy="365125"/>
          </a:xfrm>
        </p:spPr>
        <p:txBody>
          <a:bodyPr/>
          <a:lstStyle>
            <a:lvl1pPr>
              <a:defRPr/>
            </a:lvl1pPr>
          </a:lstStyle>
          <a:p>
            <a:pPr>
              <a:defRPr/>
            </a:pPr>
            <a:endParaRPr lang="en-MY"/>
          </a:p>
        </p:txBody>
      </p:sp>
      <p:sp>
        <p:nvSpPr>
          <p:cNvPr id="4" name="Footer Placeholder 4"/>
          <p:cNvSpPr>
            <a:spLocks noGrp="1"/>
          </p:cNvSpPr>
          <p:nvPr>
            <p:ph type="ftr" sz="quarter" idx="11"/>
          </p:nvPr>
        </p:nvSpPr>
        <p:spPr>
          <a:xfrm>
            <a:off x="4165600" y="6286521"/>
            <a:ext cx="3860800" cy="365125"/>
          </a:xfrm>
        </p:spPr>
        <p:txBody>
          <a:bodyPr/>
          <a:lstStyle>
            <a:lvl1pPr>
              <a:defRPr/>
            </a:lvl1pPr>
          </a:lstStyle>
          <a:p>
            <a:pPr>
              <a:defRPr/>
            </a:pPr>
            <a:endParaRPr lang="en-MY"/>
          </a:p>
        </p:txBody>
      </p:sp>
      <p:sp>
        <p:nvSpPr>
          <p:cNvPr id="5" name="Slide Number Placeholder 5"/>
          <p:cNvSpPr>
            <a:spLocks noGrp="1"/>
          </p:cNvSpPr>
          <p:nvPr>
            <p:ph type="sldNum" sz="quarter" idx="12"/>
          </p:nvPr>
        </p:nvSpPr>
        <p:spPr>
          <a:xfrm>
            <a:off x="8737600" y="6286521"/>
            <a:ext cx="2844800" cy="365125"/>
          </a:xfrm>
        </p:spPr>
        <p:txBody>
          <a:bodyPr/>
          <a:lstStyle>
            <a:lvl1pPr>
              <a:defRPr/>
            </a:lvl1pPr>
          </a:lstStyle>
          <a:p>
            <a:pPr>
              <a:defRPr/>
            </a:pPr>
            <a:fld id="{A7514B2B-DAD7-42CE-A255-1ED1D4D3CA61}" type="slidenum">
              <a:rPr lang="en-MY" smtClean="0"/>
              <a:pPr>
                <a:defRPr/>
              </a:pPr>
              <a:t>‹#›</a:t>
            </a:fld>
            <a:endParaRPr lang="en-MY" dirty="0"/>
          </a:p>
        </p:txBody>
      </p:sp>
    </p:spTree>
    <p:extLst>
      <p:ext uri="{BB962C8B-B14F-4D97-AF65-F5344CB8AC3E}">
        <p14:creationId xmlns:p14="http://schemas.microsoft.com/office/powerpoint/2010/main" val="53679975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6_Image with lefthand caption">
    <p:spTree>
      <p:nvGrpSpPr>
        <p:cNvPr id="1" name=""/>
        <p:cNvGrpSpPr/>
        <p:nvPr/>
      </p:nvGrpSpPr>
      <p:grpSpPr>
        <a:xfrm>
          <a:off x="0" y="0"/>
          <a:ext cx="0" cy="0"/>
          <a:chOff x="0" y="0"/>
          <a:chExt cx="0" cy="0"/>
        </a:xfrm>
      </p:grpSpPr>
      <p:sp>
        <p:nvSpPr>
          <p:cNvPr id="9" name="Picture Placeholder 8"/>
          <p:cNvSpPr>
            <a:spLocks noGrp="1"/>
          </p:cNvSpPr>
          <p:nvPr>
            <p:ph type="pic" sz="quarter" idx="15"/>
          </p:nvPr>
        </p:nvSpPr>
        <p:spPr>
          <a:xfrm>
            <a:off x="3860800" y="1752600"/>
            <a:ext cx="7518400" cy="4572000"/>
          </a:xfrm>
          <a:prstGeom prst="rect">
            <a:avLst/>
          </a:prstGeom>
          <a:ln w="19050">
            <a:noFill/>
          </a:ln>
        </p:spPr>
        <p:txBody>
          <a:bodyPr/>
          <a:lstStyle/>
          <a:p>
            <a:pPr lvl="0"/>
            <a:r>
              <a:rPr lang="en-US" noProof="0" dirty="0"/>
              <a:t>Click icon to add picture</a:t>
            </a:r>
          </a:p>
        </p:txBody>
      </p:sp>
      <p:sp>
        <p:nvSpPr>
          <p:cNvPr id="13" name="Text Placeholder 10"/>
          <p:cNvSpPr>
            <a:spLocks noGrp="1"/>
          </p:cNvSpPr>
          <p:nvPr>
            <p:ph type="body" sz="quarter" idx="17"/>
          </p:nvPr>
        </p:nvSpPr>
        <p:spPr>
          <a:xfrm>
            <a:off x="609600" y="1775717"/>
            <a:ext cx="2844800" cy="3253483"/>
          </a:xfrm>
          <a:prstGeom prst="rect">
            <a:avLst/>
          </a:prstGeom>
        </p:spPr>
        <p:txBody>
          <a:bodyPr/>
          <a:lstStyle>
            <a:lvl1pPr marL="0" indent="0" algn="l">
              <a:buFont typeface="Arial" pitchFamily="34" charset="0"/>
              <a:buNone/>
              <a:defRPr sz="1200" b="0"/>
            </a:lvl1pPr>
            <a:lvl2pPr>
              <a:defRPr sz="1600"/>
            </a:lvl2pPr>
            <a:lvl3pPr>
              <a:defRPr sz="1400"/>
            </a:lvl3pPr>
            <a:lvl4pPr>
              <a:defRPr sz="1200"/>
            </a:lvl4pPr>
            <a:lvl5pPr>
              <a:defRPr sz="1200"/>
            </a:lvl5pPr>
          </a:lstStyle>
          <a:p>
            <a:pPr lvl="0"/>
            <a:r>
              <a:rPr lang="en-US"/>
              <a:t>Click to edit Master text styles</a:t>
            </a:r>
          </a:p>
        </p:txBody>
      </p:sp>
      <p:sp>
        <p:nvSpPr>
          <p:cNvPr id="14" name="Text Placeholder 10"/>
          <p:cNvSpPr>
            <a:spLocks noGrp="1"/>
          </p:cNvSpPr>
          <p:nvPr>
            <p:ph type="body" sz="quarter" idx="18"/>
          </p:nvPr>
        </p:nvSpPr>
        <p:spPr>
          <a:xfrm>
            <a:off x="609600" y="5257800"/>
            <a:ext cx="2844800" cy="228600"/>
          </a:xfrm>
          <a:prstGeom prst="rect">
            <a:avLst/>
          </a:prstGeom>
        </p:spPr>
        <p:txBody>
          <a:bodyPr/>
          <a:lstStyle>
            <a:lvl1pPr marL="0" indent="0" algn="l">
              <a:buFont typeface="Arial" pitchFamily="34" charset="0"/>
              <a:buNone/>
              <a:defRPr sz="1200" b="1" baseline="0"/>
            </a:lvl1pPr>
            <a:lvl2pPr>
              <a:defRPr sz="1600"/>
            </a:lvl2pPr>
            <a:lvl3pPr>
              <a:defRPr sz="1400"/>
            </a:lvl3pPr>
            <a:lvl4pPr>
              <a:defRPr sz="1200"/>
            </a:lvl4pPr>
            <a:lvl5pPr>
              <a:defRPr sz="1200"/>
            </a:lvl5pPr>
          </a:lstStyle>
          <a:p>
            <a:pPr lvl="0"/>
            <a:r>
              <a:rPr lang="en-US"/>
              <a:t>Click to edit Master text styles</a:t>
            </a:r>
          </a:p>
        </p:txBody>
      </p:sp>
      <p:sp>
        <p:nvSpPr>
          <p:cNvPr id="16" name="Text Placeholder 10"/>
          <p:cNvSpPr>
            <a:spLocks noGrp="1"/>
          </p:cNvSpPr>
          <p:nvPr>
            <p:ph type="body" sz="quarter" idx="21"/>
          </p:nvPr>
        </p:nvSpPr>
        <p:spPr>
          <a:xfrm>
            <a:off x="1981200" y="990600"/>
            <a:ext cx="8229600" cy="381000"/>
          </a:xfrm>
          <a:prstGeom prst="rect">
            <a:avLst/>
          </a:prstGeom>
        </p:spPr>
        <p:txBody>
          <a:bodyPr/>
          <a:lstStyle>
            <a:lvl1pPr marL="0" indent="0" algn="ctr">
              <a:buNone/>
              <a:defRPr sz="2000" b="1" i="1">
                <a:solidFill>
                  <a:srgbClr val="9F0F10"/>
                </a:solidFill>
                <a:latin typeface="Calibri" panose="020F0502020204030204" pitchFamily="34" charset="0"/>
                <a:cs typeface="Calibri" panose="020F0502020204030204" pitchFamily="34" charset="0"/>
              </a:defRPr>
            </a:lvl1pPr>
            <a:lvl2pPr algn="ctr">
              <a:defRPr sz="2000">
                <a:latin typeface="Calibri" panose="020F0502020204030204" pitchFamily="34" charset="0"/>
                <a:cs typeface="Calibri" panose="020F0502020204030204" pitchFamily="34" charset="0"/>
              </a:defRPr>
            </a:lvl2pPr>
            <a:lvl3pPr algn="ctr">
              <a:defRPr sz="1800">
                <a:latin typeface="Calibri" panose="020F0502020204030204" pitchFamily="34" charset="0"/>
                <a:cs typeface="Calibri" panose="020F0502020204030204" pitchFamily="34" charset="0"/>
              </a:defRPr>
            </a:lvl3pPr>
            <a:lvl4pPr algn="ctr">
              <a:defRPr sz="1600">
                <a:latin typeface="Calibri" panose="020F0502020204030204" pitchFamily="34" charset="0"/>
                <a:cs typeface="Calibri" panose="020F0502020204030204" pitchFamily="34" charset="0"/>
              </a:defRPr>
            </a:lvl4pPr>
            <a:lvl5pPr algn="ctr">
              <a:defRPr sz="1600">
                <a:latin typeface="Calibri" panose="020F0502020204030204" pitchFamily="34" charset="0"/>
                <a:cs typeface="Calibri" panose="020F0502020204030204" pitchFamily="34" charset="0"/>
              </a:defRPr>
            </a:lvl5pPr>
          </a:lstStyle>
          <a:p>
            <a:pPr lvl="0"/>
            <a:r>
              <a:rPr lang="en-US"/>
              <a:t>Click to edit Master text styles</a:t>
            </a:r>
          </a:p>
        </p:txBody>
      </p:sp>
    </p:spTree>
    <p:extLst>
      <p:ext uri="{BB962C8B-B14F-4D97-AF65-F5344CB8AC3E}">
        <p14:creationId xmlns:p14="http://schemas.microsoft.com/office/powerpoint/2010/main" val="84571636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7_Image with lefthand caption">
    <p:spTree>
      <p:nvGrpSpPr>
        <p:cNvPr id="1" name=""/>
        <p:cNvGrpSpPr/>
        <p:nvPr/>
      </p:nvGrpSpPr>
      <p:grpSpPr>
        <a:xfrm>
          <a:off x="0" y="0"/>
          <a:ext cx="0" cy="0"/>
          <a:chOff x="0" y="0"/>
          <a:chExt cx="0" cy="0"/>
        </a:xfrm>
      </p:grpSpPr>
      <p:sp>
        <p:nvSpPr>
          <p:cNvPr id="9" name="Picture Placeholder 8"/>
          <p:cNvSpPr>
            <a:spLocks noGrp="1"/>
          </p:cNvSpPr>
          <p:nvPr>
            <p:ph type="pic" sz="quarter" idx="15"/>
          </p:nvPr>
        </p:nvSpPr>
        <p:spPr>
          <a:xfrm>
            <a:off x="3860800" y="1752600"/>
            <a:ext cx="7518400" cy="4572000"/>
          </a:xfrm>
          <a:prstGeom prst="rect">
            <a:avLst/>
          </a:prstGeom>
          <a:ln w="19050">
            <a:noFill/>
          </a:ln>
        </p:spPr>
        <p:txBody>
          <a:bodyPr/>
          <a:lstStyle/>
          <a:p>
            <a:pPr lvl="0"/>
            <a:r>
              <a:rPr lang="en-US" noProof="0" dirty="0"/>
              <a:t>Click icon to add picture</a:t>
            </a:r>
          </a:p>
        </p:txBody>
      </p:sp>
      <p:sp>
        <p:nvSpPr>
          <p:cNvPr id="13" name="Text Placeholder 10"/>
          <p:cNvSpPr>
            <a:spLocks noGrp="1"/>
          </p:cNvSpPr>
          <p:nvPr>
            <p:ph type="body" sz="quarter" idx="17"/>
          </p:nvPr>
        </p:nvSpPr>
        <p:spPr>
          <a:xfrm>
            <a:off x="609600" y="1775717"/>
            <a:ext cx="2844800" cy="3253483"/>
          </a:xfrm>
          <a:prstGeom prst="rect">
            <a:avLst/>
          </a:prstGeom>
        </p:spPr>
        <p:txBody>
          <a:bodyPr/>
          <a:lstStyle>
            <a:lvl1pPr marL="0" indent="0" algn="l">
              <a:buFont typeface="Arial" pitchFamily="34" charset="0"/>
              <a:buNone/>
              <a:defRPr sz="1200" b="0"/>
            </a:lvl1pPr>
            <a:lvl2pPr>
              <a:defRPr sz="1600"/>
            </a:lvl2pPr>
            <a:lvl3pPr>
              <a:defRPr sz="1400"/>
            </a:lvl3pPr>
            <a:lvl4pPr>
              <a:defRPr sz="1200"/>
            </a:lvl4pPr>
            <a:lvl5pPr>
              <a:defRPr sz="1200"/>
            </a:lvl5pPr>
          </a:lstStyle>
          <a:p>
            <a:pPr lvl="0"/>
            <a:r>
              <a:rPr lang="en-US"/>
              <a:t>Click to edit Master text styles</a:t>
            </a:r>
          </a:p>
        </p:txBody>
      </p:sp>
      <p:sp>
        <p:nvSpPr>
          <p:cNvPr id="14" name="Text Placeholder 10"/>
          <p:cNvSpPr>
            <a:spLocks noGrp="1"/>
          </p:cNvSpPr>
          <p:nvPr>
            <p:ph type="body" sz="quarter" idx="18"/>
          </p:nvPr>
        </p:nvSpPr>
        <p:spPr>
          <a:xfrm>
            <a:off x="609600" y="5257800"/>
            <a:ext cx="2844800" cy="228600"/>
          </a:xfrm>
          <a:prstGeom prst="rect">
            <a:avLst/>
          </a:prstGeom>
        </p:spPr>
        <p:txBody>
          <a:bodyPr/>
          <a:lstStyle>
            <a:lvl1pPr marL="0" indent="0" algn="l">
              <a:buFont typeface="Arial" pitchFamily="34" charset="0"/>
              <a:buNone/>
              <a:defRPr sz="1200" b="1" baseline="0"/>
            </a:lvl1pPr>
            <a:lvl2pPr>
              <a:defRPr sz="1600"/>
            </a:lvl2pPr>
            <a:lvl3pPr>
              <a:defRPr sz="1400"/>
            </a:lvl3pPr>
            <a:lvl4pPr>
              <a:defRPr sz="1200"/>
            </a:lvl4pPr>
            <a:lvl5pPr>
              <a:defRPr sz="1200"/>
            </a:lvl5pPr>
          </a:lstStyle>
          <a:p>
            <a:pPr lvl="0"/>
            <a:r>
              <a:rPr lang="en-US"/>
              <a:t>Click to edit Master text styles</a:t>
            </a:r>
          </a:p>
        </p:txBody>
      </p:sp>
      <p:sp>
        <p:nvSpPr>
          <p:cNvPr id="16" name="Text Placeholder 10"/>
          <p:cNvSpPr>
            <a:spLocks noGrp="1"/>
          </p:cNvSpPr>
          <p:nvPr>
            <p:ph type="body" sz="quarter" idx="21"/>
          </p:nvPr>
        </p:nvSpPr>
        <p:spPr>
          <a:xfrm>
            <a:off x="1981200" y="990600"/>
            <a:ext cx="8229600" cy="381000"/>
          </a:xfrm>
          <a:prstGeom prst="rect">
            <a:avLst/>
          </a:prstGeom>
        </p:spPr>
        <p:txBody>
          <a:bodyPr/>
          <a:lstStyle>
            <a:lvl1pPr marL="0" indent="0" algn="ctr">
              <a:buNone/>
              <a:defRPr sz="2000" b="1" i="1">
                <a:solidFill>
                  <a:srgbClr val="9F0F10"/>
                </a:solidFill>
                <a:latin typeface="Calibri" panose="020F0502020204030204" pitchFamily="34" charset="0"/>
                <a:cs typeface="Calibri" panose="020F0502020204030204" pitchFamily="34" charset="0"/>
              </a:defRPr>
            </a:lvl1pPr>
            <a:lvl2pPr algn="ctr">
              <a:defRPr sz="2000">
                <a:latin typeface="Calibri" panose="020F0502020204030204" pitchFamily="34" charset="0"/>
                <a:cs typeface="Calibri" panose="020F0502020204030204" pitchFamily="34" charset="0"/>
              </a:defRPr>
            </a:lvl2pPr>
            <a:lvl3pPr algn="ctr">
              <a:defRPr sz="1800">
                <a:latin typeface="Calibri" panose="020F0502020204030204" pitchFamily="34" charset="0"/>
                <a:cs typeface="Calibri" panose="020F0502020204030204" pitchFamily="34" charset="0"/>
              </a:defRPr>
            </a:lvl3pPr>
            <a:lvl4pPr algn="ctr">
              <a:defRPr sz="1600">
                <a:latin typeface="Calibri" panose="020F0502020204030204" pitchFamily="34" charset="0"/>
                <a:cs typeface="Calibri" panose="020F0502020204030204" pitchFamily="34" charset="0"/>
              </a:defRPr>
            </a:lvl4pPr>
            <a:lvl5pPr algn="ctr">
              <a:defRPr sz="1600">
                <a:latin typeface="Calibri" panose="020F0502020204030204" pitchFamily="34" charset="0"/>
                <a:cs typeface="Calibri" panose="020F0502020204030204" pitchFamily="34" charset="0"/>
              </a:defRPr>
            </a:lvl5pPr>
          </a:lstStyle>
          <a:p>
            <a:pPr lvl="0"/>
            <a:r>
              <a:rPr lang="en-US"/>
              <a:t>Click to edit Master text styles</a:t>
            </a:r>
          </a:p>
        </p:txBody>
      </p:sp>
    </p:spTree>
    <p:extLst>
      <p:ext uri="{BB962C8B-B14F-4D97-AF65-F5344CB8AC3E}">
        <p14:creationId xmlns:p14="http://schemas.microsoft.com/office/powerpoint/2010/main" val="10082035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61D2DF8C-500E-4EF9-950E-4D1F912BC39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defRPr>
            </a:lvl1pPr>
          </a:lstStyle>
          <a:p>
            <a:pPr>
              <a:defRPr/>
            </a:pPr>
            <a:fld id="{5EEB975E-61AD-814C-9950-77BF98509ED2}" type="datetimeFigureOut">
              <a:rPr lang="en-US"/>
              <a:pPr>
                <a:defRPr/>
              </a:pPr>
              <a:t>10/16/2020</a:t>
            </a:fld>
            <a:endParaRPr lang="en-US"/>
          </a:p>
        </p:txBody>
      </p:sp>
      <p:sp>
        <p:nvSpPr>
          <p:cNvPr id="5" name="Footer Placeholder 4">
            <a:extLst>
              <a:ext uri="{FF2B5EF4-FFF2-40B4-BE49-F238E27FC236}">
                <a16:creationId xmlns:a16="http://schemas.microsoft.com/office/drawing/2014/main" id="{168F2BA2-A22B-4E34-80A5-84D2C3F4DBF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defRPr>
            </a:lvl1pPr>
          </a:lstStyle>
          <a:p>
            <a:pPr>
              <a:defRPr/>
            </a:pPr>
            <a:endParaRPr lang="en-US"/>
          </a:p>
        </p:txBody>
      </p:sp>
      <p:sp>
        <p:nvSpPr>
          <p:cNvPr id="6" name="Slide Number Placeholder 5">
            <a:extLst>
              <a:ext uri="{FF2B5EF4-FFF2-40B4-BE49-F238E27FC236}">
                <a16:creationId xmlns:a16="http://schemas.microsoft.com/office/drawing/2014/main" id="{66521561-873F-4C1D-BD8B-3AFBA233EDC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eaLnBrk="1" fontAlgn="auto" hangingPunct="1">
              <a:spcBef>
                <a:spcPts val="0"/>
              </a:spcBef>
              <a:spcAft>
                <a:spcPts val="0"/>
              </a:spcAft>
              <a:defRPr sz="1200">
                <a:solidFill>
                  <a:schemeClr val="tx1">
                    <a:tint val="75000"/>
                  </a:schemeClr>
                </a:solidFill>
                <a:latin typeface="+mn-lt"/>
              </a:defRPr>
            </a:lvl1pPr>
          </a:lstStyle>
          <a:p>
            <a:pPr>
              <a:defRPr/>
            </a:pPr>
            <a:fld id="{66A6A4BF-6CF2-7F4D-9586-24AE40100BF5}" type="slidenum">
              <a:rPr lang="en-US"/>
              <a:pPr>
                <a:defRPr/>
              </a:pPr>
              <a:t>‹#›</a:t>
            </a:fld>
            <a:endParaRPr lang="en-US"/>
          </a:p>
        </p:txBody>
      </p:sp>
    </p:spTree>
  </p:cSld>
  <p:clrMap bg1="lt1" tx1="dk1" bg2="lt2" tx2="dk2" accent1="accent1" accent2="accent2" accent3="accent3" accent4="accent4" accent5="accent5" accent6="accent6" hlink="hlink" folHlink="folHlink"/>
  <p:sldLayoutIdLst>
    <p:sldLayoutId id="2147483819" r:id="rId1"/>
    <p:sldLayoutId id="2147483820" r:id="rId2"/>
    <p:sldLayoutId id="2147483821" r:id="rId3"/>
    <p:sldLayoutId id="2147483822" r:id="rId4"/>
    <p:sldLayoutId id="2147483823" r:id="rId5"/>
    <p:sldLayoutId id="2147483824" r:id="rId6"/>
    <p:sldLayoutId id="2147483825" r:id="rId7"/>
    <p:sldLayoutId id="2147483826" r:id="rId8"/>
    <p:sldLayoutId id="2147483827" r:id="rId9"/>
    <p:sldLayoutId id="2147483828" r:id="rId10"/>
    <p:sldLayoutId id="2147483815" r:id="rId11"/>
    <p:sldLayoutId id="2147483816" r:id="rId12"/>
    <p:sldLayoutId id="2147483817" r:id="rId13"/>
    <p:sldLayoutId id="2147483818" r:id="rId14"/>
    <p:sldLayoutId id="2147483829" r:id="rId15"/>
    <p:sldLayoutId id="2147483830" r:id="rId16"/>
    <p:sldLayoutId id="2147483831" r:id="rId17"/>
    <p:sldLayoutId id="2147483832" r:id="rId18"/>
  </p:sldLayoutIdLst>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customXml" Target="../ink/ink1.xml"/><Relationship Id="rId1" Type="http://schemas.openxmlformats.org/officeDocument/2006/relationships/slideLayout" Target="../slideLayouts/slideLayout9.xml"/><Relationship Id="rId5" Type="http://schemas.openxmlformats.org/officeDocument/2006/relationships/image" Target="../media/image1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image" Target="../media/image11.jpeg"/><Relationship Id="rId7" Type="http://schemas.openxmlformats.org/officeDocument/2006/relationships/image" Target="../media/image15.png"/><Relationship Id="rId2" Type="http://schemas.openxmlformats.org/officeDocument/2006/relationships/notesSlide" Target="../notesSlides/notesSlide2.xml"/><Relationship Id="rId1" Type="http://schemas.openxmlformats.org/officeDocument/2006/relationships/slideLayout" Target="../slideLayouts/slideLayout9.xml"/><Relationship Id="rId4" Type="http://schemas.openxmlformats.org/officeDocument/2006/relationships/customXml" Target="../ink/ink2.xml"/></Relationships>
</file>

<file path=ppt/slides/_rels/slide6.xml.rels><?xml version="1.0" encoding="UTF-8" standalone="yes"?>
<Relationships xmlns="http://schemas.openxmlformats.org/package/2006/relationships"><Relationship Id="rId8" Type="http://schemas.openxmlformats.org/officeDocument/2006/relationships/image" Target="../media/image14.jpeg"/><Relationship Id="rId13" Type="http://schemas.openxmlformats.org/officeDocument/2006/relationships/hyperlink" Target="http://images.google.com.my/imgres?imgurl=www.benhorner.co.uk/images/graphics/big/idea.jpg&amp;imgrefurl=http://www.benhorner.co.uk/misc.htm&amp;h=309&amp;w=428&amp;sz=12&amp;tbnid=chvYXGZovUQJ:&amp;tbnh=88&amp;tbnw=121&amp;start=4&amp;prev=/images?q=idea&amp;hl=en&amp;lr=&amp;ie=UTF-8" TargetMode="External"/><Relationship Id="rId3" Type="http://schemas.openxmlformats.org/officeDocument/2006/relationships/hyperlink" Target="http://images.google.com.my/imgres?imgurl=www.newtek.com/products/lightwave/tutorials/rendering/globalillumination_skydome/images/building.jpg&amp;imgrefurl=http://www.newtek.com/products/lightwave/tutorials/rendering/globalillumination_skydome/globalillumination_skydome.html&amp;h=486&amp;w=720&amp;sz=136&amp;tbnid=E3YBy3sXyisJ:&amp;tbnh=93&amp;tbnw=137&amp;start=4&amp;prev=/images?q=building&amp;hl=en&amp;lr=&amp;ie=UTF-8" TargetMode="External"/><Relationship Id="rId7" Type="http://schemas.openxmlformats.org/officeDocument/2006/relationships/hyperlink" Target="http://images.google.com.my/imgres?imgurl=www.arch.columbia.edu/formz/gallery/hammer.jpg&amp;imgrefurl=http://www.arch.columbia.edu/formz/gallery.html&amp;h=480&amp;w=640&amp;sz=16&amp;tbnid=IQtE6gEZINwJ:&amp;tbnh=101&amp;tbnw=134&amp;start=3&amp;prev=/images?q=hammer&amp;hl=en&amp;lr=&amp;ie=UTF-8&amp;sa=G" TargetMode="External"/><Relationship Id="rId12" Type="http://schemas.openxmlformats.org/officeDocument/2006/relationships/image" Target="../media/image16.jpeg"/><Relationship Id="rId2" Type="http://schemas.openxmlformats.org/officeDocument/2006/relationships/notesSlide" Target="../notesSlides/notesSlide3.xml"/><Relationship Id="rId16" Type="http://schemas.openxmlformats.org/officeDocument/2006/relationships/image" Target="../media/image18.jpeg"/><Relationship Id="rId1" Type="http://schemas.openxmlformats.org/officeDocument/2006/relationships/slideLayout" Target="../slideLayouts/slideLayout9.xml"/><Relationship Id="rId6" Type="http://schemas.openxmlformats.org/officeDocument/2006/relationships/image" Target="../media/image13.jpeg"/><Relationship Id="rId11" Type="http://schemas.openxmlformats.org/officeDocument/2006/relationships/hyperlink" Target="http://images.google.com.my/imgres?imgurl=edtechoutreach.umd.edu/images/computer.jpg&amp;imgrefurl=http://edtechoutreach.umd.edu/FrederickProjects/mtasp.htm&amp;h=384&amp;w=512&amp;sz=32&amp;tbnid=pijQ38dnSqUJ:&amp;tbnh=96&amp;tbnw=128&amp;start=1&amp;prev=/images?q=computer&amp;hl=en&amp;lr=&amp;ie=UTF-8" TargetMode="External"/><Relationship Id="rId5" Type="http://schemas.openxmlformats.org/officeDocument/2006/relationships/hyperlink" Target="http://images.google.com/imgres?imgurl=www.mpxml.org/mpxml/images/people.jpg&amp;imgrefurl=http://www.mpxml.org/mpxml/index.cfm&amp;h=240&amp;w=222&amp;prev=/images?q=people&amp;start=20&amp;svnum=10&amp;hl=en&amp;lr=&amp;ie=UTF-8&amp;oe=UTF-8&amp;sa=N" TargetMode="External"/><Relationship Id="rId15" Type="http://schemas.openxmlformats.org/officeDocument/2006/relationships/hyperlink" Target="http://images.google.com.my/imgres?imgurl=www.vrmedialab.dk/~jesper/courses/golive/interaktion/problem.gif&amp;imgrefurl=http://www.vrmedialab.dk/~jesper/courses/golive/interaktion/&amp;h=207&amp;w=210&amp;sz=3&amp;tbnid=Dk0lcebJdUQJ:&amp;tbnh=98&amp;tbnw=99&amp;start=24&amp;prev=/images?q=problem&amp;start=20&amp;hl=en&amp;lr=&amp;ie=UTF-8&amp;sa=N" TargetMode="External"/><Relationship Id="rId10" Type="http://schemas.openxmlformats.org/officeDocument/2006/relationships/image" Target="../media/image15.jpeg"/><Relationship Id="rId4" Type="http://schemas.openxmlformats.org/officeDocument/2006/relationships/image" Target="../media/image12.jpeg"/><Relationship Id="rId9" Type="http://schemas.openxmlformats.org/officeDocument/2006/relationships/hyperlink" Target="http://images.google.com.my/imgres?imgurl=www.enconomizer.com/screwdriver.jpg&amp;imgrefurl=http://www.enconomizer.com/html/installation.html&amp;h=244&amp;w=150&amp;sz=6&amp;tbnid=Q7piDSvcHzUJ:&amp;tbnh=104&amp;tbnw=64&amp;start=5&amp;prev=/images?q=screwdriver&amp;hl=en&amp;lr=&amp;ie=UTF-8" TargetMode="External"/><Relationship Id="rId14" Type="http://schemas.openxmlformats.org/officeDocument/2006/relationships/image" Target="../media/image17.jpe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5.xml"/><Relationship Id="rId1" Type="http://schemas.openxmlformats.org/officeDocument/2006/relationships/slideLayout" Target="../slideLayouts/slideLayout9.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8" Type="http://schemas.openxmlformats.org/officeDocument/2006/relationships/image" Target="../media/image21.jpeg"/><Relationship Id="rId3" Type="http://schemas.openxmlformats.org/officeDocument/2006/relationships/hyperlink" Target="http://images.google.com/imgres?imgurl=image.pathfinder.com/asiaweek/magazine/2000/0317/sr.boss.illust.jpg&amp;imgrefurl=http://www.asiaweek.com/asiaweek/features/salaries/&amp;h=228&amp;w=252&amp;prev=/images?q=boss&amp;svnum=10&amp;hl=en&amp;lr=&amp;ie=UTF-8&amp;oe=UTF-8" TargetMode="External"/><Relationship Id="rId7" Type="http://schemas.openxmlformats.org/officeDocument/2006/relationships/hyperlink" Target="http://images.google.com/imgres?imgurl=www-ehs.ucsd.edu/images/supervisor.gif&amp;imgrefurl=http://www-ehs.ucsd.edu/office/super.htm&amp;h=149&amp;w=141&amp;prev=/images?q=%22supervisor&amp;start=20&amp;svnum=10&amp;hl=en&amp;lr=&amp;ie=UTF-8&amp;oe=UTF-8&amp;sa=N" TargetMode="External"/><Relationship Id="rId2" Type="http://schemas.openxmlformats.org/officeDocument/2006/relationships/notesSlide" Target="../notesSlides/notesSlide8.xml"/><Relationship Id="rId1" Type="http://schemas.openxmlformats.org/officeDocument/2006/relationships/slideLayout" Target="../slideLayouts/slideLayout9.xml"/><Relationship Id="rId6" Type="http://schemas.openxmlformats.org/officeDocument/2006/relationships/image" Target="../media/image20.jpeg"/><Relationship Id="rId5" Type="http://schemas.openxmlformats.org/officeDocument/2006/relationships/hyperlink" Target="http://images.google.com/imgres?imgurl=www.utexas.edu/business/vp/graphics/boss.jpg&amp;imgrefurl=http://www.utexas.edu/business/vp/welcome.html&amp;h=336&amp;w=225&amp;prev=/images?q=boss&amp;start=40&amp;svnum=10&amp;hl=en&amp;lr=&amp;ie=UTF-8&amp;oe=UTF-8&amp;sa=N" TargetMode="External"/><Relationship Id="rId4" Type="http://schemas.openxmlformats.org/officeDocument/2006/relationships/image" Target="../media/image19.jpe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6.xml"/><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notesSlide" Target="../notesSlides/notesSlide17.xml"/><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notesSlide" Target="../notesSlides/notesSlide18.xml"/><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3" Type="http://schemas.openxmlformats.org/officeDocument/2006/relationships/image" Target="../media/image23.wmf"/><Relationship Id="rId2" Type="http://schemas.openxmlformats.org/officeDocument/2006/relationships/notesSlide" Target="../notesSlides/notesSlide19.xml"/><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1.xml"/><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2" Type="http://schemas.openxmlformats.org/officeDocument/2006/relationships/image" Target="../media/image28.wmf"/><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2.xml"/><Relationship Id="rId1" Type="http://schemas.openxmlformats.org/officeDocument/2006/relationships/slideLayout" Target="../slideLayouts/slideLayout9.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4.tiff"/><Relationship Id="rId2" Type="http://schemas.openxmlformats.org/officeDocument/2006/relationships/notesSlide" Target="../notesSlides/notesSlide23.xml"/><Relationship Id="rId1" Type="http://schemas.openxmlformats.org/officeDocument/2006/relationships/slideLayout" Target="../slideLayouts/slideLayout9.xml"/></Relationships>
</file>

<file path=ppt/slides/_rels/slide3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4.xml"/><Relationship Id="rId1" Type="http://schemas.openxmlformats.org/officeDocument/2006/relationships/slideLayout" Target="../slideLayouts/slideLayout9.xml"/></Relationships>
</file>

<file path=ppt/slides/_rels/slide32.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25.xml"/><Relationship Id="rId1" Type="http://schemas.openxmlformats.org/officeDocument/2006/relationships/slideLayout" Target="../slideLayouts/slideLayout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9.xml"/></Relationships>
</file>

<file path=ppt/slides/_rels/slide35.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27.xml"/><Relationship Id="rId1" Type="http://schemas.openxmlformats.org/officeDocument/2006/relationships/slideLayout" Target="../slideLayouts/slideLayout9.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8.xml"/><Relationship Id="rId1" Type="http://schemas.openxmlformats.org/officeDocument/2006/relationships/slideLayout" Target="../slideLayouts/slideLayout9.xml"/><Relationship Id="rId4" Type="http://schemas.microsoft.com/office/2007/relationships/hdphoto" Target="../media/hdphoto1.wdp"/></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9.xml"/></Relationships>
</file>

<file path=ppt/slides/_rels/slide39.xml.rels><?xml version="1.0" encoding="UTF-8" standalone="yes"?>
<Relationships xmlns="http://schemas.openxmlformats.org/package/2006/relationships"><Relationship Id="rId2" Type="http://schemas.openxmlformats.org/officeDocument/2006/relationships/image" Target="../media/image41.wmf"/><Relationship Id="rId1" Type="http://schemas.openxmlformats.org/officeDocument/2006/relationships/slideLayout" Target="../slideLayouts/slideLayout9.xml"/></Relationships>
</file>

<file path=ppt/slides/_rels/slide40.xml.rels><?xml version="1.0" encoding="UTF-8" standalone="yes"?>
<Relationships xmlns="http://schemas.openxmlformats.org/package/2006/relationships"><Relationship Id="rId8" Type="http://schemas.openxmlformats.org/officeDocument/2006/relationships/image" Target="../media/image41.wmf"/><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30.xml"/><Relationship Id="rId1" Type="http://schemas.openxmlformats.org/officeDocument/2006/relationships/slideLayout" Target="../slideLayouts/slideLayout9.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41.xml.rels><?xml version="1.0" encoding="UTF-8" standalone="yes"?>
<Relationships xmlns="http://schemas.openxmlformats.org/package/2006/relationships"><Relationship Id="rId8" Type="http://schemas.microsoft.com/office/2007/relationships/diagramDrawing" Target="../diagrams/drawing5.xml"/><Relationship Id="rId3" Type="http://schemas.openxmlformats.org/officeDocument/2006/relationships/image" Target="../media/image41.wmf"/><Relationship Id="rId7" Type="http://schemas.openxmlformats.org/officeDocument/2006/relationships/diagramColors" Target="../diagrams/colors5.xml"/><Relationship Id="rId2" Type="http://schemas.openxmlformats.org/officeDocument/2006/relationships/notesSlide" Target="../notesSlides/notesSlide31.xml"/><Relationship Id="rId1" Type="http://schemas.openxmlformats.org/officeDocument/2006/relationships/slideLayout" Target="../slideLayouts/slideLayout9.xml"/><Relationship Id="rId6" Type="http://schemas.openxmlformats.org/officeDocument/2006/relationships/diagramQuickStyle" Target="../diagrams/quickStyle5.xml"/><Relationship Id="rId5" Type="http://schemas.openxmlformats.org/officeDocument/2006/relationships/diagramLayout" Target="../diagrams/layout5.xml"/><Relationship Id="rId4" Type="http://schemas.openxmlformats.org/officeDocument/2006/relationships/diagramData" Target="../diagrams/data5.xml"/></Relationships>
</file>

<file path=ppt/slides/_rels/slide42.xml.rels><?xml version="1.0" encoding="UTF-8" standalone="yes"?>
<Relationships xmlns="http://schemas.openxmlformats.org/package/2006/relationships"><Relationship Id="rId8" Type="http://schemas.openxmlformats.org/officeDocument/2006/relationships/image" Target="../media/image41.wmf"/><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32.xml"/><Relationship Id="rId1" Type="http://schemas.openxmlformats.org/officeDocument/2006/relationships/slideLayout" Target="../slideLayouts/slideLayout9.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43.xml.rels><?xml version="1.0" encoding="UTF-8" standalone="yes"?>
<Relationships xmlns="http://schemas.openxmlformats.org/package/2006/relationships"><Relationship Id="rId8" Type="http://schemas.openxmlformats.org/officeDocument/2006/relationships/image" Target="../media/image41.wmf"/><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33.xml"/><Relationship Id="rId1" Type="http://schemas.openxmlformats.org/officeDocument/2006/relationships/slideLayout" Target="../slideLayouts/slideLayout9.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44.xml.rels><?xml version="1.0" encoding="UTF-8" standalone="yes"?>
<Relationships xmlns="http://schemas.openxmlformats.org/package/2006/relationships"><Relationship Id="rId8" Type="http://schemas.microsoft.com/office/2007/relationships/diagramDrawing" Target="../diagrams/drawing8.xml"/><Relationship Id="rId3" Type="http://schemas.openxmlformats.org/officeDocument/2006/relationships/image" Target="../media/image41.wmf"/><Relationship Id="rId7" Type="http://schemas.openxmlformats.org/officeDocument/2006/relationships/diagramColors" Target="../diagrams/colors8.xml"/><Relationship Id="rId2" Type="http://schemas.openxmlformats.org/officeDocument/2006/relationships/notesSlide" Target="../notesSlides/notesSlide34.xml"/><Relationship Id="rId1" Type="http://schemas.openxmlformats.org/officeDocument/2006/relationships/slideLayout" Target="../slideLayouts/slideLayout9.xml"/><Relationship Id="rId6" Type="http://schemas.openxmlformats.org/officeDocument/2006/relationships/diagramQuickStyle" Target="../diagrams/quickStyle8.xml"/><Relationship Id="rId5" Type="http://schemas.openxmlformats.org/officeDocument/2006/relationships/diagramLayout" Target="../diagrams/layout8.xml"/><Relationship Id="rId4" Type="http://schemas.openxmlformats.org/officeDocument/2006/relationships/diagramData" Target="../diagrams/data8.xml"/></Relationships>
</file>

<file path=ppt/slides/_rels/slide45.xml.rels><?xml version="1.0" encoding="UTF-8" standalone="yes"?>
<Relationships xmlns="http://schemas.openxmlformats.org/package/2006/relationships"><Relationship Id="rId8" Type="http://schemas.openxmlformats.org/officeDocument/2006/relationships/image" Target="../media/image41.wmf"/><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notesSlide" Target="../notesSlides/notesSlide35.xml"/><Relationship Id="rId1" Type="http://schemas.openxmlformats.org/officeDocument/2006/relationships/slideLayout" Target="../slideLayouts/slideLayout9.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46.xml.rels><?xml version="1.0" encoding="UTF-8" standalone="yes"?>
<Relationships xmlns="http://schemas.openxmlformats.org/package/2006/relationships"><Relationship Id="rId8" Type="http://schemas.openxmlformats.org/officeDocument/2006/relationships/image" Target="../media/image41.wmf"/><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notesSlide" Target="../notesSlides/notesSlide36.xml"/><Relationship Id="rId1" Type="http://schemas.openxmlformats.org/officeDocument/2006/relationships/slideLayout" Target="../slideLayouts/slideLayout9.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_rels/slide47.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9.xml"/></Relationships>
</file>

<file path=ppt/slides/_rels/slide4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37.xml"/><Relationship Id="rId1" Type="http://schemas.openxmlformats.org/officeDocument/2006/relationships/slideLayout" Target="../slideLayouts/slideLayout9.xml"/></Relationships>
</file>

<file path=ppt/slides/_rels/slide49.xml.rels><?xml version="1.0" encoding="UTF-8" standalone="yes"?>
<Relationships xmlns="http://schemas.openxmlformats.org/package/2006/relationships"><Relationship Id="rId3" Type="http://schemas.openxmlformats.org/officeDocument/2006/relationships/image" Target="../media/image44.wmf"/><Relationship Id="rId2" Type="http://schemas.openxmlformats.org/officeDocument/2006/relationships/notesSlide" Target="../notesSlides/notesSlide38.xml"/><Relationship Id="rId1" Type="http://schemas.openxmlformats.org/officeDocument/2006/relationships/slideLayout" Target="../slideLayouts/slideLayout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9.xml"/><Relationship Id="rId1" Type="http://schemas.openxmlformats.org/officeDocument/2006/relationships/slideLayout" Target="../slideLayouts/slideLayout9.xml"/><Relationship Id="rId4" Type="http://schemas.openxmlformats.org/officeDocument/2006/relationships/image" Target="../media/image46.png"/></Relationships>
</file>

<file path=ppt/slides/_rels/slide52.xml.rels><?xml version="1.0" encoding="UTF-8" standalone="yes"?>
<Relationships xmlns="http://schemas.openxmlformats.org/package/2006/relationships"><Relationship Id="rId3" Type="http://schemas.openxmlformats.org/officeDocument/2006/relationships/diagramData" Target="../diagrams/data11.xml"/><Relationship Id="rId7" Type="http://schemas.microsoft.com/office/2007/relationships/diagramDrawing" Target="../diagrams/drawing11.xml"/><Relationship Id="rId2" Type="http://schemas.openxmlformats.org/officeDocument/2006/relationships/notesSlide" Target="../notesSlides/notesSlide40.xml"/><Relationship Id="rId1" Type="http://schemas.openxmlformats.org/officeDocument/2006/relationships/slideLayout" Target="../slideLayouts/slideLayout9.xml"/><Relationship Id="rId6" Type="http://schemas.openxmlformats.org/officeDocument/2006/relationships/diagramColors" Target="../diagrams/colors11.xml"/><Relationship Id="rId5" Type="http://schemas.openxmlformats.org/officeDocument/2006/relationships/diagramQuickStyle" Target="../diagrams/quickStyle11.xml"/><Relationship Id="rId4" Type="http://schemas.openxmlformats.org/officeDocument/2006/relationships/diagramLayout" Target="../diagrams/layout1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8" Type="http://schemas.microsoft.com/office/2007/relationships/diagramDrawing" Target="../diagrams/drawing12.xml"/><Relationship Id="rId3" Type="http://schemas.openxmlformats.org/officeDocument/2006/relationships/image" Target="../media/image45.png"/><Relationship Id="rId7" Type="http://schemas.openxmlformats.org/officeDocument/2006/relationships/diagramColors" Target="../diagrams/colors12.xml"/><Relationship Id="rId2" Type="http://schemas.openxmlformats.org/officeDocument/2006/relationships/notesSlide" Target="../notesSlides/notesSlide41.xml"/><Relationship Id="rId1" Type="http://schemas.openxmlformats.org/officeDocument/2006/relationships/slideLayout" Target="../slideLayouts/slideLayout9.xml"/><Relationship Id="rId6" Type="http://schemas.openxmlformats.org/officeDocument/2006/relationships/diagramQuickStyle" Target="../diagrams/quickStyle12.xml"/><Relationship Id="rId11" Type="http://schemas.openxmlformats.org/officeDocument/2006/relationships/image" Target="../media/image56.png"/><Relationship Id="rId5" Type="http://schemas.openxmlformats.org/officeDocument/2006/relationships/diagramLayout" Target="../diagrams/layout12.xml"/><Relationship Id="rId10" Type="http://schemas.openxmlformats.org/officeDocument/2006/relationships/image" Target="../media/image55.png"/><Relationship Id="rId4" Type="http://schemas.openxmlformats.org/officeDocument/2006/relationships/diagramData" Target="../diagrams/data12.xml"/><Relationship Id="rId9" Type="http://schemas.openxmlformats.org/officeDocument/2006/relationships/image" Target="../media/image54.png"/></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9.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9.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9.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9.xml"/></Relationships>
</file>

<file path=ppt/slides/_rels/slide59.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46.xml"/><Relationship Id="rId1" Type="http://schemas.openxmlformats.org/officeDocument/2006/relationships/slideLayout" Target="../slideLayouts/slideLayout9.xml"/></Relationships>
</file>

<file path=ppt/slides/_rels/slide60.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47.xml"/><Relationship Id="rId1" Type="http://schemas.openxmlformats.org/officeDocument/2006/relationships/slideLayout" Target="../slideLayouts/slideLayout9.xml"/></Relationships>
</file>

<file path=ppt/slides/_rels/slide61.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48.xml"/><Relationship Id="rId1" Type="http://schemas.openxmlformats.org/officeDocument/2006/relationships/slideLayout" Target="../slideLayouts/slideLayout9.xml"/></Relationships>
</file>

<file path=ppt/slides/_rels/slide62.xml.rels><?xml version="1.0" encoding="UTF-8" standalone="yes"?>
<Relationships xmlns="http://schemas.openxmlformats.org/package/2006/relationships"><Relationship Id="rId2" Type="http://schemas.openxmlformats.org/officeDocument/2006/relationships/image" Target="../media/image58.wmf"/><Relationship Id="rId1" Type="http://schemas.openxmlformats.org/officeDocument/2006/relationships/slideLayout" Target="../slideLayouts/slideLayout9.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9.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8" Type="http://schemas.openxmlformats.org/officeDocument/2006/relationships/oleObject" Target="../embeddings/oleObject1.bin"/><Relationship Id="rId13" Type="http://schemas.openxmlformats.org/officeDocument/2006/relationships/image" Target="../media/image66.gif"/><Relationship Id="rId18" Type="http://schemas.openxmlformats.org/officeDocument/2006/relationships/hyperlink" Target="http://images.google.com/imgres?imgurl=www.kn.pacbell.com/wired/democracy/money.gif&amp;imgrefurl=http://www.kn.pacbell.com/wired/democracy/debtquest.html&amp;h=185&amp;w=167&amp;prev=/images?q=money&amp;svnum=10&amp;hl=en&amp;lr=&amp;ie=UTF-8&amp;oe=UTF-8" TargetMode="External"/><Relationship Id="rId26" Type="http://schemas.openxmlformats.org/officeDocument/2006/relationships/image" Target="../media/image77.wmf"/><Relationship Id="rId3" Type="http://schemas.openxmlformats.org/officeDocument/2006/relationships/image" Target="../media/image61.wmf"/><Relationship Id="rId21" Type="http://schemas.openxmlformats.org/officeDocument/2006/relationships/image" Target="../media/image72.wmf"/><Relationship Id="rId7" Type="http://schemas.openxmlformats.org/officeDocument/2006/relationships/image" Target="../media/image64.wmf"/><Relationship Id="rId12" Type="http://schemas.openxmlformats.org/officeDocument/2006/relationships/image" Target="../media/image60.emf"/><Relationship Id="rId17" Type="http://schemas.openxmlformats.org/officeDocument/2006/relationships/image" Target="../media/image69.jpeg"/><Relationship Id="rId25" Type="http://schemas.openxmlformats.org/officeDocument/2006/relationships/image" Target="../media/image76.wmf"/><Relationship Id="rId2" Type="http://schemas.openxmlformats.org/officeDocument/2006/relationships/slideLayout" Target="../slideLayouts/slideLayout9.xml"/><Relationship Id="rId16" Type="http://schemas.openxmlformats.org/officeDocument/2006/relationships/hyperlink" Target="http://images.google.com/imgres?imgurl=www.antelope.com/images/project.gif&amp;imgrefurl=http://www.antelope.com/services.htm&amp;h=153&amp;w=233&amp;prev=/images?q=Project&amp;svnum=10&amp;hl=en&amp;lr=&amp;ie=UTF-8&amp;oe=UTF-8&amp;sa=G" TargetMode="External"/><Relationship Id="rId20" Type="http://schemas.openxmlformats.org/officeDocument/2006/relationships/image" Target="../media/image71.wmf"/><Relationship Id="rId1" Type="http://schemas.openxmlformats.org/officeDocument/2006/relationships/vmlDrawing" Target="../drawings/vmlDrawing1.vml"/><Relationship Id="rId6" Type="http://schemas.openxmlformats.org/officeDocument/2006/relationships/image" Target="../media/image63.jpeg"/><Relationship Id="rId11" Type="http://schemas.openxmlformats.org/officeDocument/2006/relationships/oleObject" Target="../embeddings/oleObject2.bin"/><Relationship Id="rId24" Type="http://schemas.openxmlformats.org/officeDocument/2006/relationships/image" Target="../media/image75.png"/><Relationship Id="rId5" Type="http://schemas.openxmlformats.org/officeDocument/2006/relationships/hyperlink" Target="http://images.google.com/imgres?imgurl=www.nycenet.edu/daa/Summer_School_2001/report.jpg&amp;imgrefurl=http://www.nycenet.edu/daa/reports/&amp;h=209&amp;w=187&amp;prev=/images?q=report&amp;start=20&amp;svnum=10&amp;hl=en&amp;lr=&amp;ie=UTF-8&amp;oe=UTF-8&amp;sa=N" TargetMode="External"/><Relationship Id="rId15" Type="http://schemas.openxmlformats.org/officeDocument/2006/relationships/image" Target="../media/image68.wmf"/><Relationship Id="rId23" Type="http://schemas.openxmlformats.org/officeDocument/2006/relationships/image" Target="../media/image74.wmf"/><Relationship Id="rId10" Type="http://schemas.openxmlformats.org/officeDocument/2006/relationships/image" Target="../media/image65.wmf"/><Relationship Id="rId19" Type="http://schemas.openxmlformats.org/officeDocument/2006/relationships/image" Target="../media/image70.jpeg"/><Relationship Id="rId4" Type="http://schemas.openxmlformats.org/officeDocument/2006/relationships/image" Target="../media/image62.wmf"/><Relationship Id="rId9" Type="http://schemas.openxmlformats.org/officeDocument/2006/relationships/image" Target="../media/image59.emf"/><Relationship Id="rId14" Type="http://schemas.openxmlformats.org/officeDocument/2006/relationships/image" Target="../media/image67.wmf"/><Relationship Id="rId22" Type="http://schemas.openxmlformats.org/officeDocument/2006/relationships/image" Target="../media/image73.wmf"/><Relationship Id="rId27" Type="http://schemas.openxmlformats.org/officeDocument/2006/relationships/image" Target="../media/image78.wmf"/></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Title 1">
            <a:extLst>
              <a:ext uri="{FF2B5EF4-FFF2-40B4-BE49-F238E27FC236}">
                <a16:creationId xmlns:a16="http://schemas.microsoft.com/office/drawing/2014/main" id="{EADC224B-D01B-7C4E-A924-E7D5542F0C48}"/>
              </a:ext>
            </a:extLst>
          </p:cNvPr>
          <p:cNvSpPr txBox="1">
            <a:spLocks noChangeArrowheads="1"/>
          </p:cNvSpPr>
          <p:nvPr/>
        </p:nvSpPr>
        <p:spPr bwMode="auto">
          <a:xfrm>
            <a:off x="276545" y="856452"/>
            <a:ext cx="8261279" cy="10207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eaLnBrk="1" hangingPunct="1"/>
            <a:r>
              <a:rPr lang="en-US" altLang="en-US" sz="3600" b="1">
                <a:solidFill>
                  <a:schemeClr val="bg1"/>
                </a:solidFill>
                <a:latin typeface="Verdana" panose="020B0604030504040204" pitchFamily="34" charset="0"/>
              </a:rPr>
              <a:t>SECD2613</a:t>
            </a:r>
            <a:br>
              <a:rPr lang="en-US" altLang="en-US" sz="3600" b="1" dirty="0">
                <a:solidFill>
                  <a:schemeClr val="bg1"/>
                </a:solidFill>
                <a:latin typeface="Verdana" panose="020B0604030504040204" pitchFamily="34" charset="0"/>
              </a:rPr>
            </a:br>
            <a:r>
              <a:rPr lang="en-US" altLang="en-US" sz="3200" b="1" dirty="0">
                <a:solidFill>
                  <a:schemeClr val="bg1"/>
                </a:solidFill>
                <a:latin typeface="Verdana" panose="020B0604030504040204" pitchFamily="34" charset="0"/>
              </a:rPr>
              <a:t>System Analysis and Design</a:t>
            </a:r>
            <a:endParaRPr lang="en-US" altLang="en-US" sz="3600" b="1" dirty="0">
              <a:solidFill>
                <a:schemeClr val="bg1"/>
              </a:solidFill>
              <a:latin typeface="Verdana" panose="020B0604030504040204" pitchFamily="34" charset="0"/>
            </a:endParaRPr>
          </a:p>
        </p:txBody>
      </p:sp>
      <p:cxnSp>
        <p:nvCxnSpPr>
          <p:cNvPr id="8" name="Straight Connector 7">
            <a:extLst>
              <a:ext uri="{FF2B5EF4-FFF2-40B4-BE49-F238E27FC236}">
                <a16:creationId xmlns:a16="http://schemas.microsoft.com/office/drawing/2014/main" id="{0E316BA8-EFD8-4056-B5B4-01555F1655E0}"/>
              </a:ext>
            </a:extLst>
          </p:cNvPr>
          <p:cNvCxnSpPr>
            <a:cxnSpLocks/>
          </p:cNvCxnSpPr>
          <p:nvPr/>
        </p:nvCxnSpPr>
        <p:spPr>
          <a:xfrm>
            <a:off x="698500" y="2387600"/>
            <a:ext cx="52959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16E58691-3F85-42F3-AD1B-E26F22405C81}"/>
              </a:ext>
            </a:extLst>
          </p:cNvPr>
          <p:cNvCxnSpPr>
            <a:cxnSpLocks/>
          </p:cNvCxnSpPr>
          <p:nvPr/>
        </p:nvCxnSpPr>
        <p:spPr>
          <a:xfrm>
            <a:off x="698500" y="4495800"/>
            <a:ext cx="52959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6388" name="Title 1">
            <a:extLst>
              <a:ext uri="{FF2B5EF4-FFF2-40B4-BE49-F238E27FC236}">
                <a16:creationId xmlns:a16="http://schemas.microsoft.com/office/drawing/2014/main" id="{84B188F9-CA02-A24F-9AFF-1F827F7900D9}"/>
              </a:ext>
            </a:extLst>
          </p:cNvPr>
          <p:cNvSpPr txBox="1">
            <a:spLocks noChangeArrowheads="1"/>
          </p:cNvSpPr>
          <p:nvPr/>
        </p:nvSpPr>
        <p:spPr bwMode="auto">
          <a:xfrm>
            <a:off x="698500" y="2566977"/>
            <a:ext cx="11085513" cy="21137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r>
              <a:rPr lang="en-US" sz="4400" b="1" dirty="0">
                <a:solidFill>
                  <a:schemeClr val="bg1"/>
                </a:solidFill>
              </a:rPr>
              <a:t>TOPIC I</a:t>
            </a:r>
            <a:br>
              <a:rPr lang="en-US" sz="4400" b="1" dirty="0">
                <a:solidFill>
                  <a:schemeClr val="bg1"/>
                </a:solidFill>
              </a:rPr>
            </a:br>
            <a:r>
              <a:rPr lang="en-US" sz="4400" b="1" dirty="0">
                <a:solidFill>
                  <a:schemeClr val="bg1"/>
                </a:solidFill>
              </a:rPr>
              <a:t>Fundamentals of Systems Analysis &amp; Design</a:t>
            </a:r>
            <a:endParaRPr lang="en-US" altLang="en-US" sz="4400" b="1" dirty="0">
              <a:solidFill>
                <a:schemeClr val="bg1"/>
              </a:solidFill>
            </a:endParaRPr>
          </a:p>
        </p:txBody>
      </p:sp>
      <p:sp>
        <p:nvSpPr>
          <p:cNvPr id="2" name="TextBox 1">
            <a:extLst>
              <a:ext uri="{FF2B5EF4-FFF2-40B4-BE49-F238E27FC236}">
                <a16:creationId xmlns:a16="http://schemas.microsoft.com/office/drawing/2014/main" id="{888981A5-E559-F34B-BEFB-E74D48FE5009}"/>
              </a:ext>
            </a:extLst>
          </p:cNvPr>
          <p:cNvSpPr txBox="1"/>
          <p:nvPr/>
        </p:nvSpPr>
        <p:spPr>
          <a:xfrm>
            <a:off x="9952234" y="6611779"/>
            <a:ext cx="2239766" cy="246221"/>
          </a:xfrm>
          <a:prstGeom prst="rect">
            <a:avLst/>
          </a:prstGeom>
          <a:noFill/>
        </p:spPr>
        <p:txBody>
          <a:bodyPr wrap="square" rtlCol="0">
            <a:spAutoFit/>
          </a:bodyPr>
          <a:lstStyle/>
          <a:p>
            <a:pPr algn="r"/>
            <a:r>
              <a:rPr lang="en-US" sz="1000" dirty="0">
                <a:solidFill>
                  <a:schemeClr val="bg1"/>
                </a:solidFill>
              </a:rPr>
              <a:t>update: August 2019 (</a:t>
            </a:r>
            <a:r>
              <a:rPr lang="en-US" sz="1000" dirty="0" err="1">
                <a:solidFill>
                  <a:schemeClr val="bg1"/>
                </a:solidFill>
              </a:rPr>
              <a:t>sharinhh</a:t>
            </a:r>
            <a:r>
              <a:rPr lang="en-US" sz="1000" dirty="0">
                <a:solidFill>
                  <a:schemeClr val="bg1"/>
                </a:solidFill>
              </a:rPr>
              <a:t>)</a:t>
            </a:r>
          </a:p>
        </p:txBody>
      </p:sp>
    </p:spTree>
  </p:cSld>
  <p:clrMapOvr>
    <a:masterClrMapping/>
  </p:clrMapOvr>
  <mc:AlternateContent xmlns:mc="http://schemas.openxmlformats.org/markup-compatibility/2006" xmlns:p14="http://schemas.microsoft.com/office/powerpoint/2010/main">
    <mc:Choice Requires="p14">
      <p:transition spd="slow" p14:dur="2000" advTm="18844"/>
    </mc:Choice>
    <mc:Fallback xmlns="">
      <p:transition spd="slow" advTm="18844"/>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24DED6-3AA9-4DBB-84AF-6902AA84723E}"/>
              </a:ext>
            </a:extLst>
          </p:cNvPr>
          <p:cNvSpPr>
            <a:spLocks noGrp="1"/>
          </p:cNvSpPr>
          <p:nvPr>
            <p:ph type="ctrTitle"/>
          </p:nvPr>
        </p:nvSpPr>
        <p:spPr/>
        <p:txBody>
          <a:bodyPr/>
          <a:lstStyle/>
          <a:p>
            <a:r>
              <a:rPr lang="en-US" b="1" dirty="0">
                <a:solidFill>
                  <a:schemeClr val="bg1"/>
                </a:solidFill>
              </a:rPr>
              <a:t>PART 1</a:t>
            </a:r>
            <a:endParaRPr lang="en-MY" b="1" dirty="0">
              <a:solidFill>
                <a:schemeClr val="bg1"/>
              </a:solidFill>
            </a:endParaRPr>
          </a:p>
        </p:txBody>
      </p:sp>
      <p:sp>
        <p:nvSpPr>
          <p:cNvPr id="3" name="Subtitle 2">
            <a:extLst>
              <a:ext uri="{FF2B5EF4-FFF2-40B4-BE49-F238E27FC236}">
                <a16:creationId xmlns:a16="http://schemas.microsoft.com/office/drawing/2014/main" id="{26157C70-9B7A-4F4F-9478-D893D978A2B0}"/>
              </a:ext>
            </a:extLst>
          </p:cNvPr>
          <p:cNvSpPr>
            <a:spLocks noGrp="1"/>
          </p:cNvSpPr>
          <p:nvPr>
            <p:ph type="subTitle" idx="1"/>
          </p:nvPr>
        </p:nvSpPr>
        <p:spPr/>
        <p:txBody>
          <a:bodyPr/>
          <a:lstStyle/>
          <a:p>
            <a:pPr marL="457200" indent="-457200" algn="l">
              <a:buFont typeface="Arial" panose="020B0604020202020204" pitchFamily="34" charset="0"/>
              <a:buChar char="•"/>
            </a:pPr>
            <a:r>
              <a:rPr lang="en-US" sz="3200" dirty="0">
                <a:solidFill>
                  <a:schemeClr val="bg1"/>
                </a:solidFill>
              </a:rPr>
              <a:t>Organization impact on Information System</a:t>
            </a:r>
          </a:p>
          <a:p>
            <a:pPr marL="457200" indent="-457200" algn="l">
              <a:buFont typeface="Arial" panose="020B0604020202020204" pitchFamily="34" charset="0"/>
              <a:buChar char="•"/>
            </a:pPr>
            <a:r>
              <a:rPr lang="en-US" sz="3200" dirty="0">
                <a:solidFill>
                  <a:schemeClr val="bg1"/>
                </a:solidFill>
              </a:rPr>
              <a:t>Types of Information Systems</a:t>
            </a:r>
            <a:endParaRPr lang="en-MY" sz="3200" dirty="0">
              <a:solidFill>
                <a:schemeClr val="bg1"/>
              </a:solidFill>
            </a:endParaRPr>
          </a:p>
        </p:txBody>
      </p:sp>
    </p:spTree>
    <p:extLst>
      <p:ext uri="{BB962C8B-B14F-4D97-AF65-F5344CB8AC3E}">
        <p14:creationId xmlns:p14="http://schemas.microsoft.com/office/powerpoint/2010/main" val="1607839805"/>
      </p:ext>
    </p:extLst>
  </p:cSld>
  <p:clrMapOvr>
    <a:masterClrMapping/>
  </p:clrMapOvr>
  <mc:AlternateContent xmlns:mc="http://schemas.openxmlformats.org/markup-compatibility/2006" xmlns:p14="http://schemas.microsoft.com/office/powerpoint/2010/main">
    <mc:Choice Requires="p14">
      <p:transition spd="slow" p14:dur="2000" advTm="12282"/>
    </mc:Choice>
    <mc:Fallback xmlns="">
      <p:transition spd="slow" advTm="12282"/>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Title 1">
            <a:extLst>
              <a:ext uri="{FF2B5EF4-FFF2-40B4-BE49-F238E27FC236}">
                <a16:creationId xmlns:a16="http://schemas.microsoft.com/office/drawing/2014/main" id="{3736B481-6407-2D47-BF72-80C50FC06A55}"/>
              </a:ext>
            </a:extLst>
          </p:cNvPr>
          <p:cNvSpPr txBox="1">
            <a:spLocks noChangeArrowheads="1"/>
          </p:cNvSpPr>
          <p:nvPr/>
        </p:nvSpPr>
        <p:spPr bwMode="auto">
          <a:xfrm>
            <a:off x="427038" y="596900"/>
            <a:ext cx="10515600"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altLang="en-US" sz="5400" b="1" dirty="0">
                <a:solidFill>
                  <a:srgbClr val="85103F"/>
                </a:solidFill>
              </a:rPr>
              <a:t>OBJECTIVES</a:t>
            </a:r>
            <a:endParaRPr lang="en-US" altLang="en-US" sz="5400" dirty="0">
              <a:solidFill>
                <a:srgbClr val="85103F"/>
              </a:solidFill>
              <a:latin typeface="Calibri Light" panose="020F0302020204030204" pitchFamily="34" charset="0"/>
            </a:endParaRPr>
          </a:p>
        </p:txBody>
      </p:sp>
      <p:sp>
        <p:nvSpPr>
          <p:cNvPr id="17410" name="Rectangle 3">
            <a:extLst>
              <a:ext uri="{FF2B5EF4-FFF2-40B4-BE49-F238E27FC236}">
                <a16:creationId xmlns:a16="http://schemas.microsoft.com/office/drawing/2014/main" id="{906CA659-221B-9249-A9BB-C4A6FC6C7461}"/>
              </a:ext>
            </a:extLst>
          </p:cNvPr>
          <p:cNvSpPr txBox="1">
            <a:spLocks noChangeArrowheads="1"/>
          </p:cNvSpPr>
          <p:nvPr/>
        </p:nvSpPr>
        <p:spPr bwMode="auto">
          <a:xfrm>
            <a:off x="520557" y="1445696"/>
            <a:ext cx="11582400" cy="49756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28600" indent="-228600">
              <a:defRPr>
                <a:solidFill>
                  <a:schemeClr val="tx1"/>
                </a:solidFill>
                <a:latin typeface="Calibri" panose="020F0502020204030204" pitchFamily="34" charset="0"/>
              </a:defRPr>
            </a:lvl1pPr>
            <a:lvl2pPr marL="685800" indent="-22860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marL="0" indent="0"/>
            <a:r>
              <a:rPr lang="en-GB" sz="2800" dirty="0"/>
              <a:t>By the end of this lecture, you will be able to:</a:t>
            </a:r>
          </a:p>
          <a:p>
            <a:pPr marL="457200" indent="-457200">
              <a:buFont typeface="Arial" panose="020B0604020202020204" pitchFamily="34" charset="0"/>
              <a:buChar char="•"/>
            </a:pPr>
            <a:r>
              <a:rPr lang="en-US" sz="2800" dirty="0"/>
              <a:t>Recall the basic types of computer-based systems that a systems analyst needs to address</a:t>
            </a:r>
          </a:p>
          <a:p>
            <a:pPr marL="457200" indent="-457200">
              <a:buFont typeface="Arial" panose="020B0604020202020204" pitchFamily="34" charset="0"/>
              <a:buChar char="•"/>
            </a:pPr>
            <a:r>
              <a:rPr lang="en-US" sz="2800" dirty="0"/>
              <a:t>Understand how users working in context with new technologies change the dynamics of a system</a:t>
            </a:r>
          </a:p>
          <a:p>
            <a:pPr marL="457200" indent="-457200">
              <a:buFont typeface="Arial" panose="020B0604020202020204" pitchFamily="34" charset="0"/>
              <a:buChar char="•"/>
            </a:pPr>
            <a:r>
              <a:rPr lang="en-US" sz="2800" dirty="0"/>
              <a:t>Realize what the many roles of the systems analyst are</a:t>
            </a:r>
          </a:p>
          <a:p>
            <a:pPr marL="457200" indent="-457200">
              <a:buFont typeface="Arial" panose="020B0604020202020204" pitchFamily="34" charset="0"/>
              <a:buChar char="•"/>
            </a:pPr>
            <a:r>
              <a:rPr lang="en-US" sz="2800" dirty="0"/>
              <a:t>Know the steps of the SDLC as they relate to HCI and how to apply them to a real system</a:t>
            </a:r>
          </a:p>
          <a:p>
            <a:pPr marL="457200" indent="-457200">
              <a:buFont typeface="Arial" panose="020B0604020202020204" pitchFamily="34" charset="0"/>
              <a:buChar char="•"/>
            </a:pPr>
            <a:r>
              <a:rPr lang="en-US" sz="2800" dirty="0"/>
              <a:t>Understand what CASE tools are and how they help a systems analyst</a:t>
            </a:r>
          </a:p>
          <a:p>
            <a:pPr marL="457200" indent="-457200">
              <a:buFont typeface="Arial" panose="020B0604020202020204" pitchFamily="34" charset="0"/>
              <a:buChar char="•"/>
            </a:pPr>
            <a:r>
              <a:rPr lang="en-US" sz="2800" dirty="0"/>
              <a:t>Explore other methodologies such as object-oriented systems design and prototyping</a:t>
            </a:r>
          </a:p>
        </p:txBody>
      </p:sp>
      <mc:AlternateContent xmlns:mc="http://schemas.openxmlformats.org/markup-compatibility/2006" xmlns:p14="http://schemas.microsoft.com/office/powerpoint/2010/main">
        <mc:Choice Requires="p14">
          <p:contentPart p14:bwMode="auto" r:id="rId2">
            <p14:nvContentPartPr>
              <p14:cNvPr id="6" name="Ink 5">
                <a:extLst>
                  <a:ext uri="{FF2B5EF4-FFF2-40B4-BE49-F238E27FC236}">
                    <a16:creationId xmlns:a16="http://schemas.microsoft.com/office/drawing/2014/main" id="{7F5C8802-6837-4762-B122-4536FD4577DB}"/>
                  </a:ext>
                </a:extLst>
              </p14:cNvPr>
              <p14:cNvContentPartPr/>
              <p14:nvPr/>
            </p14:nvContentPartPr>
            <p14:xfrm>
              <a:off x="6662880" y="5650560"/>
              <a:ext cx="108000" cy="36720"/>
            </p14:xfrm>
          </p:contentPart>
        </mc:Choice>
        <mc:Fallback xmlns="">
          <p:pic>
            <p:nvPicPr>
              <p:cNvPr id="6" name="Ink 5">
                <a:extLst>
                  <a:ext uri="{FF2B5EF4-FFF2-40B4-BE49-F238E27FC236}">
                    <a16:creationId xmlns:a16="http://schemas.microsoft.com/office/drawing/2014/main" id="{7F5C8802-6837-4762-B122-4536FD4577DB}"/>
                  </a:ext>
                </a:extLst>
              </p:cNvPr>
              <p:cNvPicPr/>
              <p:nvPr/>
            </p:nvPicPr>
            <p:blipFill>
              <a:blip r:embed="rId5"/>
              <a:stretch>
                <a:fillRect/>
              </a:stretch>
            </p:blipFill>
            <p:spPr>
              <a:xfrm>
                <a:off x="6653520" y="5641200"/>
                <a:ext cx="126720" cy="55440"/>
              </a:xfrm>
              <a:prstGeom prst="rect">
                <a:avLst/>
              </a:prstGeom>
            </p:spPr>
          </p:pic>
        </mc:Fallback>
      </mc:AlternateContent>
    </p:spTree>
  </p:cSld>
  <p:clrMapOvr>
    <a:masterClrMapping/>
  </p:clrMapOvr>
  <mc:AlternateContent xmlns:mc="http://schemas.openxmlformats.org/markup-compatibility/2006" xmlns:p14="http://schemas.microsoft.com/office/powerpoint/2010/main">
    <mc:Choice Requires="p14">
      <p:transition spd="slow" p14:dur="2000" advTm="43756"/>
    </mc:Choice>
    <mc:Fallback xmlns="">
      <p:transition spd="slow" advTm="43756"/>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7C40D79F-C51A-4C08-8074-211DC6804BF5}" type="slidenum">
              <a:rPr lang="en-MY" smtClean="0"/>
              <a:pPr/>
              <a:t>4</a:t>
            </a:fld>
            <a:endParaRPr lang="en-MY" dirty="0"/>
          </a:p>
        </p:txBody>
      </p:sp>
      <p:sp>
        <p:nvSpPr>
          <p:cNvPr id="5" name="Title 1">
            <a:extLst>
              <a:ext uri="{FF2B5EF4-FFF2-40B4-BE49-F238E27FC236}">
                <a16:creationId xmlns:a16="http://schemas.microsoft.com/office/drawing/2014/main" id="{D42B9E0A-BFEC-9D46-8B78-43349164C245}"/>
              </a:ext>
            </a:extLst>
          </p:cNvPr>
          <p:cNvSpPr txBox="1">
            <a:spLocks noChangeArrowheads="1"/>
          </p:cNvSpPr>
          <p:nvPr/>
        </p:nvSpPr>
        <p:spPr bwMode="auto">
          <a:xfrm>
            <a:off x="332445" y="628431"/>
            <a:ext cx="10515600"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sz="5400" b="1" dirty="0">
                <a:solidFill>
                  <a:srgbClr val="840F3E"/>
                </a:solidFill>
              </a:rPr>
              <a:t>INFORMATION – A KEY RESOURCE</a:t>
            </a:r>
            <a:endParaRPr lang="en-US" altLang="en-US" sz="5400" b="1" dirty="0">
              <a:solidFill>
                <a:srgbClr val="840F3E"/>
              </a:solidFill>
              <a:latin typeface="Calibri Light" panose="020F0302020204030204" pitchFamily="34" charset="0"/>
            </a:endParaRPr>
          </a:p>
        </p:txBody>
      </p:sp>
      <p:sp>
        <p:nvSpPr>
          <p:cNvPr id="8" name="Rectangle 3">
            <a:extLst>
              <a:ext uri="{FF2B5EF4-FFF2-40B4-BE49-F238E27FC236}">
                <a16:creationId xmlns:a16="http://schemas.microsoft.com/office/drawing/2014/main" id="{2BC2B90D-DD0C-3F42-83F1-52414078A865}"/>
              </a:ext>
            </a:extLst>
          </p:cNvPr>
          <p:cNvSpPr txBox="1">
            <a:spLocks noChangeArrowheads="1"/>
          </p:cNvSpPr>
          <p:nvPr/>
        </p:nvSpPr>
        <p:spPr>
          <a:xfrm>
            <a:off x="457200" y="1600200"/>
            <a:ext cx="11303876" cy="4525963"/>
          </a:xfrm>
          <a:prstGeom prst="rect">
            <a:avLst/>
          </a:prstGeom>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4000"/>
              <a:t>Fuels business and can be the critical factor in determining the success or failure of a business</a:t>
            </a:r>
          </a:p>
          <a:p>
            <a:r>
              <a:rPr lang="en-US" sz="4000"/>
              <a:t>Needs to be managed correctly</a:t>
            </a:r>
          </a:p>
          <a:p>
            <a:r>
              <a:rPr lang="en-US" sz="4000"/>
              <a:t>Managing computer-generated information differs from handling manually produced data</a:t>
            </a:r>
            <a:endParaRPr lang="en-US" sz="4000" dirty="0"/>
          </a:p>
        </p:txBody>
      </p:sp>
    </p:spTree>
    <p:extLst>
      <p:ext uri="{BB962C8B-B14F-4D97-AF65-F5344CB8AC3E}">
        <p14:creationId xmlns:p14="http://schemas.microsoft.com/office/powerpoint/2010/main" val="2297892386"/>
      </p:ext>
    </p:extLst>
  </p:cSld>
  <p:clrMapOvr>
    <a:masterClrMapping/>
  </p:clrMapOvr>
  <p:transition advTm="23233"/>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Slide Number Placeholder 7"/>
          <p:cNvSpPr>
            <a:spLocks noGrp="1"/>
          </p:cNvSpPr>
          <p:nvPr>
            <p:ph type="sldNum" sz="quarter" idx="12"/>
          </p:nvPr>
        </p:nvSpPr>
        <p:spPr/>
        <p:txBody>
          <a:bodyPr/>
          <a:lstStyle/>
          <a:p>
            <a:pPr>
              <a:defRPr/>
            </a:pPr>
            <a:fld id="{7C40D79F-C51A-4C08-8074-211DC6804BF5}" type="slidenum">
              <a:rPr lang="en-MY" smtClean="0"/>
              <a:pPr>
                <a:defRPr/>
              </a:pPr>
              <a:t>5</a:t>
            </a:fld>
            <a:endParaRPr lang="en-MY" dirty="0"/>
          </a:p>
        </p:txBody>
      </p:sp>
      <p:sp>
        <p:nvSpPr>
          <p:cNvPr id="5125" name="Text Box 1044"/>
          <p:cNvSpPr txBox="1">
            <a:spLocks noChangeArrowheads="1"/>
          </p:cNvSpPr>
          <p:nvPr/>
        </p:nvSpPr>
        <p:spPr bwMode="auto">
          <a:xfrm>
            <a:off x="5611896" y="5528830"/>
            <a:ext cx="3352800" cy="274638"/>
          </a:xfrm>
          <a:prstGeom prst="rect">
            <a:avLst/>
          </a:prstGeom>
          <a:noFill/>
          <a:ln w="9525">
            <a:noFill/>
            <a:miter lim="800000"/>
            <a:headEnd/>
            <a:tailEnd/>
          </a:ln>
        </p:spPr>
        <p:txBody>
          <a:bodyPr>
            <a:spAutoFit/>
          </a:bodyPr>
          <a:lstStyle/>
          <a:p>
            <a:pPr>
              <a:spcBef>
                <a:spcPct val="50000"/>
              </a:spcBef>
            </a:pPr>
            <a:r>
              <a:rPr lang="en-US" sz="1200" dirty="0">
                <a:latin typeface="Verdana" pitchFamily="34" charset="0"/>
              </a:rPr>
              <a:t>…Buckingham et al. (1987)</a:t>
            </a:r>
          </a:p>
        </p:txBody>
      </p:sp>
      <p:sp>
        <p:nvSpPr>
          <p:cNvPr id="9" name="Title 1">
            <a:extLst>
              <a:ext uri="{FF2B5EF4-FFF2-40B4-BE49-F238E27FC236}">
                <a16:creationId xmlns:a16="http://schemas.microsoft.com/office/drawing/2014/main" id="{06A49295-F274-504C-B901-16A1A0336D96}"/>
              </a:ext>
            </a:extLst>
          </p:cNvPr>
          <p:cNvSpPr txBox="1">
            <a:spLocks noChangeArrowheads="1"/>
          </p:cNvSpPr>
          <p:nvPr/>
        </p:nvSpPr>
        <p:spPr bwMode="auto">
          <a:xfrm>
            <a:off x="332444" y="628431"/>
            <a:ext cx="11491693"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sz="5400" b="1" dirty="0">
                <a:solidFill>
                  <a:srgbClr val="840F3E"/>
                </a:solidFill>
              </a:rPr>
              <a:t>WHAT IS INFORMATION SYSTEMS (IS)?</a:t>
            </a:r>
            <a:endParaRPr lang="en-US" altLang="en-US" sz="5400" b="1" dirty="0">
              <a:solidFill>
                <a:srgbClr val="840F3E"/>
              </a:solidFill>
              <a:latin typeface="Calibri Light" panose="020F0302020204030204" pitchFamily="34" charset="0"/>
            </a:endParaRPr>
          </a:p>
        </p:txBody>
      </p:sp>
      <p:sp>
        <p:nvSpPr>
          <p:cNvPr id="10" name="Text Box 1046">
            <a:extLst>
              <a:ext uri="{FF2B5EF4-FFF2-40B4-BE49-F238E27FC236}">
                <a16:creationId xmlns:a16="http://schemas.microsoft.com/office/drawing/2014/main" id="{67997E77-FD6A-5D46-BBA6-0094AFD72ECC}"/>
              </a:ext>
            </a:extLst>
          </p:cNvPr>
          <p:cNvSpPr txBox="1">
            <a:spLocks noChangeArrowheads="1"/>
          </p:cNvSpPr>
          <p:nvPr/>
        </p:nvSpPr>
        <p:spPr bwMode="auto">
          <a:xfrm>
            <a:off x="332444" y="2027667"/>
            <a:ext cx="7543799" cy="3543887"/>
          </a:xfrm>
          <a:prstGeom prst="rect">
            <a:avLst/>
          </a:prstGeom>
          <a:gradFill flip="none" rotWithShape="1">
            <a:gsLst>
              <a:gs pos="0">
                <a:srgbClr val="BDB3D0">
                  <a:tint val="66000"/>
                  <a:satMod val="160000"/>
                </a:srgbClr>
              </a:gs>
              <a:gs pos="50000">
                <a:srgbClr val="BDB3D0">
                  <a:tint val="44500"/>
                  <a:satMod val="160000"/>
                </a:srgbClr>
              </a:gs>
              <a:gs pos="100000">
                <a:srgbClr val="BDB3D0">
                  <a:tint val="23500"/>
                  <a:satMod val="160000"/>
                </a:srgbClr>
              </a:gs>
            </a:gsLst>
            <a:lin ang="2700000" scaled="1"/>
            <a:tileRect/>
          </a:gradFill>
          <a:ln w="9525">
            <a:noFill/>
            <a:miter lim="800000"/>
            <a:headEnd/>
            <a:tailEnd/>
          </a:ln>
        </p:spPr>
        <p:txBody>
          <a:bodyPr vert="horz" anchor="t" anchorCtr="1">
            <a:noAutofit/>
          </a:bodyPr>
          <a:lstStyle/>
          <a:p>
            <a:pPr algn="ctr">
              <a:spcBef>
                <a:spcPts val="0"/>
              </a:spcBef>
              <a:buClr>
                <a:schemeClr val="folHlink"/>
              </a:buClr>
              <a:buSzPct val="60000"/>
              <a:buFont typeface="Wingdings" pitchFamily="2" charset="2"/>
              <a:buNone/>
            </a:pPr>
            <a:r>
              <a:rPr lang="en-US" sz="2400" dirty="0">
                <a:latin typeface="Verdana" pitchFamily="34" charset="0"/>
              </a:rPr>
              <a:t>A system which assembles, stores,</a:t>
            </a:r>
          </a:p>
          <a:p>
            <a:pPr algn="ctr">
              <a:spcBef>
                <a:spcPts val="0"/>
              </a:spcBef>
              <a:buClr>
                <a:schemeClr val="folHlink"/>
              </a:buClr>
              <a:buSzPct val="60000"/>
              <a:buFont typeface="Wingdings" pitchFamily="2" charset="2"/>
              <a:buNone/>
            </a:pPr>
            <a:r>
              <a:rPr lang="en-US" sz="2400" dirty="0">
                <a:latin typeface="Verdana" pitchFamily="34" charset="0"/>
              </a:rPr>
              <a:t>processes and delivers information relevant to an organization, in such a way that the information is accessible and useful to those who wish to use it, including managers, staff, clients and citizens. </a:t>
            </a:r>
          </a:p>
          <a:p>
            <a:pPr algn="ctr">
              <a:spcBef>
                <a:spcPts val="0"/>
              </a:spcBef>
              <a:buClr>
                <a:schemeClr val="folHlink"/>
              </a:buClr>
              <a:buSzPct val="60000"/>
              <a:buFont typeface="Wingdings" pitchFamily="2" charset="2"/>
              <a:buNone/>
            </a:pPr>
            <a:r>
              <a:rPr lang="en-US" sz="2400" dirty="0">
                <a:latin typeface="Verdana" pitchFamily="34" charset="0"/>
              </a:rPr>
              <a:t>An IS is human activity (social system) which may or may not involve the use of computer systems</a:t>
            </a:r>
          </a:p>
        </p:txBody>
      </p:sp>
      <p:pic>
        <p:nvPicPr>
          <p:cNvPr id="2050" name="Picture 2" descr="Image result for INFORMATION SYSTEMS">
            <a:extLst>
              <a:ext uri="{FF2B5EF4-FFF2-40B4-BE49-F238E27FC236}">
                <a16:creationId xmlns:a16="http://schemas.microsoft.com/office/drawing/2014/main" id="{E3D23C27-F0E5-2A4D-A6D4-88D73AEB340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06339" y="1423765"/>
            <a:ext cx="4351721" cy="4367898"/>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p14="http://schemas.microsoft.com/office/powerpoint/2010/main">
        <mc:Choice Requires="p14">
          <p:contentPart p14:bwMode="auto" r:id="rId4">
            <p14:nvContentPartPr>
              <p14:cNvPr id="7" name="Ink 6">
                <a:extLst>
                  <a:ext uri="{FF2B5EF4-FFF2-40B4-BE49-F238E27FC236}">
                    <a16:creationId xmlns:a16="http://schemas.microsoft.com/office/drawing/2014/main" id="{78B6CCA5-67FA-48A7-8F78-08BBFE744B34}"/>
                  </a:ext>
                </a:extLst>
              </p14:cNvPr>
              <p14:cNvContentPartPr/>
              <p14:nvPr/>
            </p14:nvContentPartPr>
            <p14:xfrm>
              <a:off x="4837680" y="-19800"/>
              <a:ext cx="765720" cy="29880"/>
            </p14:xfrm>
          </p:contentPart>
        </mc:Choice>
        <mc:Fallback xmlns="">
          <p:pic>
            <p:nvPicPr>
              <p:cNvPr id="7" name="Ink 6">
                <a:extLst>
                  <a:ext uri="{FF2B5EF4-FFF2-40B4-BE49-F238E27FC236}">
                    <a16:creationId xmlns:a16="http://schemas.microsoft.com/office/drawing/2014/main" id="{78B6CCA5-67FA-48A7-8F78-08BBFE744B34}"/>
                  </a:ext>
                </a:extLst>
              </p:cNvPr>
              <p:cNvPicPr/>
              <p:nvPr/>
            </p:nvPicPr>
            <p:blipFill>
              <a:blip r:embed="rId7"/>
              <a:stretch>
                <a:fillRect/>
              </a:stretch>
            </p:blipFill>
            <p:spPr>
              <a:xfrm>
                <a:off x="4828320" y="-29160"/>
                <a:ext cx="784440" cy="48600"/>
              </a:xfrm>
              <a:prstGeom prst="rect">
                <a:avLst/>
              </a:prstGeom>
            </p:spPr>
          </p:pic>
        </mc:Fallback>
      </mc:AlternateContent>
    </p:spTree>
    <p:extLst>
      <p:ext uri="{BB962C8B-B14F-4D97-AF65-F5344CB8AC3E}">
        <p14:creationId xmlns:p14="http://schemas.microsoft.com/office/powerpoint/2010/main" val="3023602117"/>
      </p:ext>
    </p:extLst>
  </p:cSld>
  <p:clrMapOvr>
    <a:masterClrMapping/>
  </p:clrMapOvr>
  <mc:AlternateContent xmlns:mc="http://schemas.openxmlformats.org/markup-compatibility/2006" xmlns:p14="http://schemas.microsoft.com/office/powerpoint/2010/main">
    <mc:Choice Requires="p14">
      <p:transition spd="slow" p14:dur="2000" advTm="58411"/>
    </mc:Choice>
    <mc:Fallback xmlns="">
      <p:transition spd="slow" advTm="58411"/>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Slide Number Placeholder 18"/>
          <p:cNvSpPr>
            <a:spLocks noGrp="1"/>
          </p:cNvSpPr>
          <p:nvPr>
            <p:ph type="sldNum" sz="quarter" idx="12"/>
          </p:nvPr>
        </p:nvSpPr>
        <p:spPr/>
        <p:txBody>
          <a:bodyPr/>
          <a:lstStyle/>
          <a:p>
            <a:pPr>
              <a:defRPr/>
            </a:pPr>
            <a:fld id="{7C40D79F-C51A-4C08-8074-211DC6804BF5}" type="slidenum">
              <a:rPr lang="en-MY" smtClean="0"/>
              <a:pPr>
                <a:defRPr/>
              </a:pPr>
              <a:t>6</a:t>
            </a:fld>
            <a:endParaRPr lang="en-MY" dirty="0"/>
          </a:p>
        </p:txBody>
      </p:sp>
      <p:pic>
        <p:nvPicPr>
          <p:cNvPr id="6148" name="Picture 22" descr="http://images.google.com.my/images?q=tbn:E3YBy3sXyisJ:www.newtek.com/products/lightwave/tutorials/rendering/globalillumination_skydome/images/building.jpg">
            <a:hlinkClick r:id="rId3"/>
          </p:cNvPr>
          <p:cNvPicPr>
            <a:picLocks noChangeAspect="1" noChangeArrowheads="1"/>
          </p:cNvPicPr>
          <p:nvPr/>
        </p:nvPicPr>
        <p:blipFill>
          <a:blip r:embed="rId4" cstate="print"/>
          <a:srcRect/>
          <a:stretch>
            <a:fillRect/>
          </a:stretch>
        </p:blipFill>
        <p:spPr bwMode="auto">
          <a:xfrm>
            <a:off x="1752600" y="5486401"/>
            <a:ext cx="1066800" cy="1063625"/>
          </a:xfrm>
          <a:prstGeom prst="rect">
            <a:avLst/>
          </a:prstGeom>
          <a:noFill/>
          <a:ln w="9525">
            <a:noFill/>
            <a:miter lim="800000"/>
            <a:headEnd/>
            <a:tailEnd/>
          </a:ln>
        </p:spPr>
      </p:pic>
      <p:pic>
        <p:nvPicPr>
          <p:cNvPr id="6149" name="Picture 7" descr="http://images.google.com/images?q=tbn:852mFYvLfBYC:www.mpxml.org/mpxml/images/people.jpg">
            <a:hlinkClick r:id="rId5"/>
          </p:cNvPr>
          <p:cNvPicPr>
            <a:picLocks noChangeAspect="1" noChangeArrowheads="1"/>
          </p:cNvPicPr>
          <p:nvPr/>
        </p:nvPicPr>
        <p:blipFill>
          <a:blip r:embed="rId6" cstate="print"/>
          <a:srcRect/>
          <a:stretch>
            <a:fillRect/>
          </a:stretch>
        </p:blipFill>
        <p:spPr bwMode="auto">
          <a:xfrm>
            <a:off x="2743201" y="5559437"/>
            <a:ext cx="671513" cy="838200"/>
          </a:xfrm>
          <a:prstGeom prst="rect">
            <a:avLst/>
          </a:prstGeom>
          <a:noFill/>
          <a:ln w="9525">
            <a:noFill/>
            <a:miter lim="800000"/>
            <a:headEnd/>
            <a:tailEnd/>
          </a:ln>
        </p:spPr>
      </p:pic>
      <p:pic>
        <p:nvPicPr>
          <p:cNvPr id="6150" name="Picture 13" descr="http://images.google.com.my/images?q=tbn:IQtE6gEZINwJ:www.arch.columbia.edu/formz/gallery/hammer.jpg">
            <a:hlinkClick r:id="rId7"/>
          </p:cNvPr>
          <p:cNvPicPr>
            <a:picLocks noChangeAspect="1" noChangeArrowheads="1"/>
          </p:cNvPicPr>
          <p:nvPr/>
        </p:nvPicPr>
        <p:blipFill>
          <a:blip r:embed="rId8" cstate="print"/>
          <a:srcRect/>
          <a:stretch>
            <a:fillRect/>
          </a:stretch>
        </p:blipFill>
        <p:spPr bwMode="auto">
          <a:xfrm>
            <a:off x="5105400" y="5295913"/>
            <a:ext cx="609600" cy="688975"/>
          </a:xfrm>
          <a:prstGeom prst="rect">
            <a:avLst/>
          </a:prstGeom>
          <a:noFill/>
          <a:ln w="9525">
            <a:noFill/>
            <a:miter lim="800000"/>
            <a:headEnd/>
            <a:tailEnd/>
          </a:ln>
        </p:spPr>
      </p:pic>
      <p:pic>
        <p:nvPicPr>
          <p:cNvPr id="6151" name="Picture 15" descr="http://images.google.com.my/images?q=tbn:Q7piDSvcHzUJ:www.enconomizer.com/screwdriver.jpg">
            <a:hlinkClick r:id="rId9"/>
          </p:cNvPr>
          <p:cNvPicPr>
            <a:picLocks noChangeAspect="1" noChangeArrowheads="1"/>
          </p:cNvPicPr>
          <p:nvPr/>
        </p:nvPicPr>
        <p:blipFill>
          <a:blip r:embed="rId10" cstate="print"/>
          <a:srcRect/>
          <a:stretch>
            <a:fillRect/>
          </a:stretch>
        </p:blipFill>
        <p:spPr bwMode="auto">
          <a:xfrm>
            <a:off x="5486401" y="5178437"/>
            <a:ext cx="422275" cy="685800"/>
          </a:xfrm>
          <a:prstGeom prst="rect">
            <a:avLst/>
          </a:prstGeom>
          <a:noFill/>
          <a:ln w="9525">
            <a:noFill/>
            <a:miter lim="800000"/>
            <a:headEnd/>
            <a:tailEnd/>
          </a:ln>
        </p:spPr>
      </p:pic>
      <p:pic>
        <p:nvPicPr>
          <p:cNvPr id="6152" name="Picture 17" descr="http://images.google.com.my/images?q=tbn:pijQ38dnSqUJ:edtechoutreach.umd.edu/images/computer.jpg">
            <a:hlinkClick r:id="rId11"/>
          </p:cNvPr>
          <p:cNvPicPr>
            <a:picLocks noChangeAspect="1" noChangeArrowheads="1"/>
          </p:cNvPicPr>
          <p:nvPr/>
        </p:nvPicPr>
        <p:blipFill>
          <a:blip r:embed="rId12" cstate="print"/>
          <a:srcRect/>
          <a:stretch>
            <a:fillRect/>
          </a:stretch>
        </p:blipFill>
        <p:spPr bwMode="auto">
          <a:xfrm>
            <a:off x="6019800" y="5143512"/>
            <a:ext cx="914400" cy="685800"/>
          </a:xfrm>
          <a:prstGeom prst="rect">
            <a:avLst/>
          </a:prstGeom>
          <a:noFill/>
          <a:ln w="9525">
            <a:noFill/>
            <a:miter lim="800000"/>
            <a:headEnd/>
            <a:tailEnd/>
          </a:ln>
        </p:spPr>
      </p:pic>
      <p:pic>
        <p:nvPicPr>
          <p:cNvPr id="6153" name="Picture 19" descr="http://images.google.com.my/images?q=tbn:chvYXGZovUQJ:www.benhorner.co.uk/images/graphics/big/idea.jpg">
            <a:hlinkClick r:id="rId13"/>
          </p:cNvPr>
          <p:cNvPicPr>
            <a:picLocks noChangeAspect="1" noChangeArrowheads="1"/>
          </p:cNvPicPr>
          <p:nvPr/>
        </p:nvPicPr>
        <p:blipFill>
          <a:blip r:embed="rId14" cstate="print"/>
          <a:srcRect/>
          <a:stretch>
            <a:fillRect/>
          </a:stretch>
        </p:blipFill>
        <p:spPr bwMode="auto">
          <a:xfrm>
            <a:off x="6324600" y="5788037"/>
            <a:ext cx="838200" cy="609600"/>
          </a:xfrm>
          <a:prstGeom prst="rect">
            <a:avLst/>
          </a:prstGeom>
          <a:noFill/>
          <a:ln w="9525">
            <a:noFill/>
            <a:miter lim="800000"/>
            <a:headEnd/>
            <a:tailEnd/>
          </a:ln>
        </p:spPr>
      </p:pic>
      <p:pic>
        <p:nvPicPr>
          <p:cNvPr id="6154" name="Picture 20" descr="http://images.google.com/images?q=tbn:852mFYvLfBYC:www.mpxml.org/mpxml/images/people.jpg">
            <a:hlinkClick r:id="rId5"/>
          </p:cNvPr>
          <p:cNvPicPr>
            <a:picLocks noChangeAspect="1" noChangeArrowheads="1"/>
          </p:cNvPicPr>
          <p:nvPr/>
        </p:nvPicPr>
        <p:blipFill>
          <a:blip r:embed="rId6" cstate="print"/>
          <a:srcRect/>
          <a:stretch>
            <a:fillRect/>
          </a:stretch>
        </p:blipFill>
        <p:spPr bwMode="auto">
          <a:xfrm>
            <a:off x="5638800" y="5940438"/>
            <a:ext cx="458788" cy="492125"/>
          </a:xfrm>
          <a:prstGeom prst="rect">
            <a:avLst/>
          </a:prstGeom>
          <a:noFill/>
          <a:ln w="9525">
            <a:noFill/>
            <a:miter lim="800000"/>
            <a:headEnd/>
            <a:tailEnd/>
          </a:ln>
        </p:spPr>
      </p:pic>
      <p:pic>
        <p:nvPicPr>
          <p:cNvPr id="6155" name="Picture 24" descr="http://images.google.com.my/images?q=tbn:Dk0lcebJdUQJ:www.vrmedialab.dk/~jesper/courses/golive/interaktion/problem.gif">
            <a:hlinkClick r:id="rId15"/>
          </p:cNvPr>
          <p:cNvPicPr>
            <a:picLocks noChangeAspect="1" noChangeArrowheads="1"/>
          </p:cNvPicPr>
          <p:nvPr/>
        </p:nvPicPr>
        <p:blipFill>
          <a:blip r:embed="rId16" cstate="print"/>
          <a:srcRect/>
          <a:stretch>
            <a:fillRect/>
          </a:stretch>
        </p:blipFill>
        <p:spPr bwMode="auto">
          <a:xfrm>
            <a:off x="4572000" y="5911862"/>
            <a:ext cx="609600" cy="603250"/>
          </a:xfrm>
          <a:prstGeom prst="rect">
            <a:avLst/>
          </a:prstGeom>
          <a:noFill/>
          <a:ln w="9525">
            <a:noFill/>
            <a:miter lim="800000"/>
            <a:headEnd/>
            <a:tailEnd/>
          </a:ln>
        </p:spPr>
      </p:pic>
      <p:grpSp>
        <p:nvGrpSpPr>
          <p:cNvPr id="6156" name="Group 30"/>
          <p:cNvGrpSpPr>
            <a:grpSpLocks/>
          </p:cNvGrpSpPr>
          <p:nvPr/>
        </p:nvGrpSpPr>
        <p:grpSpPr bwMode="auto">
          <a:xfrm>
            <a:off x="4572000" y="5330837"/>
            <a:ext cx="457200" cy="457200"/>
            <a:chOff x="1824" y="3504"/>
            <a:chExt cx="288" cy="144"/>
          </a:xfrm>
        </p:grpSpPr>
        <p:sp>
          <p:nvSpPr>
            <p:cNvPr id="6160" name="Line 27"/>
            <p:cNvSpPr>
              <a:spLocks noChangeShapeType="1"/>
            </p:cNvSpPr>
            <p:nvPr/>
          </p:nvSpPr>
          <p:spPr bwMode="auto">
            <a:xfrm>
              <a:off x="1824" y="3648"/>
              <a:ext cx="144" cy="0"/>
            </a:xfrm>
            <a:prstGeom prst="line">
              <a:avLst/>
            </a:prstGeom>
            <a:noFill/>
            <a:ln w="9525">
              <a:solidFill>
                <a:schemeClr val="tx1"/>
              </a:solidFill>
              <a:miter lim="800000"/>
              <a:headEnd/>
              <a:tailEnd/>
            </a:ln>
            <a:effectLst>
              <a:outerShdw dist="35921" dir="2700000" algn="ctr" rotWithShape="0">
                <a:schemeClr val="bg2"/>
              </a:outerShdw>
            </a:effectLst>
          </p:spPr>
          <p:txBody>
            <a:bodyPr wrap="none"/>
            <a:lstStyle/>
            <a:p>
              <a:endParaRPr lang="en-MY"/>
            </a:p>
          </p:txBody>
        </p:sp>
        <p:sp>
          <p:nvSpPr>
            <p:cNvPr id="6161" name="Line 28"/>
            <p:cNvSpPr>
              <a:spLocks noChangeShapeType="1"/>
            </p:cNvSpPr>
            <p:nvPr/>
          </p:nvSpPr>
          <p:spPr bwMode="auto">
            <a:xfrm flipV="1">
              <a:off x="1968" y="3504"/>
              <a:ext cx="0" cy="144"/>
            </a:xfrm>
            <a:prstGeom prst="line">
              <a:avLst/>
            </a:prstGeom>
            <a:noFill/>
            <a:ln w="9525">
              <a:solidFill>
                <a:schemeClr val="tx1"/>
              </a:solidFill>
              <a:miter lim="800000"/>
              <a:headEnd/>
              <a:tailEnd/>
            </a:ln>
            <a:effectLst>
              <a:outerShdw dist="35921" dir="2700000" algn="ctr" rotWithShape="0">
                <a:schemeClr val="bg2"/>
              </a:outerShdw>
            </a:effectLst>
          </p:spPr>
          <p:txBody>
            <a:bodyPr wrap="none"/>
            <a:lstStyle/>
            <a:p>
              <a:endParaRPr lang="en-MY"/>
            </a:p>
          </p:txBody>
        </p:sp>
        <p:sp>
          <p:nvSpPr>
            <p:cNvPr id="6162" name="Line 29"/>
            <p:cNvSpPr>
              <a:spLocks noChangeShapeType="1"/>
            </p:cNvSpPr>
            <p:nvPr/>
          </p:nvSpPr>
          <p:spPr bwMode="auto">
            <a:xfrm>
              <a:off x="1968" y="3504"/>
              <a:ext cx="144" cy="0"/>
            </a:xfrm>
            <a:prstGeom prst="line">
              <a:avLst/>
            </a:prstGeom>
            <a:noFill/>
            <a:ln w="9525">
              <a:solidFill>
                <a:schemeClr val="tx1"/>
              </a:solidFill>
              <a:miter lim="800000"/>
              <a:headEnd/>
              <a:tailEnd/>
            </a:ln>
            <a:effectLst>
              <a:outerShdw dist="35921" dir="2700000" algn="ctr" rotWithShape="0">
                <a:schemeClr val="bg2"/>
              </a:outerShdw>
            </a:effectLst>
          </p:spPr>
          <p:txBody>
            <a:bodyPr wrap="none"/>
            <a:lstStyle/>
            <a:p>
              <a:endParaRPr lang="en-MY"/>
            </a:p>
          </p:txBody>
        </p:sp>
      </p:grpSp>
      <p:sp>
        <p:nvSpPr>
          <p:cNvPr id="6157" name="Oval 33"/>
          <p:cNvSpPr>
            <a:spLocks noChangeArrowheads="1"/>
          </p:cNvSpPr>
          <p:nvPr/>
        </p:nvSpPr>
        <p:spPr bwMode="auto">
          <a:xfrm>
            <a:off x="8153400" y="5254637"/>
            <a:ext cx="2133600" cy="990600"/>
          </a:xfrm>
          <a:prstGeom prst="ellipse">
            <a:avLst/>
          </a:prstGeom>
          <a:solidFill>
            <a:srgbClr val="FFFF99"/>
          </a:solidFill>
          <a:ln w="9525">
            <a:solidFill>
              <a:schemeClr val="tx1"/>
            </a:solidFill>
            <a:miter lim="800000"/>
            <a:headEnd/>
            <a:tailEnd/>
          </a:ln>
          <a:effectLst>
            <a:outerShdw dist="35921" dir="2700000" algn="ctr" rotWithShape="0">
              <a:schemeClr val="bg2"/>
            </a:outerShdw>
          </a:effectLst>
        </p:spPr>
        <p:txBody>
          <a:bodyPr wrap="none" anchor="ctr"/>
          <a:lstStyle/>
          <a:p>
            <a:pPr algn="ctr"/>
            <a:r>
              <a:rPr lang="en-US" sz="1400" b="1"/>
              <a:t>(Computerized)</a:t>
            </a:r>
          </a:p>
          <a:p>
            <a:pPr algn="ctr"/>
            <a:r>
              <a:rPr lang="en-US" sz="1400" b="1"/>
              <a:t>Information </a:t>
            </a:r>
          </a:p>
          <a:p>
            <a:pPr algn="ctr"/>
            <a:r>
              <a:rPr lang="en-US" sz="1400" b="1"/>
              <a:t>Systems</a:t>
            </a:r>
          </a:p>
        </p:txBody>
      </p:sp>
      <p:sp>
        <p:nvSpPr>
          <p:cNvPr id="6158" name="AutoShape 34"/>
          <p:cNvSpPr>
            <a:spLocks noChangeArrowheads="1"/>
          </p:cNvSpPr>
          <p:nvPr/>
        </p:nvSpPr>
        <p:spPr bwMode="auto">
          <a:xfrm>
            <a:off x="7239000" y="5483237"/>
            <a:ext cx="762000" cy="609600"/>
          </a:xfrm>
          <a:prstGeom prst="rightArrow">
            <a:avLst>
              <a:gd name="adj1" fmla="val 50000"/>
              <a:gd name="adj2" fmla="val 31250"/>
            </a:avLst>
          </a:prstGeom>
          <a:solidFill>
            <a:schemeClr val="accent1"/>
          </a:solidFill>
          <a:ln w="9525">
            <a:solidFill>
              <a:schemeClr val="tx1"/>
            </a:solidFill>
            <a:miter lim="800000"/>
            <a:headEnd/>
            <a:tailEnd/>
          </a:ln>
          <a:effectLst>
            <a:outerShdw dist="35921" dir="2700000" algn="ctr" rotWithShape="0">
              <a:schemeClr val="bg2"/>
            </a:outerShdw>
          </a:effectLst>
        </p:spPr>
        <p:txBody>
          <a:bodyPr wrap="none" anchor="ctr"/>
          <a:lstStyle/>
          <a:p>
            <a:endParaRPr lang="en-US"/>
          </a:p>
        </p:txBody>
      </p:sp>
      <p:sp>
        <p:nvSpPr>
          <p:cNvPr id="6159" name="AutoShape 35"/>
          <p:cNvSpPr>
            <a:spLocks noChangeArrowheads="1"/>
          </p:cNvSpPr>
          <p:nvPr/>
        </p:nvSpPr>
        <p:spPr bwMode="auto">
          <a:xfrm>
            <a:off x="3657600" y="5483237"/>
            <a:ext cx="762000" cy="609600"/>
          </a:xfrm>
          <a:prstGeom prst="rightArrow">
            <a:avLst>
              <a:gd name="adj1" fmla="val 50000"/>
              <a:gd name="adj2" fmla="val 31250"/>
            </a:avLst>
          </a:prstGeom>
          <a:solidFill>
            <a:schemeClr val="accent1"/>
          </a:solidFill>
          <a:ln w="9525">
            <a:solidFill>
              <a:schemeClr val="tx1"/>
            </a:solidFill>
            <a:miter lim="800000"/>
            <a:headEnd/>
            <a:tailEnd/>
          </a:ln>
          <a:effectLst>
            <a:outerShdw dist="35921" dir="2700000" algn="ctr" rotWithShape="0">
              <a:schemeClr val="bg2"/>
            </a:outerShdw>
          </a:effectLst>
        </p:spPr>
        <p:txBody>
          <a:bodyPr wrap="none" anchor="ctr"/>
          <a:lstStyle/>
          <a:p>
            <a:endParaRPr lang="en-US"/>
          </a:p>
        </p:txBody>
      </p:sp>
      <p:sp>
        <p:nvSpPr>
          <p:cNvPr id="20" name="Title 1">
            <a:extLst>
              <a:ext uri="{FF2B5EF4-FFF2-40B4-BE49-F238E27FC236}">
                <a16:creationId xmlns:a16="http://schemas.microsoft.com/office/drawing/2014/main" id="{5C1B8A87-D02B-B54D-82FC-2488807663C6}"/>
              </a:ext>
            </a:extLst>
          </p:cNvPr>
          <p:cNvSpPr txBox="1">
            <a:spLocks noChangeArrowheads="1"/>
          </p:cNvSpPr>
          <p:nvPr/>
        </p:nvSpPr>
        <p:spPr bwMode="auto">
          <a:xfrm>
            <a:off x="332444" y="628431"/>
            <a:ext cx="11491693"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sz="5400" b="1" dirty="0">
                <a:solidFill>
                  <a:srgbClr val="840F3E"/>
                </a:solidFill>
              </a:rPr>
              <a:t>WHAT &amp; WHY SYSTEM ANALYSIS AND DESIGN (SAD)?</a:t>
            </a:r>
            <a:endParaRPr lang="en-US" altLang="en-US" sz="5400" b="1" dirty="0">
              <a:solidFill>
                <a:srgbClr val="840F3E"/>
              </a:solidFill>
              <a:latin typeface="Calibri Light" panose="020F0302020204030204" pitchFamily="34" charset="0"/>
            </a:endParaRPr>
          </a:p>
        </p:txBody>
      </p:sp>
      <p:sp>
        <p:nvSpPr>
          <p:cNvPr id="21" name="Rectangle 5">
            <a:extLst>
              <a:ext uri="{FF2B5EF4-FFF2-40B4-BE49-F238E27FC236}">
                <a16:creationId xmlns:a16="http://schemas.microsoft.com/office/drawing/2014/main" id="{6E0FDFB2-D809-074D-93E3-632A4EC86E5D}"/>
              </a:ext>
            </a:extLst>
          </p:cNvPr>
          <p:cNvSpPr txBox="1">
            <a:spLocks noChangeArrowheads="1"/>
          </p:cNvSpPr>
          <p:nvPr/>
        </p:nvSpPr>
        <p:spPr>
          <a:xfrm>
            <a:off x="332444" y="2386820"/>
            <a:ext cx="11515318" cy="2579688"/>
          </a:xfrm>
          <a:prstGeom prst="rect">
            <a:avLst/>
          </a:prstGeom>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eaLnBrk="1" hangingPunct="1">
              <a:buFont typeface="Wingdings" pitchFamily="2" charset="2"/>
              <a:buNone/>
            </a:pPr>
            <a:r>
              <a:rPr lang="en-US" sz="3200" dirty="0">
                <a:latin typeface="Verdana" pitchFamily="34" charset="0"/>
              </a:rPr>
              <a:t>Systems analysis and design is a systematic approach to identifying problems, opportunities, and objectives; analyzing the information flows in organizations; and designing computerized (in this case) information systems to solve a problem</a:t>
            </a:r>
          </a:p>
        </p:txBody>
      </p:sp>
    </p:spTree>
    <p:extLst>
      <p:ext uri="{BB962C8B-B14F-4D97-AF65-F5344CB8AC3E}">
        <p14:creationId xmlns:p14="http://schemas.microsoft.com/office/powerpoint/2010/main" val="441105261"/>
      </p:ext>
    </p:extLst>
  </p:cSld>
  <p:clrMapOvr>
    <a:masterClrMapping/>
  </p:clrMapOvr>
  <mc:AlternateContent xmlns:mc="http://schemas.openxmlformats.org/markup-compatibility/2006" xmlns:p14="http://schemas.microsoft.com/office/powerpoint/2010/main">
    <mc:Choice Requires="p14">
      <p:transition spd="slow" p14:dur="2000" advTm="26749"/>
    </mc:Choice>
    <mc:Fallback xmlns="">
      <p:transition spd="slow" advTm="26749"/>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7C40D79F-C51A-4C08-8074-211DC6804BF5}" type="slidenum">
              <a:rPr lang="en-MY" smtClean="0"/>
              <a:pPr/>
              <a:t>7</a:t>
            </a:fld>
            <a:endParaRPr lang="en-MY" dirty="0"/>
          </a:p>
        </p:txBody>
      </p:sp>
      <p:sp>
        <p:nvSpPr>
          <p:cNvPr id="7170" name="Rectangle 3"/>
          <p:cNvSpPr>
            <a:spLocks noGrp="1" noChangeArrowheads="1"/>
          </p:cNvSpPr>
          <p:nvPr>
            <p:ph idx="4294967295"/>
          </p:nvPr>
        </p:nvSpPr>
        <p:spPr/>
        <p:txBody>
          <a:bodyPr>
            <a:noAutofit/>
          </a:bodyPr>
          <a:lstStyle/>
          <a:p>
            <a:pPr marL="0" indent="0">
              <a:buNone/>
            </a:pPr>
            <a:endParaRPr lang="en-US" dirty="0"/>
          </a:p>
        </p:txBody>
      </p:sp>
      <p:sp>
        <p:nvSpPr>
          <p:cNvPr id="5" name="Title 1">
            <a:extLst>
              <a:ext uri="{FF2B5EF4-FFF2-40B4-BE49-F238E27FC236}">
                <a16:creationId xmlns:a16="http://schemas.microsoft.com/office/drawing/2014/main" id="{DF107C65-2FF3-6240-A6F5-9EE544B060B3}"/>
              </a:ext>
            </a:extLst>
          </p:cNvPr>
          <p:cNvSpPr txBox="1">
            <a:spLocks noChangeArrowheads="1"/>
          </p:cNvSpPr>
          <p:nvPr/>
        </p:nvSpPr>
        <p:spPr bwMode="auto">
          <a:xfrm>
            <a:off x="332444" y="628431"/>
            <a:ext cx="11491693"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sz="5400" b="1" dirty="0">
                <a:solidFill>
                  <a:srgbClr val="840F3E"/>
                </a:solidFill>
              </a:rPr>
              <a:t>WHAT &amp; WHY SYSTEM ANALYSIS AND DESIGN (SAD)?</a:t>
            </a:r>
            <a:endParaRPr lang="en-US" altLang="en-US" sz="5400" b="1" dirty="0">
              <a:solidFill>
                <a:srgbClr val="840F3E"/>
              </a:solidFill>
              <a:latin typeface="Calibri Light" panose="020F0302020204030204" pitchFamily="34" charset="0"/>
            </a:endParaRPr>
          </a:p>
        </p:txBody>
      </p:sp>
      <p:sp>
        <p:nvSpPr>
          <p:cNvPr id="6" name="Rectangle 3">
            <a:extLst>
              <a:ext uri="{FF2B5EF4-FFF2-40B4-BE49-F238E27FC236}">
                <a16:creationId xmlns:a16="http://schemas.microsoft.com/office/drawing/2014/main" id="{F28C1767-39F8-AC4B-8167-9D4CC8F5DBEF}"/>
              </a:ext>
            </a:extLst>
          </p:cNvPr>
          <p:cNvSpPr txBox="1">
            <a:spLocks noChangeArrowheads="1"/>
          </p:cNvSpPr>
          <p:nvPr/>
        </p:nvSpPr>
        <p:spPr>
          <a:xfrm>
            <a:off x="381000" y="2323935"/>
            <a:ext cx="11491692" cy="4525963"/>
          </a:xfrm>
          <a:prstGeom prst="rect">
            <a:avLst/>
          </a:prstGeom>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4000" dirty="0"/>
              <a:t>System development needs proper planning.</a:t>
            </a:r>
          </a:p>
          <a:p>
            <a:r>
              <a:rPr lang="en-US" sz="4000" dirty="0"/>
              <a:t>There is a cost in system development.</a:t>
            </a:r>
          </a:p>
          <a:p>
            <a:r>
              <a:rPr lang="en-US" sz="4000" dirty="0"/>
              <a:t>It is time consuming and needs project management.</a:t>
            </a:r>
          </a:p>
          <a:p>
            <a:r>
              <a:rPr lang="en-US" sz="4000" dirty="0"/>
              <a:t>SAD is about problem solving that needs to be creative, critical, and innovative.</a:t>
            </a:r>
          </a:p>
        </p:txBody>
      </p:sp>
    </p:spTree>
    <p:extLst>
      <p:ext uri="{BB962C8B-B14F-4D97-AF65-F5344CB8AC3E}">
        <p14:creationId xmlns:p14="http://schemas.microsoft.com/office/powerpoint/2010/main" val="1377678053"/>
      </p:ext>
    </p:extLst>
  </p:cSld>
  <p:clrMapOvr>
    <a:masterClrMapping/>
  </p:clrMapOvr>
  <mc:AlternateContent xmlns:mc="http://schemas.openxmlformats.org/markup-compatibility/2006" xmlns:p14="http://schemas.microsoft.com/office/powerpoint/2010/main">
    <mc:Choice Requires="p14">
      <p:transition spd="slow" p14:dur="2000" advTm="18824"/>
    </mc:Choice>
    <mc:Fallback xmlns="">
      <p:transition spd="slow" advTm="18824"/>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7C40D79F-C51A-4C08-8074-211DC6804BF5}" type="slidenum">
              <a:rPr lang="en-MY" smtClean="0"/>
              <a:pPr/>
              <a:t>8</a:t>
            </a:fld>
            <a:endParaRPr lang="en-MY" dirty="0"/>
          </a:p>
        </p:txBody>
      </p:sp>
      <p:sp>
        <p:nvSpPr>
          <p:cNvPr id="8195" name="Rectangle 3"/>
          <p:cNvSpPr>
            <a:spLocks noGrp="1" noChangeArrowheads="1"/>
          </p:cNvSpPr>
          <p:nvPr>
            <p:ph idx="4294967295"/>
          </p:nvPr>
        </p:nvSpPr>
        <p:spPr/>
        <p:txBody>
          <a:bodyPr/>
          <a:lstStyle/>
          <a:p>
            <a:pPr marL="0" indent="0">
              <a:buNone/>
            </a:pPr>
            <a:endParaRPr lang="en-US" dirty="0"/>
          </a:p>
        </p:txBody>
      </p:sp>
      <p:sp>
        <p:nvSpPr>
          <p:cNvPr id="5" name="Title 1">
            <a:extLst>
              <a:ext uri="{FF2B5EF4-FFF2-40B4-BE49-F238E27FC236}">
                <a16:creationId xmlns:a16="http://schemas.microsoft.com/office/drawing/2014/main" id="{4B1D7220-F3DA-CD4E-8AEB-DA23B1FA971E}"/>
              </a:ext>
            </a:extLst>
          </p:cNvPr>
          <p:cNvSpPr txBox="1">
            <a:spLocks noChangeArrowheads="1"/>
          </p:cNvSpPr>
          <p:nvPr/>
        </p:nvSpPr>
        <p:spPr bwMode="auto">
          <a:xfrm>
            <a:off x="332444" y="628431"/>
            <a:ext cx="11491693"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sz="5400" b="1" dirty="0">
                <a:solidFill>
                  <a:srgbClr val="840F3E"/>
                </a:solidFill>
              </a:rPr>
              <a:t>ORGANIZATION AS SYSTEMS</a:t>
            </a:r>
            <a:endParaRPr lang="en-US" altLang="en-US" sz="5400" b="1" dirty="0">
              <a:solidFill>
                <a:srgbClr val="840F3E"/>
              </a:solidFill>
              <a:latin typeface="Calibri Light" panose="020F0302020204030204" pitchFamily="34" charset="0"/>
            </a:endParaRPr>
          </a:p>
        </p:txBody>
      </p:sp>
      <p:graphicFrame>
        <p:nvGraphicFramePr>
          <p:cNvPr id="2" name="Diagram 1">
            <a:extLst>
              <a:ext uri="{FF2B5EF4-FFF2-40B4-BE49-F238E27FC236}">
                <a16:creationId xmlns:a16="http://schemas.microsoft.com/office/drawing/2014/main" id="{9F9FCEB9-9834-FE46-932C-689D3522A2BA}"/>
              </a:ext>
            </a:extLst>
          </p:cNvPr>
          <p:cNvGraphicFramePr/>
          <p:nvPr>
            <p:extLst>
              <p:ext uri="{D42A27DB-BD31-4B8C-83A1-F6EECF244321}">
                <p14:modId xmlns:p14="http://schemas.microsoft.com/office/powerpoint/2010/main" val="2223065976"/>
              </p:ext>
            </p:extLst>
          </p:nvPr>
        </p:nvGraphicFramePr>
        <p:xfrm>
          <a:off x="412531" y="1166018"/>
          <a:ext cx="11366937" cy="45259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868541519"/>
      </p:ext>
    </p:extLst>
  </p:cSld>
  <p:clrMapOvr>
    <a:masterClrMapping/>
  </p:clrMapOvr>
  <mc:AlternateContent xmlns:mc="http://schemas.openxmlformats.org/markup-compatibility/2006" xmlns:p14="http://schemas.microsoft.com/office/powerpoint/2010/main">
    <mc:Choice Requires="p14">
      <p:transition spd="slow" p14:dur="2000" advTm="27175"/>
    </mc:Choice>
    <mc:Fallback xmlns="">
      <p:transition spd="slow" advTm="27175"/>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Freeform 3"/>
          <p:cNvSpPr>
            <a:spLocks/>
          </p:cNvSpPr>
          <p:nvPr/>
        </p:nvSpPr>
        <p:spPr bwMode="auto">
          <a:xfrm>
            <a:off x="3352800" y="3521075"/>
            <a:ext cx="6019800" cy="2743200"/>
          </a:xfrm>
          <a:custGeom>
            <a:avLst/>
            <a:gdLst>
              <a:gd name="T0" fmla="*/ 1315067013 w 3320"/>
              <a:gd name="T1" fmla="*/ 2147483647 h 1648"/>
              <a:gd name="T2" fmla="*/ 1157259407 w 3320"/>
              <a:gd name="T3" fmla="*/ 2147483647 h 1648"/>
              <a:gd name="T4" fmla="*/ 1788491646 w 3320"/>
              <a:gd name="T5" fmla="*/ 1196972349 h 1648"/>
              <a:gd name="T6" fmla="*/ 2147483647 w 3320"/>
              <a:gd name="T7" fmla="*/ 132996928 h 1648"/>
              <a:gd name="T8" fmla="*/ 2147483647 w 3320"/>
              <a:gd name="T9" fmla="*/ 398990783 h 1648"/>
              <a:gd name="T10" fmla="*/ 2147483647 w 3320"/>
              <a:gd name="T11" fmla="*/ 398990783 h 1648"/>
              <a:gd name="T12" fmla="*/ 2147483647 w 3320"/>
              <a:gd name="T13" fmla="*/ 2127950843 h 1648"/>
              <a:gd name="T14" fmla="*/ 2147483647 w 3320"/>
              <a:gd name="T15" fmla="*/ 2147483647 h 1648"/>
              <a:gd name="T16" fmla="*/ 2147483647 w 3320"/>
              <a:gd name="T17" fmla="*/ 2147483647 h 1648"/>
              <a:gd name="T18" fmla="*/ 1472874620 w 3320"/>
              <a:gd name="T19" fmla="*/ 2147483647 h 1648"/>
              <a:gd name="T20" fmla="*/ 52602535 w 3320"/>
              <a:gd name="T21" fmla="*/ 2147483647 h 1648"/>
              <a:gd name="T22" fmla="*/ 1157259407 w 3320"/>
              <a:gd name="T23" fmla="*/ 2147483647 h 164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320"/>
              <a:gd name="T37" fmla="*/ 0 h 1648"/>
              <a:gd name="T38" fmla="*/ 3320 w 3320"/>
              <a:gd name="T39" fmla="*/ 1648 h 1648"/>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320" h="1648">
                <a:moveTo>
                  <a:pt x="400" y="960"/>
                </a:moveTo>
                <a:cubicBezTo>
                  <a:pt x="364" y="1004"/>
                  <a:pt x="328" y="1048"/>
                  <a:pt x="352" y="960"/>
                </a:cubicBezTo>
                <a:cubicBezTo>
                  <a:pt x="376" y="872"/>
                  <a:pt x="408" y="584"/>
                  <a:pt x="544" y="432"/>
                </a:cubicBezTo>
                <a:cubicBezTo>
                  <a:pt x="680" y="280"/>
                  <a:pt x="904" y="96"/>
                  <a:pt x="1168" y="48"/>
                </a:cubicBezTo>
                <a:cubicBezTo>
                  <a:pt x="1432" y="0"/>
                  <a:pt x="1800" y="128"/>
                  <a:pt x="2128" y="144"/>
                </a:cubicBezTo>
                <a:cubicBezTo>
                  <a:pt x="2456" y="160"/>
                  <a:pt x="2952" y="40"/>
                  <a:pt x="3136" y="144"/>
                </a:cubicBezTo>
                <a:cubicBezTo>
                  <a:pt x="3320" y="248"/>
                  <a:pt x="3320" y="576"/>
                  <a:pt x="3232" y="768"/>
                </a:cubicBezTo>
                <a:cubicBezTo>
                  <a:pt x="3144" y="960"/>
                  <a:pt x="2936" y="1176"/>
                  <a:pt x="2608" y="1296"/>
                </a:cubicBezTo>
                <a:cubicBezTo>
                  <a:pt x="2280" y="1416"/>
                  <a:pt x="1624" y="1432"/>
                  <a:pt x="1264" y="1488"/>
                </a:cubicBezTo>
                <a:cubicBezTo>
                  <a:pt x="904" y="1544"/>
                  <a:pt x="656" y="1624"/>
                  <a:pt x="448" y="1632"/>
                </a:cubicBezTo>
                <a:cubicBezTo>
                  <a:pt x="240" y="1640"/>
                  <a:pt x="32" y="1648"/>
                  <a:pt x="16" y="1536"/>
                </a:cubicBezTo>
                <a:cubicBezTo>
                  <a:pt x="0" y="1424"/>
                  <a:pt x="176" y="1192"/>
                  <a:pt x="352" y="960"/>
                </a:cubicBezTo>
              </a:path>
            </a:pathLst>
          </a:custGeom>
          <a:gradFill flip="none" rotWithShape="1">
            <a:gsLst>
              <a:gs pos="0">
                <a:srgbClr val="840F3E">
                  <a:tint val="66000"/>
                  <a:satMod val="160000"/>
                </a:srgbClr>
              </a:gs>
              <a:gs pos="50000">
                <a:srgbClr val="840F3E">
                  <a:tint val="44500"/>
                  <a:satMod val="160000"/>
                </a:srgbClr>
              </a:gs>
              <a:gs pos="100000">
                <a:srgbClr val="840F3E">
                  <a:tint val="23500"/>
                  <a:satMod val="160000"/>
                </a:srgbClr>
              </a:gs>
            </a:gsLst>
            <a:path path="circle">
              <a:fillToRect l="50000" t="50000" r="50000" b="50000"/>
            </a:path>
            <a:tileRect/>
          </a:gradFill>
          <a:ln w="28575">
            <a:solidFill>
              <a:schemeClr val="tx1"/>
            </a:solidFill>
            <a:miter lim="800000"/>
            <a:headEnd/>
            <a:tailEnd/>
          </a:ln>
        </p:spPr>
        <p:txBody>
          <a:bodyPr wrap="none"/>
          <a:lstStyle/>
          <a:p>
            <a:endParaRPr lang="en-MY"/>
          </a:p>
        </p:txBody>
      </p:sp>
      <p:sp>
        <p:nvSpPr>
          <p:cNvPr id="9219" name="Oval 4"/>
          <p:cNvSpPr>
            <a:spLocks noChangeArrowheads="1"/>
          </p:cNvSpPr>
          <p:nvPr/>
        </p:nvSpPr>
        <p:spPr bwMode="auto">
          <a:xfrm>
            <a:off x="5562600" y="3902075"/>
            <a:ext cx="2133600" cy="685800"/>
          </a:xfrm>
          <a:prstGeom prst="ellipse">
            <a:avLst/>
          </a:prstGeom>
          <a:solidFill>
            <a:srgbClr val="BDB3D0"/>
          </a:solidFill>
          <a:ln w="9525">
            <a:solidFill>
              <a:schemeClr val="tx1"/>
            </a:solidFill>
            <a:miter lim="800000"/>
            <a:headEnd/>
            <a:tailEnd/>
          </a:ln>
        </p:spPr>
        <p:txBody>
          <a:bodyPr wrap="none" anchor="ctr"/>
          <a:lstStyle/>
          <a:p>
            <a:pPr algn="ctr"/>
            <a:r>
              <a:rPr lang="en-US" sz="1600" b="1"/>
              <a:t>STUDENT AFFAIR</a:t>
            </a:r>
          </a:p>
        </p:txBody>
      </p:sp>
      <p:sp>
        <p:nvSpPr>
          <p:cNvPr id="9220" name="Oval 5"/>
          <p:cNvSpPr>
            <a:spLocks noChangeArrowheads="1"/>
          </p:cNvSpPr>
          <p:nvPr/>
        </p:nvSpPr>
        <p:spPr bwMode="auto">
          <a:xfrm>
            <a:off x="4343400" y="4968875"/>
            <a:ext cx="2209800" cy="609600"/>
          </a:xfrm>
          <a:prstGeom prst="ellipse">
            <a:avLst/>
          </a:prstGeom>
          <a:solidFill>
            <a:srgbClr val="BDB3D0"/>
          </a:solidFill>
          <a:ln w="9525">
            <a:solidFill>
              <a:schemeClr val="tx1"/>
            </a:solidFill>
            <a:miter lim="800000"/>
            <a:headEnd/>
            <a:tailEnd/>
          </a:ln>
        </p:spPr>
        <p:txBody>
          <a:bodyPr wrap="none" anchor="ctr"/>
          <a:lstStyle/>
          <a:p>
            <a:pPr algn="ctr"/>
            <a:r>
              <a:rPr lang="en-US" sz="1600" b="1"/>
              <a:t>FACULTY</a:t>
            </a:r>
          </a:p>
        </p:txBody>
      </p:sp>
      <p:sp>
        <p:nvSpPr>
          <p:cNvPr id="9221" name="Freeform 6"/>
          <p:cNvSpPr>
            <a:spLocks/>
          </p:cNvSpPr>
          <p:nvPr/>
        </p:nvSpPr>
        <p:spPr bwMode="auto">
          <a:xfrm>
            <a:off x="4419600" y="4079875"/>
            <a:ext cx="1219200" cy="1041400"/>
          </a:xfrm>
          <a:custGeom>
            <a:avLst/>
            <a:gdLst>
              <a:gd name="T0" fmla="*/ 1935480000 w 768"/>
              <a:gd name="T1" fmla="*/ 80645000 h 656"/>
              <a:gd name="T2" fmla="*/ 1572577500 w 768"/>
              <a:gd name="T3" fmla="*/ 80645000 h 656"/>
              <a:gd name="T4" fmla="*/ 362902500 w 768"/>
              <a:gd name="T5" fmla="*/ 564515000 h 656"/>
              <a:gd name="T6" fmla="*/ 0 w 768"/>
              <a:gd name="T7" fmla="*/ 1653222500 h 656"/>
              <a:gd name="T8" fmla="*/ 0 60000 65536"/>
              <a:gd name="T9" fmla="*/ 0 60000 65536"/>
              <a:gd name="T10" fmla="*/ 0 60000 65536"/>
              <a:gd name="T11" fmla="*/ 0 60000 65536"/>
              <a:gd name="T12" fmla="*/ 0 w 768"/>
              <a:gd name="T13" fmla="*/ 0 h 656"/>
              <a:gd name="T14" fmla="*/ 768 w 768"/>
              <a:gd name="T15" fmla="*/ 656 h 656"/>
            </a:gdLst>
            <a:ahLst/>
            <a:cxnLst>
              <a:cxn ang="T8">
                <a:pos x="T0" y="T1"/>
              </a:cxn>
              <a:cxn ang="T9">
                <a:pos x="T2" y="T3"/>
              </a:cxn>
              <a:cxn ang="T10">
                <a:pos x="T4" y="T5"/>
              </a:cxn>
              <a:cxn ang="T11">
                <a:pos x="T6" y="T7"/>
              </a:cxn>
            </a:cxnLst>
            <a:rect l="T12" t="T13" r="T14" b="T15"/>
            <a:pathLst>
              <a:path w="768" h="656">
                <a:moveTo>
                  <a:pt x="768" y="32"/>
                </a:moveTo>
                <a:cubicBezTo>
                  <a:pt x="748" y="16"/>
                  <a:pt x="728" y="0"/>
                  <a:pt x="624" y="32"/>
                </a:cubicBezTo>
                <a:cubicBezTo>
                  <a:pt x="520" y="64"/>
                  <a:pt x="248" y="120"/>
                  <a:pt x="144" y="224"/>
                </a:cubicBezTo>
                <a:cubicBezTo>
                  <a:pt x="40" y="328"/>
                  <a:pt x="16" y="584"/>
                  <a:pt x="0" y="656"/>
                </a:cubicBezTo>
              </a:path>
            </a:pathLst>
          </a:custGeom>
          <a:noFill/>
          <a:ln w="9525">
            <a:solidFill>
              <a:schemeClr val="hlink"/>
            </a:solidFill>
            <a:miter lim="800000"/>
            <a:headEnd/>
            <a:tailEnd type="triangle" w="med" len="med"/>
          </a:ln>
        </p:spPr>
        <p:txBody>
          <a:bodyPr wrap="none"/>
          <a:lstStyle/>
          <a:p>
            <a:endParaRPr lang="en-MY"/>
          </a:p>
        </p:txBody>
      </p:sp>
      <p:sp>
        <p:nvSpPr>
          <p:cNvPr id="9222" name="Freeform 7"/>
          <p:cNvSpPr>
            <a:spLocks/>
          </p:cNvSpPr>
          <p:nvPr/>
        </p:nvSpPr>
        <p:spPr bwMode="auto">
          <a:xfrm>
            <a:off x="6553200" y="4359275"/>
            <a:ext cx="1168400" cy="914400"/>
          </a:xfrm>
          <a:custGeom>
            <a:avLst/>
            <a:gdLst>
              <a:gd name="T0" fmla="*/ 0 w 736"/>
              <a:gd name="T1" fmla="*/ 1451610000 h 576"/>
              <a:gd name="T2" fmla="*/ 1572577500 w 736"/>
              <a:gd name="T3" fmla="*/ 1209675000 h 576"/>
              <a:gd name="T4" fmla="*/ 1693545000 w 736"/>
              <a:gd name="T5" fmla="*/ 0 h 576"/>
              <a:gd name="T6" fmla="*/ 0 60000 65536"/>
              <a:gd name="T7" fmla="*/ 0 60000 65536"/>
              <a:gd name="T8" fmla="*/ 0 60000 65536"/>
              <a:gd name="T9" fmla="*/ 0 w 736"/>
              <a:gd name="T10" fmla="*/ 0 h 576"/>
              <a:gd name="T11" fmla="*/ 736 w 736"/>
              <a:gd name="T12" fmla="*/ 576 h 576"/>
            </a:gdLst>
            <a:ahLst/>
            <a:cxnLst>
              <a:cxn ang="T6">
                <a:pos x="T0" y="T1"/>
              </a:cxn>
              <a:cxn ang="T7">
                <a:pos x="T2" y="T3"/>
              </a:cxn>
              <a:cxn ang="T8">
                <a:pos x="T4" y="T5"/>
              </a:cxn>
            </a:cxnLst>
            <a:rect l="T9" t="T10" r="T11" b="T12"/>
            <a:pathLst>
              <a:path w="736" h="576">
                <a:moveTo>
                  <a:pt x="0" y="576"/>
                </a:moveTo>
                <a:cubicBezTo>
                  <a:pt x="256" y="576"/>
                  <a:pt x="512" y="576"/>
                  <a:pt x="624" y="480"/>
                </a:cubicBezTo>
                <a:cubicBezTo>
                  <a:pt x="736" y="384"/>
                  <a:pt x="704" y="192"/>
                  <a:pt x="672" y="0"/>
                </a:cubicBezTo>
              </a:path>
            </a:pathLst>
          </a:custGeom>
          <a:noFill/>
          <a:ln w="9525">
            <a:solidFill>
              <a:schemeClr val="hlink"/>
            </a:solidFill>
            <a:miter lim="800000"/>
            <a:headEnd/>
            <a:tailEnd type="triangle" w="med" len="med"/>
          </a:ln>
        </p:spPr>
        <p:txBody>
          <a:bodyPr wrap="none"/>
          <a:lstStyle/>
          <a:p>
            <a:endParaRPr lang="en-MY"/>
          </a:p>
        </p:txBody>
      </p:sp>
      <p:sp>
        <p:nvSpPr>
          <p:cNvPr id="9223" name="Line 8"/>
          <p:cNvSpPr>
            <a:spLocks noChangeShapeType="1"/>
          </p:cNvSpPr>
          <p:nvPr/>
        </p:nvSpPr>
        <p:spPr bwMode="auto">
          <a:xfrm>
            <a:off x="3733800" y="3368675"/>
            <a:ext cx="990600" cy="914400"/>
          </a:xfrm>
          <a:prstGeom prst="line">
            <a:avLst/>
          </a:prstGeom>
          <a:noFill/>
          <a:ln w="9525">
            <a:solidFill>
              <a:schemeClr val="tx1"/>
            </a:solidFill>
            <a:miter lim="800000"/>
            <a:headEnd/>
            <a:tailEnd type="triangle" w="med" len="med"/>
          </a:ln>
        </p:spPr>
        <p:txBody>
          <a:bodyPr wrap="none"/>
          <a:lstStyle/>
          <a:p>
            <a:endParaRPr lang="en-MY"/>
          </a:p>
        </p:txBody>
      </p:sp>
      <p:sp>
        <p:nvSpPr>
          <p:cNvPr id="9224" name="Text Box 9"/>
          <p:cNvSpPr txBox="1">
            <a:spLocks noChangeArrowheads="1"/>
          </p:cNvSpPr>
          <p:nvPr/>
        </p:nvSpPr>
        <p:spPr bwMode="auto">
          <a:xfrm>
            <a:off x="1981200" y="2911476"/>
            <a:ext cx="1676400" cy="830997"/>
          </a:xfrm>
          <a:prstGeom prst="rect">
            <a:avLst/>
          </a:prstGeom>
          <a:noFill/>
          <a:ln w="9525">
            <a:noFill/>
            <a:miter lim="800000"/>
            <a:headEnd/>
            <a:tailEnd/>
          </a:ln>
        </p:spPr>
        <p:txBody>
          <a:bodyPr>
            <a:spAutoFit/>
          </a:bodyPr>
          <a:lstStyle/>
          <a:p>
            <a:pPr algn="ctr">
              <a:spcBef>
                <a:spcPct val="50000"/>
              </a:spcBef>
            </a:pPr>
            <a:r>
              <a:rPr lang="en-US" sz="2400" b="1">
                <a:latin typeface="Verdana" pitchFamily="34" charset="0"/>
              </a:rPr>
              <a:t>OUTPUT/INPUT</a:t>
            </a:r>
          </a:p>
        </p:txBody>
      </p:sp>
      <p:sp>
        <p:nvSpPr>
          <p:cNvPr id="9225" name="Text Box 10"/>
          <p:cNvSpPr txBox="1">
            <a:spLocks noChangeArrowheads="1"/>
          </p:cNvSpPr>
          <p:nvPr/>
        </p:nvSpPr>
        <p:spPr bwMode="auto">
          <a:xfrm>
            <a:off x="8229600" y="5807076"/>
            <a:ext cx="1676400" cy="830997"/>
          </a:xfrm>
          <a:prstGeom prst="rect">
            <a:avLst/>
          </a:prstGeom>
          <a:noFill/>
          <a:ln w="9525">
            <a:noFill/>
            <a:miter lim="800000"/>
            <a:headEnd/>
            <a:tailEnd/>
          </a:ln>
        </p:spPr>
        <p:txBody>
          <a:bodyPr>
            <a:spAutoFit/>
          </a:bodyPr>
          <a:lstStyle/>
          <a:p>
            <a:pPr algn="ctr">
              <a:spcBef>
                <a:spcPct val="50000"/>
              </a:spcBef>
            </a:pPr>
            <a:r>
              <a:rPr lang="en-US" sz="2400" b="1">
                <a:latin typeface="Verdana" pitchFamily="34" charset="0"/>
              </a:rPr>
              <a:t>OUTPUT/INPUT</a:t>
            </a:r>
          </a:p>
        </p:txBody>
      </p:sp>
      <p:sp>
        <p:nvSpPr>
          <p:cNvPr id="9226" name="Line 11"/>
          <p:cNvSpPr>
            <a:spLocks noChangeShapeType="1"/>
          </p:cNvSpPr>
          <p:nvPr/>
        </p:nvSpPr>
        <p:spPr bwMode="auto">
          <a:xfrm flipH="1" flipV="1">
            <a:off x="7772400" y="5045075"/>
            <a:ext cx="990600" cy="762000"/>
          </a:xfrm>
          <a:prstGeom prst="line">
            <a:avLst/>
          </a:prstGeom>
          <a:noFill/>
          <a:ln w="9525">
            <a:solidFill>
              <a:schemeClr val="tx1"/>
            </a:solidFill>
            <a:miter lim="800000"/>
            <a:headEnd/>
            <a:tailEnd type="triangle" w="med" len="med"/>
          </a:ln>
        </p:spPr>
        <p:txBody>
          <a:bodyPr wrap="none"/>
          <a:lstStyle/>
          <a:p>
            <a:endParaRPr lang="en-MY"/>
          </a:p>
        </p:txBody>
      </p:sp>
      <p:sp>
        <p:nvSpPr>
          <p:cNvPr id="9227" name="AutoShape 12"/>
          <p:cNvSpPr>
            <a:spLocks noChangeArrowheads="1"/>
          </p:cNvSpPr>
          <p:nvPr/>
        </p:nvSpPr>
        <p:spPr bwMode="auto">
          <a:xfrm>
            <a:off x="4343400" y="2133600"/>
            <a:ext cx="3733800" cy="990600"/>
          </a:xfrm>
          <a:prstGeom prst="flowChartExtract">
            <a:avLst/>
          </a:prstGeom>
          <a:gradFill flip="none" rotWithShape="1">
            <a:gsLst>
              <a:gs pos="0">
                <a:srgbClr val="FF2600">
                  <a:tint val="66000"/>
                  <a:satMod val="160000"/>
                </a:srgbClr>
              </a:gs>
              <a:gs pos="50000">
                <a:srgbClr val="FF2600">
                  <a:tint val="44500"/>
                  <a:satMod val="160000"/>
                </a:srgbClr>
              </a:gs>
              <a:gs pos="100000">
                <a:srgbClr val="FF2600">
                  <a:tint val="23500"/>
                  <a:satMod val="160000"/>
                </a:srgbClr>
              </a:gs>
            </a:gsLst>
            <a:lin ang="2700000" scaled="1"/>
            <a:tileRect/>
          </a:gradFill>
          <a:ln w="9525">
            <a:solidFill>
              <a:schemeClr val="tx1"/>
            </a:solidFill>
            <a:miter lim="800000"/>
            <a:headEnd/>
            <a:tailEnd/>
          </a:ln>
          <a:effectLst>
            <a:outerShdw dist="107763" dir="2700000" algn="ctr" rotWithShape="0">
              <a:schemeClr val="bg2"/>
            </a:outerShdw>
          </a:effectLst>
        </p:spPr>
        <p:txBody>
          <a:bodyPr wrap="none" anchor="ctr"/>
          <a:lstStyle/>
          <a:p>
            <a:pPr algn="ctr"/>
            <a:r>
              <a:rPr lang="en-US" sz="3200" b="1"/>
              <a:t>Goals</a:t>
            </a:r>
          </a:p>
        </p:txBody>
      </p:sp>
      <p:sp>
        <p:nvSpPr>
          <p:cNvPr id="9228" name="Freeform 13"/>
          <p:cNvSpPr>
            <a:spLocks/>
          </p:cNvSpPr>
          <p:nvPr/>
        </p:nvSpPr>
        <p:spPr bwMode="auto">
          <a:xfrm>
            <a:off x="7543800" y="2032000"/>
            <a:ext cx="2755900" cy="2616200"/>
          </a:xfrm>
          <a:custGeom>
            <a:avLst/>
            <a:gdLst>
              <a:gd name="T0" fmla="*/ 2147483647 w 1736"/>
              <a:gd name="T1" fmla="*/ 2147483647 h 1648"/>
              <a:gd name="T2" fmla="*/ 2147483647 w 1736"/>
              <a:gd name="T3" fmla="*/ 2147483647 h 1648"/>
              <a:gd name="T4" fmla="*/ 2147483647 w 1736"/>
              <a:gd name="T5" fmla="*/ 1491932500 h 1648"/>
              <a:gd name="T6" fmla="*/ 2147483647 w 1736"/>
              <a:gd name="T7" fmla="*/ 161290000 h 1648"/>
              <a:gd name="T8" fmla="*/ 0 w 1736"/>
              <a:gd name="T9" fmla="*/ 524192500 h 1648"/>
              <a:gd name="T10" fmla="*/ 0 60000 65536"/>
              <a:gd name="T11" fmla="*/ 0 60000 65536"/>
              <a:gd name="T12" fmla="*/ 0 60000 65536"/>
              <a:gd name="T13" fmla="*/ 0 60000 65536"/>
              <a:gd name="T14" fmla="*/ 0 60000 65536"/>
              <a:gd name="T15" fmla="*/ 0 w 1736"/>
              <a:gd name="T16" fmla="*/ 0 h 1648"/>
              <a:gd name="T17" fmla="*/ 1736 w 1736"/>
              <a:gd name="T18" fmla="*/ 1648 h 1648"/>
            </a:gdLst>
            <a:ahLst/>
            <a:cxnLst>
              <a:cxn ang="T10">
                <a:pos x="T0" y="T1"/>
              </a:cxn>
              <a:cxn ang="T11">
                <a:pos x="T2" y="T3"/>
              </a:cxn>
              <a:cxn ang="T12">
                <a:pos x="T4" y="T5"/>
              </a:cxn>
              <a:cxn ang="T13">
                <a:pos x="T6" y="T7"/>
              </a:cxn>
              <a:cxn ang="T14">
                <a:pos x="T8" y="T9"/>
              </a:cxn>
            </a:cxnLst>
            <a:rect l="T15" t="T16" r="T17" b="T18"/>
            <a:pathLst>
              <a:path w="1736" h="1648">
                <a:moveTo>
                  <a:pt x="1104" y="1648"/>
                </a:moveTo>
                <a:cubicBezTo>
                  <a:pt x="1300" y="1592"/>
                  <a:pt x="1496" y="1536"/>
                  <a:pt x="1584" y="1360"/>
                </a:cubicBezTo>
                <a:cubicBezTo>
                  <a:pt x="1672" y="1184"/>
                  <a:pt x="1736" y="808"/>
                  <a:pt x="1632" y="592"/>
                </a:cubicBezTo>
                <a:cubicBezTo>
                  <a:pt x="1528" y="376"/>
                  <a:pt x="1232" y="128"/>
                  <a:pt x="960" y="64"/>
                </a:cubicBezTo>
                <a:cubicBezTo>
                  <a:pt x="688" y="0"/>
                  <a:pt x="152" y="184"/>
                  <a:pt x="0" y="208"/>
                </a:cubicBezTo>
              </a:path>
            </a:pathLst>
          </a:custGeom>
          <a:noFill/>
          <a:ln w="9525">
            <a:solidFill>
              <a:schemeClr val="tx1"/>
            </a:solidFill>
            <a:miter lim="800000"/>
            <a:headEnd/>
            <a:tailEnd type="triangle" w="med" len="med"/>
          </a:ln>
        </p:spPr>
        <p:txBody>
          <a:bodyPr wrap="none"/>
          <a:lstStyle/>
          <a:p>
            <a:endParaRPr lang="en-MY"/>
          </a:p>
        </p:txBody>
      </p:sp>
      <p:sp>
        <p:nvSpPr>
          <p:cNvPr id="9229" name="Freeform 14"/>
          <p:cNvSpPr>
            <a:spLocks/>
          </p:cNvSpPr>
          <p:nvPr/>
        </p:nvSpPr>
        <p:spPr bwMode="auto">
          <a:xfrm>
            <a:off x="1765300" y="2387600"/>
            <a:ext cx="2959100" cy="2641600"/>
          </a:xfrm>
          <a:custGeom>
            <a:avLst/>
            <a:gdLst>
              <a:gd name="T0" fmla="*/ 2147483647 w 1864"/>
              <a:gd name="T1" fmla="*/ 2147483647 h 1664"/>
              <a:gd name="T2" fmla="*/ 826611250 w 1864"/>
              <a:gd name="T3" fmla="*/ 2147483647 h 1664"/>
              <a:gd name="T4" fmla="*/ 221773750 w 1864"/>
              <a:gd name="T5" fmla="*/ 2016125000 h 1664"/>
              <a:gd name="T6" fmla="*/ 221773750 w 1864"/>
              <a:gd name="T7" fmla="*/ 564515000 h 1664"/>
              <a:gd name="T8" fmla="*/ 1552416250 w 1864"/>
              <a:gd name="T9" fmla="*/ 80645000 h 1664"/>
              <a:gd name="T10" fmla="*/ 2147483647 w 1864"/>
              <a:gd name="T11" fmla="*/ 80645000 h 1664"/>
              <a:gd name="T12" fmla="*/ 0 60000 65536"/>
              <a:gd name="T13" fmla="*/ 0 60000 65536"/>
              <a:gd name="T14" fmla="*/ 0 60000 65536"/>
              <a:gd name="T15" fmla="*/ 0 60000 65536"/>
              <a:gd name="T16" fmla="*/ 0 60000 65536"/>
              <a:gd name="T17" fmla="*/ 0 60000 65536"/>
              <a:gd name="T18" fmla="*/ 0 w 1864"/>
              <a:gd name="T19" fmla="*/ 0 h 1664"/>
              <a:gd name="T20" fmla="*/ 1864 w 1864"/>
              <a:gd name="T21" fmla="*/ 1664 h 1664"/>
            </a:gdLst>
            <a:ahLst/>
            <a:cxnLst>
              <a:cxn ang="T12">
                <a:pos x="T0" y="T1"/>
              </a:cxn>
              <a:cxn ang="T13">
                <a:pos x="T2" y="T3"/>
              </a:cxn>
              <a:cxn ang="T14">
                <a:pos x="T4" y="T5"/>
              </a:cxn>
              <a:cxn ang="T15">
                <a:pos x="T6" y="T7"/>
              </a:cxn>
              <a:cxn ang="T16">
                <a:pos x="T8" y="T9"/>
              </a:cxn>
              <a:cxn ang="T17">
                <a:pos x="T10" y="T11"/>
              </a:cxn>
            </a:cxnLst>
            <a:rect l="T18" t="T19" r="T20" b="T21"/>
            <a:pathLst>
              <a:path w="1864" h="1664">
                <a:moveTo>
                  <a:pt x="1384" y="1664"/>
                </a:moveTo>
                <a:cubicBezTo>
                  <a:pt x="964" y="1496"/>
                  <a:pt x="544" y="1328"/>
                  <a:pt x="328" y="1184"/>
                </a:cubicBezTo>
                <a:cubicBezTo>
                  <a:pt x="112" y="1040"/>
                  <a:pt x="128" y="960"/>
                  <a:pt x="88" y="800"/>
                </a:cubicBezTo>
                <a:cubicBezTo>
                  <a:pt x="48" y="640"/>
                  <a:pt x="0" y="352"/>
                  <a:pt x="88" y="224"/>
                </a:cubicBezTo>
                <a:cubicBezTo>
                  <a:pt x="176" y="96"/>
                  <a:pt x="320" y="64"/>
                  <a:pt x="616" y="32"/>
                </a:cubicBezTo>
                <a:cubicBezTo>
                  <a:pt x="912" y="0"/>
                  <a:pt x="1388" y="16"/>
                  <a:pt x="1864" y="32"/>
                </a:cubicBezTo>
              </a:path>
            </a:pathLst>
          </a:custGeom>
          <a:noFill/>
          <a:ln w="9525">
            <a:solidFill>
              <a:schemeClr val="tx1"/>
            </a:solidFill>
            <a:miter lim="800000"/>
            <a:headEnd/>
            <a:tailEnd type="triangle" w="med" len="med"/>
          </a:ln>
        </p:spPr>
        <p:txBody>
          <a:bodyPr wrap="none"/>
          <a:lstStyle/>
          <a:p>
            <a:endParaRPr lang="en-MY"/>
          </a:p>
        </p:txBody>
      </p:sp>
      <p:sp>
        <p:nvSpPr>
          <p:cNvPr id="15" name="Slide Number Placeholder 14"/>
          <p:cNvSpPr>
            <a:spLocks noGrp="1"/>
          </p:cNvSpPr>
          <p:nvPr>
            <p:ph type="sldNum" sz="quarter" idx="12"/>
          </p:nvPr>
        </p:nvSpPr>
        <p:spPr/>
        <p:txBody>
          <a:bodyPr/>
          <a:lstStyle/>
          <a:p>
            <a:pPr>
              <a:defRPr/>
            </a:pPr>
            <a:fld id="{A7514B2B-DAD7-42CE-A255-1ED1D4D3CA61}" type="slidenum">
              <a:rPr lang="en-MY" smtClean="0"/>
              <a:pPr>
                <a:defRPr/>
              </a:pPr>
              <a:t>9</a:t>
            </a:fld>
            <a:endParaRPr lang="en-MY" dirty="0"/>
          </a:p>
        </p:txBody>
      </p:sp>
      <p:sp>
        <p:nvSpPr>
          <p:cNvPr id="16" name="Title 1">
            <a:extLst>
              <a:ext uri="{FF2B5EF4-FFF2-40B4-BE49-F238E27FC236}">
                <a16:creationId xmlns:a16="http://schemas.microsoft.com/office/drawing/2014/main" id="{35E58F1B-BC79-B944-B94C-B6B6DFA1A41C}"/>
              </a:ext>
            </a:extLst>
          </p:cNvPr>
          <p:cNvSpPr txBox="1">
            <a:spLocks noChangeArrowheads="1"/>
          </p:cNvSpPr>
          <p:nvPr/>
        </p:nvSpPr>
        <p:spPr bwMode="auto">
          <a:xfrm>
            <a:off x="332444" y="628431"/>
            <a:ext cx="11491693"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sz="5400" b="1" dirty="0">
                <a:solidFill>
                  <a:srgbClr val="840F3E"/>
                </a:solidFill>
              </a:rPr>
              <a:t>ORGANIZATION AS SYSTEMS</a:t>
            </a:r>
            <a:endParaRPr lang="en-US" altLang="en-US" sz="5400" b="1" dirty="0">
              <a:solidFill>
                <a:srgbClr val="840F3E"/>
              </a:solidFill>
              <a:latin typeface="Calibri Light" panose="020F0302020204030204" pitchFamily="34" charset="0"/>
            </a:endParaRPr>
          </a:p>
        </p:txBody>
      </p:sp>
    </p:spTree>
    <p:extLst>
      <p:ext uri="{BB962C8B-B14F-4D97-AF65-F5344CB8AC3E}">
        <p14:creationId xmlns:p14="http://schemas.microsoft.com/office/powerpoint/2010/main" val="3843453665"/>
      </p:ext>
    </p:extLst>
  </p:cSld>
  <p:clrMapOvr>
    <a:masterClrMapping/>
  </p:clrMapOvr>
  <mc:AlternateContent xmlns:mc="http://schemas.openxmlformats.org/markup-compatibility/2006" xmlns:p14="http://schemas.microsoft.com/office/powerpoint/2010/main">
    <mc:Choice Requires="p14">
      <p:transition spd="slow" p14:dur="2000" advTm="15813"/>
    </mc:Choice>
    <mc:Fallback xmlns="">
      <p:transition spd="slow" advTm="15813"/>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242" name="Group 68"/>
          <p:cNvGrpSpPr>
            <a:grpSpLocks/>
          </p:cNvGrpSpPr>
          <p:nvPr/>
        </p:nvGrpSpPr>
        <p:grpSpPr bwMode="auto">
          <a:xfrm>
            <a:off x="1600200" y="152400"/>
            <a:ext cx="8991600" cy="6400800"/>
            <a:chOff x="48" y="96"/>
            <a:chExt cx="5664" cy="4032"/>
          </a:xfrm>
        </p:grpSpPr>
        <p:grpSp>
          <p:nvGrpSpPr>
            <p:cNvPr id="10243" name="Group 27"/>
            <p:cNvGrpSpPr>
              <a:grpSpLocks/>
            </p:cNvGrpSpPr>
            <p:nvPr/>
          </p:nvGrpSpPr>
          <p:grpSpPr bwMode="auto">
            <a:xfrm>
              <a:off x="336" y="124"/>
              <a:ext cx="4848" cy="1940"/>
              <a:chOff x="336" y="144"/>
              <a:chExt cx="4848" cy="2110"/>
            </a:xfrm>
          </p:grpSpPr>
          <p:sp>
            <p:nvSpPr>
              <p:cNvPr id="10274" name="Freeform 3"/>
              <p:cNvSpPr>
                <a:spLocks/>
              </p:cNvSpPr>
              <p:nvPr/>
            </p:nvSpPr>
            <p:spPr bwMode="auto">
              <a:xfrm>
                <a:off x="1226" y="144"/>
                <a:ext cx="3958" cy="1553"/>
              </a:xfrm>
              <a:custGeom>
                <a:avLst/>
                <a:gdLst>
                  <a:gd name="T0" fmla="*/ 572 w 2808"/>
                  <a:gd name="T1" fmla="*/ 363 h 1056"/>
                  <a:gd name="T2" fmla="*/ 2479 w 2808"/>
                  <a:gd name="T3" fmla="*/ 51 h 1056"/>
                  <a:gd name="T4" fmla="*/ 3338 w 2808"/>
                  <a:gd name="T5" fmla="*/ 675 h 1056"/>
                  <a:gd name="T6" fmla="*/ 4864 w 2808"/>
                  <a:gd name="T7" fmla="*/ 363 h 1056"/>
                  <a:gd name="T8" fmla="*/ 5150 w 2808"/>
                  <a:gd name="T9" fmla="*/ 1090 h 1056"/>
                  <a:gd name="T10" fmla="*/ 5531 w 2808"/>
                  <a:gd name="T11" fmla="*/ 1402 h 1056"/>
                  <a:gd name="T12" fmla="*/ 4864 w 2808"/>
                  <a:gd name="T13" fmla="*/ 1816 h 1056"/>
                  <a:gd name="T14" fmla="*/ 3242 w 2808"/>
                  <a:gd name="T15" fmla="*/ 1713 h 1056"/>
                  <a:gd name="T16" fmla="*/ 1621 w 2808"/>
                  <a:gd name="T17" fmla="*/ 2232 h 1056"/>
                  <a:gd name="T18" fmla="*/ 476 w 2808"/>
                  <a:gd name="T19" fmla="*/ 2025 h 1056"/>
                  <a:gd name="T20" fmla="*/ 572 w 2808"/>
                  <a:gd name="T21" fmla="*/ 1297 h 1056"/>
                  <a:gd name="T22" fmla="*/ 0 w 2808"/>
                  <a:gd name="T23" fmla="*/ 468 h 1056"/>
                  <a:gd name="T24" fmla="*/ 572 w 2808"/>
                  <a:gd name="T25" fmla="*/ 363 h 105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2808"/>
                  <a:gd name="T40" fmla="*/ 0 h 1056"/>
                  <a:gd name="T41" fmla="*/ 2808 w 2808"/>
                  <a:gd name="T42" fmla="*/ 1056 h 105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2808" h="1056">
                    <a:moveTo>
                      <a:pt x="288" y="168"/>
                    </a:moveTo>
                    <a:cubicBezTo>
                      <a:pt x="496" y="136"/>
                      <a:pt x="1016" y="0"/>
                      <a:pt x="1248" y="24"/>
                    </a:cubicBezTo>
                    <a:cubicBezTo>
                      <a:pt x="1480" y="48"/>
                      <a:pt x="1480" y="288"/>
                      <a:pt x="1680" y="312"/>
                    </a:cubicBezTo>
                    <a:cubicBezTo>
                      <a:pt x="1880" y="336"/>
                      <a:pt x="2296" y="136"/>
                      <a:pt x="2448" y="168"/>
                    </a:cubicBezTo>
                    <a:cubicBezTo>
                      <a:pt x="2600" y="200"/>
                      <a:pt x="2536" y="424"/>
                      <a:pt x="2592" y="504"/>
                    </a:cubicBezTo>
                    <a:cubicBezTo>
                      <a:pt x="2648" y="584"/>
                      <a:pt x="2808" y="592"/>
                      <a:pt x="2784" y="648"/>
                    </a:cubicBezTo>
                    <a:cubicBezTo>
                      <a:pt x="2760" y="704"/>
                      <a:pt x="2640" y="816"/>
                      <a:pt x="2448" y="840"/>
                    </a:cubicBezTo>
                    <a:cubicBezTo>
                      <a:pt x="2256" y="864"/>
                      <a:pt x="1904" y="760"/>
                      <a:pt x="1632" y="792"/>
                    </a:cubicBezTo>
                    <a:cubicBezTo>
                      <a:pt x="1360" y="824"/>
                      <a:pt x="1048" y="1008"/>
                      <a:pt x="816" y="1032"/>
                    </a:cubicBezTo>
                    <a:cubicBezTo>
                      <a:pt x="584" y="1056"/>
                      <a:pt x="328" y="1008"/>
                      <a:pt x="240" y="936"/>
                    </a:cubicBezTo>
                    <a:cubicBezTo>
                      <a:pt x="152" y="864"/>
                      <a:pt x="328" y="720"/>
                      <a:pt x="288" y="600"/>
                    </a:cubicBezTo>
                    <a:cubicBezTo>
                      <a:pt x="248" y="480"/>
                      <a:pt x="0" y="288"/>
                      <a:pt x="0" y="216"/>
                    </a:cubicBezTo>
                    <a:cubicBezTo>
                      <a:pt x="0" y="144"/>
                      <a:pt x="80" y="200"/>
                      <a:pt x="288" y="168"/>
                    </a:cubicBezTo>
                    <a:close/>
                  </a:path>
                </a:pathLst>
              </a:custGeom>
              <a:solidFill>
                <a:srgbClr val="CACACA"/>
              </a:solidFill>
              <a:ln w="9525">
                <a:solidFill>
                  <a:schemeClr val="tx1"/>
                </a:solidFill>
                <a:round/>
                <a:headEnd/>
                <a:tailEnd/>
              </a:ln>
            </p:spPr>
            <p:txBody>
              <a:bodyPr/>
              <a:lstStyle/>
              <a:p>
                <a:endParaRPr lang="en-MY"/>
              </a:p>
            </p:txBody>
          </p:sp>
          <p:sp>
            <p:nvSpPr>
              <p:cNvPr id="10275" name="Text Box 4"/>
              <p:cNvSpPr txBox="1">
                <a:spLocks noChangeArrowheads="1"/>
              </p:cNvSpPr>
              <p:nvPr/>
            </p:nvSpPr>
            <p:spPr bwMode="auto">
              <a:xfrm>
                <a:off x="336" y="1511"/>
                <a:ext cx="989" cy="272"/>
              </a:xfrm>
              <a:prstGeom prst="rect">
                <a:avLst/>
              </a:prstGeom>
              <a:noFill/>
              <a:ln w="9525">
                <a:noFill/>
                <a:miter lim="800000"/>
                <a:headEnd/>
                <a:tailEnd/>
              </a:ln>
            </p:spPr>
            <p:txBody>
              <a:bodyPr>
                <a:spAutoFit/>
              </a:bodyPr>
              <a:lstStyle/>
              <a:p>
                <a:pPr algn="ctr">
                  <a:spcBef>
                    <a:spcPct val="50000"/>
                  </a:spcBef>
                </a:pPr>
                <a:r>
                  <a:rPr lang="en-US" sz="2000">
                    <a:latin typeface="Verdana" pitchFamily="34" charset="0"/>
                  </a:rPr>
                  <a:t>Boundary</a:t>
                </a:r>
              </a:p>
            </p:txBody>
          </p:sp>
          <p:sp>
            <p:nvSpPr>
              <p:cNvPr id="10276" name="Line 5"/>
              <p:cNvSpPr>
                <a:spLocks noChangeShapeType="1"/>
              </p:cNvSpPr>
              <p:nvPr/>
            </p:nvSpPr>
            <p:spPr bwMode="auto">
              <a:xfrm flipV="1">
                <a:off x="930" y="1076"/>
                <a:ext cx="643" cy="435"/>
              </a:xfrm>
              <a:prstGeom prst="line">
                <a:avLst/>
              </a:prstGeom>
              <a:noFill/>
              <a:ln w="9525">
                <a:solidFill>
                  <a:schemeClr val="tx1"/>
                </a:solidFill>
                <a:round/>
                <a:headEnd/>
                <a:tailEnd type="triangle" w="med" len="med"/>
              </a:ln>
            </p:spPr>
            <p:txBody>
              <a:bodyPr/>
              <a:lstStyle/>
              <a:p>
                <a:endParaRPr lang="en-MY"/>
              </a:p>
            </p:txBody>
          </p:sp>
          <p:sp>
            <p:nvSpPr>
              <p:cNvPr id="10277" name="Text Box 6"/>
              <p:cNvSpPr txBox="1">
                <a:spLocks noChangeArrowheads="1"/>
              </p:cNvSpPr>
              <p:nvPr/>
            </p:nvSpPr>
            <p:spPr bwMode="auto">
              <a:xfrm>
                <a:off x="2809" y="703"/>
                <a:ext cx="1287" cy="272"/>
              </a:xfrm>
              <a:prstGeom prst="rect">
                <a:avLst/>
              </a:prstGeom>
              <a:noFill/>
              <a:ln w="9525">
                <a:noFill/>
                <a:miter lim="800000"/>
                <a:headEnd/>
                <a:tailEnd/>
              </a:ln>
            </p:spPr>
            <p:txBody>
              <a:bodyPr>
                <a:spAutoFit/>
              </a:bodyPr>
              <a:lstStyle/>
              <a:p>
                <a:pPr algn="ctr">
                  <a:spcBef>
                    <a:spcPct val="50000"/>
                  </a:spcBef>
                </a:pPr>
                <a:r>
                  <a:rPr lang="en-US" sz="2000">
                    <a:latin typeface="Verdana" pitchFamily="34" charset="0"/>
                  </a:rPr>
                  <a:t>Processing</a:t>
                </a:r>
              </a:p>
            </p:txBody>
          </p:sp>
          <p:sp>
            <p:nvSpPr>
              <p:cNvPr id="10278" name="Text Box 7"/>
              <p:cNvSpPr txBox="1">
                <a:spLocks noChangeArrowheads="1"/>
              </p:cNvSpPr>
              <p:nvPr/>
            </p:nvSpPr>
            <p:spPr bwMode="auto">
              <a:xfrm>
                <a:off x="1584" y="1728"/>
                <a:ext cx="989" cy="274"/>
              </a:xfrm>
              <a:prstGeom prst="rect">
                <a:avLst/>
              </a:prstGeom>
              <a:noFill/>
              <a:ln w="9525">
                <a:noFill/>
                <a:miter lim="800000"/>
                <a:headEnd/>
                <a:tailEnd/>
              </a:ln>
            </p:spPr>
            <p:txBody>
              <a:bodyPr>
                <a:spAutoFit/>
              </a:bodyPr>
              <a:lstStyle/>
              <a:p>
                <a:pPr algn="ctr">
                  <a:spcBef>
                    <a:spcPct val="50000"/>
                  </a:spcBef>
                </a:pPr>
                <a:r>
                  <a:rPr lang="en-US" sz="2000">
                    <a:latin typeface="Verdana" pitchFamily="34" charset="0"/>
                  </a:rPr>
                  <a:t>Input</a:t>
                </a:r>
              </a:p>
            </p:txBody>
          </p:sp>
          <p:sp>
            <p:nvSpPr>
              <p:cNvPr id="10279" name="Text Box 8"/>
              <p:cNvSpPr txBox="1">
                <a:spLocks noChangeArrowheads="1"/>
              </p:cNvSpPr>
              <p:nvPr/>
            </p:nvSpPr>
            <p:spPr bwMode="auto">
              <a:xfrm>
                <a:off x="2364" y="1138"/>
                <a:ext cx="990" cy="272"/>
              </a:xfrm>
              <a:prstGeom prst="rect">
                <a:avLst/>
              </a:prstGeom>
              <a:noFill/>
              <a:ln w="9525">
                <a:noFill/>
                <a:miter lim="800000"/>
                <a:headEnd/>
                <a:tailEnd/>
              </a:ln>
            </p:spPr>
            <p:txBody>
              <a:bodyPr>
                <a:spAutoFit/>
              </a:bodyPr>
              <a:lstStyle/>
              <a:p>
                <a:pPr algn="ctr">
                  <a:spcBef>
                    <a:spcPct val="50000"/>
                  </a:spcBef>
                </a:pPr>
                <a:r>
                  <a:rPr lang="en-US" sz="2000">
                    <a:latin typeface="Verdana" pitchFamily="34" charset="0"/>
                  </a:rPr>
                  <a:t>Control</a:t>
                </a:r>
              </a:p>
            </p:txBody>
          </p:sp>
          <p:sp>
            <p:nvSpPr>
              <p:cNvPr id="10280" name="Text Box 9"/>
              <p:cNvSpPr txBox="1">
                <a:spLocks noChangeArrowheads="1"/>
              </p:cNvSpPr>
              <p:nvPr/>
            </p:nvSpPr>
            <p:spPr bwMode="auto">
              <a:xfrm>
                <a:off x="3997" y="1511"/>
                <a:ext cx="989" cy="272"/>
              </a:xfrm>
              <a:prstGeom prst="rect">
                <a:avLst/>
              </a:prstGeom>
              <a:noFill/>
              <a:ln w="9525">
                <a:noFill/>
                <a:miter lim="800000"/>
                <a:headEnd/>
                <a:tailEnd/>
              </a:ln>
            </p:spPr>
            <p:txBody>
              <a:bodyPr>
                <a:spAutoFit/>
              </a:bodyPr>
              <a:lstStyle/>
              <a:p>
                <a:pPr algn="ctr">
                  <a:spcBef>
                    <a:spcPct val="50000"/>
                  </a:spcBef>
                </a:pPr>
                <a:r>
                  <a:rPr lang="en-US" sz="2000">
                    <a:latin typeface="Verdana" pitchFamily="34" charset="0"/>
                  </a:rPr>
                  <a:t>Output</a:t>
                </a:r>
              </a:p>
            </p:txBody>
          </p:sp>
          <p:sp>
            <p:nvSpPr>
              <p:cNvPr id="10281" name="Text Box 10"/>
              <p:cNvSpPr txBox="1">
                <a:spLocks noChangeArrowheads="1"/>
              </p:cNvSpPr>
              <p:nvPr/>
            </p:nvSpPr>
            <p:spPr bwMode="auto">
              <a:xfrm>
                <a:off x="3072" y="1982"/>
                <a:ext cx="989" cy="272"/>
              </a:xfrm>
              <a:prstGeom prst="rect">
                <a:avLst/>
              </a:prstGeom>
              <a:noFill/>
              <a:ln w="9525">
                <a:noFill/>
                <a:miter lim="800000"/>
                <a:headEnd/>
                <a:tailEnd/>
              </a:ln>
            </p:spPr>
            <p:txBody>
              <a:bodyPr>
                <a:spAutoFit/>
              </a:bodyPr>
              <a:lstStyle/>
              <a:p>
                <a:pPr algn="ctr">
                  <a:spcBef>
                    <a:spcPct val="50000"/>
                  </a:spcBef>
                </a:pPr>
                <a:r>
                  <a:rPr lang="en-US" sz="2000">
                    <a:latin typeface="Verdana" pitchFamily="34" charset="0"/>
                  </a:rPr>
                  <a:t>Feedback</a:t>
                </a:r>
              </a:p>
            </p:txBody>
          </p:sp>
          <p:sp>
            <p:nvSpPr>
              <p:cNvPr id="10282" name="Line 11"/>
              <p:cNvSpPr>
                <a:spLocks noChangeShapeType="1"/>
              </p:cNvSpPr>
              <p:nvPr/>
            </p:nvSpPr>
            <p:spPr bwMode="auto">
              <a:xfrm flipH="1" flipV="1">
                <a:off x="2256" y="1872"/>
                <a:ext cx="925" cy="186"/>
              </a:xfrm>
              <a:prstGeom prst="line">
                <a:avLst/>
              </a:prstGeom>
              <a:noFill/>
              <a:ln w="9525">
                <a:solidFill>
                  <a:schemeClr val="tx1"/>
                </a:solidFill>
                <a:round/>
                <a:headEnd/>
                <a:tailEnd type="triangle" w="med" len="med"/>
              </a:ln>
            </p:spPr>
            <p:txBody>
              <a:bodyPr/>
              <a:lstStyle/>
              <a:p>
                <a:endParaRPr lang="en-MY"/>
              </a:p>
            </p:txBody>
          </p:sp>
          <p:sp>
            <p:nvSpPr>
              <p:cNvPr id="10283" name="Line 12"/>
              <p:cNvSpPr>
                <a:spLocks noChangeShapeType="1"/>
              </p:cNvSpPr>
              <p:nvPr/>
            </p:nvSpPr>
            <p:spPr bwMode="auto">
              <a:xfrm>
                <a:off x="3700" y="952"/>
                <a:ext cx="594" cy="559"/>
              </a:xfrm>
              <a:prstGeom prst="line">
                <a:avLst/>
              </a:prstGeom>
              <a:noFill/>
              <a:ln w="9525">
                <a:solidFill>
                  <a:schemeClr val="tx1"/>
                </a:solidFill>
                <a:round/>
                <a:headEnd/>
                <a:tailEnd type="triangle" w="med" len="med"/>
              </a:ln>
            </p:spPr>
            <p:txBody>
              <a:bodyPr/>
              <a:lstStyle/>
              <a:p>
                <a:endParaRPr lang="en-MY"/>
              </a:p>
            </p:txBody>
          </p:sp>
          <p:sp>
            <p:nvSpPr>
              <p:cNvPr id="10284" name="Line 13"/>
              <p:cNvSpPr>
                <a:spLocks noChangeShapeType="1"/>
              </p:cNvSpPr>
              <p:nvPr/>
            </p:nvSpPr>
            <p:spPr bwMode="auto">
              <a:xfrm flipV="1">
                <a:off x="3502" y="952"/>
                <a:ext cx="50" cy="1056"/>
              </a:xfrm>
              <a:prstGeom prst="line">
                <a:avLst/>
              </a:prstGeom>
              <a:noFill/>
              <a:ln w="9525">
                <a:solidFill>
                  <a:schemeClr val="tx1"/>
                </a:solidFill>
                <a:round/>
                <a:headEnd/>
                <a:tailEnd type="triangle" w="med" len="med"/>
              </a:ln>
            </p:spPr>
            <p:txBody>
              <a:bodyPr/>
              <a:lstStyle/>
              <a:p>
                <a:endParaRPr lang="en-MY"/>
              </a:p>
            </p:txBody>
          </p:sp>
          <p:sp>
            <p:nvSpPr>
              <p:cNvPr id="10285" name="Line 14"/>
              <p:cNvSpPr>
                <a:spLocks noChangeShapeType="1"/>
              </p:cNvSpPr>
              <p:nvPr/>
            </p:nvSpPr>
            <p:spPr bwMode="auto">
              <a:xfrm flipH="1" flipV="1">
                <a:off x="2859" y="1386"/>
                <a:ext cx="445" cy="622"/>
              </a:xfrm>
              <a:prstGeom prst="line">
                <a:avLst/>
              </a:prstGeom>
              <a:noFill/>
              <a:ln w="9525">
                <a:solidFill>
                  <a:schemeClr val="tx1"/>
                </a:solidFill>
                <a:round/>
                <a:headEnd/>
                <a:tailEnd type="triangle" w="med" len="med"/>
              </a:ln>
            </p:spPr>
            <p:txBody>
              <a:bodyPr/>
              <a:lstStyle/>
              <a:p>
                <a:endParaRPr lang="en-MY"/>
              </a:p>
            </p:txBody>
          </p:sp>
          <p:sp>
            <p:nvSpPr>
              <p:cNvPr id="10286" name="Line 15"/>
              <p:cNvSpPr>
                <a:spLocks noChangeShapeType="1"/>
              </p:cNvSpPr>
              <p:nvPr/>
            </p:nvSpPr>
            <p:spPr bwMode="auto">
              <a:xfrm flipV="1">
                <a:off x="2859" y="912"/>
                <a:ext cx="297" cy="248"/>
              </a:xfrm>
              <a:prstGeom prst="line">
                <a:avLst/>
              </a:prstGeom>
              <a:noFill/>
              <a:ln w="9525">
                <a:solidFill>
                  <a:schemeClr val="tx1"/>
                </a:solidFill>
                <a:round/>
                <a:headEnd/>
                <a:tailEnd type="triangle" w="med" len="med"/>
              </a:ln>
            </p:spPr>
            <p:txBody>
              <a:bodyPr/>
              <a:lstStyle/>
              <a:p>
                <a:endParaRPr lang="en-MY"/>
              </a:p>
            </p:txBody>
          </p:sp>
          <p:sp>
            <p:nvSpPr>
              <p:cNvPr id="10287" name="Line 16"/>
              <p:cNvSpPr>
                <a:spLocks noChangeShapeType="1"/>
              </p:cNvSpPr>
              <p:nvPr/>
            </p:nvSpPr>
            <p:spPr bwMode="auto">
              <a:xfrm flipH="1">
                <a:off x="2256" y="1344"/>
                <a:ext cx="487" cy="432"/>
              </a:xfrm>
              <a:prstGeom prst="line">
                <a:avLst/>
              </a:prstGeom>
              <a:noFill/>
              <a:ln w="9525">
                <a:solidFill>
                  <a:schemeClr val="tx1"/>
                </a:solidFill>
                <a:round/>
                <a:headEnd/>
                <a:tailEnd type="triangle" w="med" len="med"/>
              </a:ln>
            </p:spPr>
            <p:txBody>
              <a:bodyPr/>
              <a:lstStyle/>
              <a:p>
                <a:endParaRPr lang="en-MY"/>
              </a:p>
            </p:txBody>
          </p:sp>
          <p:sp>
            <p:nvSpPr>
              <p:cNvPr id="10288" name="Text Box 17"/>
              <p:cNvSpPr txBox="1">
                <a:spLocks noChangeArrowheads="1"/>
              </p:cNvSpPr>
              <p:nvPr/>
            </p:nvSpPr>
            <p:spPr bwMode="auto">
              <a:xfrm>
                <a:off x="1672" y="579"/>
                <a:ext cx="989" cy="272"/>
              </a:xfrm>
              <a:prstGeom prst="rect">
                <a:avLst/>
              </a:prstGeom>
              <a:noFill/>
              <a:ln w="9525">
                <a:noFill/>
                <a:miter lim="800000"/>
                <a:headEnd/>
                <a:tailEnd/>
              </a:ln>
            </p:spPr>
            <p:txBody>
              <a:bodyPr>
                <a:spAutoFit/>
              </a:bodyPr>
              <a:lstStyle/>
              <a:p>
                <a:pPr algn="ctr">
                  <a:spcBef>
                    <a:spcPct val="50000"/>
                  </a:spcBef>
                </a:pPr>
                <a:r>
                  <a:rPr lang="en-US" sz="2000" u="sng">
                    <a:latin typeface="Verdana" pitchFamily="34" charset="0"/>
                  </a:rPr>
                  <a:t>SYSTEM</a:t>
                </a:r>
              </a:p>
            </p:txBody>
          </p:sp>
          <p:grpSp>
            <p:nvGrpSpPr>
              <p:cNvPr id="10289" name="Group 23"/>
              <p:cNvGrpSpPr>
                <a:grpSpLocks/>
              </p:cNvGrpSpPr>
              <p:nvPr/>
            </p:nvGrpSpPr>
            <p:grpSpPr bwMode="auto">
              <a:xfrm>
                <a:off x="1968" y="864"/>
                <a:ext cx="1056" cy="864"/>
                <a:chOff x="2256" y="864"/>
                <a:chExt cx="768" cy="864"/>
              </a:xfrm>
            </p:grpSpPr>
            <p:sp>
              <p:nvSpPr>
                <p:cNvPr id="10291" name="Line 24"/>
                <p:cNvSpPr>
                  <a:spLocks noChangeShapeType="1"/>
                </p:cNvSpPr>
                <p:nvPr/>
              </p:nvSpPr>
              <p:spPr bwMode="auto">
                <a:xfrm flipH="1" flipV="1">
                  <a:off x="2256" y="1200"/>
                  <a:ext cx="144" cy="528"/>
                </a:xfrm>
                <a:prstGeom prst="line">
                  <a:avLst/>
                </a:prstGeom>
                <a:noFill/>
                <a:ln w="9525">
                  <a:solidFill>
                    <a:schemeClr val="tx1"/>
                  </a:solidFill>
                  <a:round/>
                  <a:headEnd/>
                  <a:tailEnd/>
                </a:ln>
              </p:spPr>
              <p:txBody>
                <a:bodyPr/>
                <a:lstStyle/>
                <a:p>
                  <a:endParaRPr lang="en-MY"/>
                </a:p>
              </p:txBody>
            </p:sp>
            <p:sp>
              <p:nvSpPr>
                <p:cNvPr id="10292" name="Line 25"/>
                <p:cNvSpPr>
                  <a:spLocks noChangeShapeType="1"/>
                </p:cNvSpPr>
                <p:nvPr/>
              </p:nvSpPr>
              <p:spPr bwMode="auto">
                <a:xfrm flipV="1">
                  <a:off x="2256" y="864"/>
                  <a:ext cx="768" cy="336"/>
                </a:xfrm>
                <a:prstGeom prst="line">
                  <a:avLst/>
                </a:prstGeom>
                <a:noFill/>
                <a:ln w="9525">
                  <a:solidFill>
                    <a:schemeClr val="tx1"/>
                  </a:solidFill>
                  <a:round/>
                  <a:headEnd/>
                  <a:tailEnd type="triangle" w="med" len="med"/>
                </a:ln>
              </p:spPr>
              <p:txBody>
                <a:bodyPr/>
                <a:lstStyle/>
                <a:p>
                  <a:endParaRPr lang="en-MY"/>
                </a:p>
              </p:txBody>
            </p:sp>
          </p:grpSp>
          <p:sp>
            <p:nvSpPr>
              <p:cNvPr id="10290" name="Line 26"/>
              <p:cNvSpPr>
                <a:spLocks noChangeShapeType="1"/>
              </p:cNvSpPr>
              <p:nvPr/>
            </p:nvSpPr>
            <p:spPr bwMode="auto">
              <a:xfrm flipH="1">
                <a:off x="3840" y="1680"/>
                <a:ext cx="384" cy="336"/>
              </a:xfrm>
              <a:prstGeom prst="line">
                <a:avLst/>
              </a:prstGeom>
              <a:noFill/>
              <a:ln w="9525">
                <a:solidFill>
                  <a:schemeClr val="tx1"/>
                </a:solidFill>
                <a:round/>
                <a:headEnd/>
                <a:tailEnd type="triangle" w="med" len="med"/>
              </a:ln>
            </p:spPr>
            <p:txBody>
              <a:bodyPr/>
              <a:lstStyle/>
              <a:p>
                <a:endParaRPr lang="en-MY"/>
              </a:p>
            </p:txBody>
          </p:sp>
        </p:grpSp>
        <p:grpSp>
          <p:nvGrpSpPr>
            <p:cNvPr id="10244" name="Group 37"/>
            <p:cNvGrpSpPr>
              <a:grpSpLocks/>
            </p:cNvGrpSpPr>
            <p:nvPr/>
          </p:nvGrpSpPr>
          <p:grpSpPr bwMode="auto">
            <a:xfrm>
              <a:off x="48" y="2208"/>
              <a:ext cx="1488" cy="1392"/>
              <a:chOff x="192" y="2544"/>
              <a:chExt cx="1872" cy="1488"/>
            </a:xfrm>
          </p:grpSpPr>
          <p:grpSp>
            <p:nvGrpSpPr>
              <p:cNvPr id="10266" name="Group 33"/>
              <p:cNvGrpSpPr>
                <a:grpSpLocks/>
              </p:cNvGrpSpPr>
              <p:nvPr/>
            </p:nvGrpSpPr>
            <p:grpSpPr bwMode="auto">
              <a:xfrm>
                <a:off x="192" y="2544"/>
                <a:ext cx="1872" cy="1488"/>
                <a:chOff x="816" y="2352"/>
                <a:chExt cx="1872" cy="1776"/>
              </a:xfrm>
            </p:grpSpPr>
            <p:sp>
              <p:nvSpPr>
                <p:cNvPr id="10270" name="Oval 29"/>
                <p:cNvSpPr>
                  <a:spLocks noChangeArrowheads="1"/>
                </p:cNvSpPr>
                <p:nvPr/>
              </p:nvSpPr>
              <p:spPr bwMode="auto">
                <a:xfrm>
                  <a:off x="816" y="2352"/>
                  <a:ext cx="1872" cy="1776"/>
                </a:xfrm>
                <a:prstGeom prst="ellipse">
                  <a:avLst/>
                </a:prstGeom>
                <a:solidFill>
                  <a:schemeClr val="accent2"/>
                </a:solidFill>
                <a:ln w="9525">
                  <a:solidFill>
                    <a:schemeClr val="tx1"/>
                  </a:solidFill>
                  <a:miter lim="800000"/>
                  <a:headEnd/>
                  <a:tailEnd/>
                </a:ln>
              </p:spPr>
              <p:txBody>
                <a:bodyPr wrap="none" anchor="ctr"/>
                <a:lstStyle/>
                <a:p>
                  <a:endParaRPr lang="en-US"/>
                </a:p>
              </p:txBody>
            </p:sp>
            <p:sp>
              <p:nvSpPr>
                <p:cNvPr id="10271" name="Line 30"/>
                <p:cNvSpPr>
                  <a:spLocks noChangeShapeType="1"/>
                </p:cNvSpPr>
                <p:nvPr/>
              </p:nvSpPr>
              <p:spPr bwMode="auto">
                <a:xfrm>
                  <a:off x="1776" y="2352"/>
                  <a:ext cx="0" cy="912"/>
                </a:xfrm>
                <a:prstGeom prst="line">
                  <a:avLst/>
                </a:prstGeom>
                <a:noFill/>
                <a:ln w="9525">
                  <a:solidFill>
                    <a:schemeClr val="tx1"/>
                  </a:solidFill>
                  <a:miter lim="800000"/>
                  <a:headEnd/>
                  <a:tailEnd/>
                </a:ln>
              </p:spPr>
              <p:txBody>
                <a:bodyPr wrap="none"/>
                <a:lstStyle/>
                <a:p>
                  <a:endParaRPr lang="en-MY"/>
                </a:p>
              </p:txBody>
            </p:sp>
            <p:sp>
              <p:nvSpPr>
                <p:cNvPr id="10272" name="Line 31"/>
                <p:cNvSpPr>
                  <a:spLocks noChangeShapeType="1"/>
                </p:cNvSpPr>
                <p:nvPr/>
              </p:nvSpPr>
              <p:spPr bwMode="auto">
                <a:xfrm flipH="1">
                  <a:off x="912" y="3264"/>
                  <a:ext cx="864" cy="432"/>
                </a:xfrm>
                <a:prstGeom prst="line">
                  <a:avLst/>
                </a:prstGeom>
                <a:noFill/>
                <a:ln w="9525">
                  <a:solidFill>
                    <a:schemeClr val="tx1"/>
                  </a:solidFill>
                  <a:miter lim="800000"/>
                  <a:headEnd/>
                  <a:tailEnd/>
                </a:ln>
              </p:spPr>
              <p:txBody>
                <a:bodyPr wrap="none"/>
                <a:lstStyle/>
                <a:p>
                  <a:endParaRPr lang="en-MY"/>
                </a:p>
              </p:txBody>
            </p:sp>
            <p:sp>
              <p:nvSpPr>
                <p:cNvPr id="10273" name="Line 32"/>
                <p:cNvSpPr>
                  <a:spLocks noChangeShapeType="1"/>
                </p:cNvSpPr>
                <p:nvPr/>
              </p:nvSpPr>
              <p:spPr bwMode="auto">
                <a:xfrm>
                  <a:off x="1776" y="3264"/>
                  <a:ext cx="791" cy="432"/>
                </a:xfrm>
                <a:prstGeom prst="line">
                  <a:avLst/>
                </a:prstGeom>
                <a:noFill/>
                <a:ln w="9525">
                  <a:solidFill>
                    <a:schemeClr val="tx1"/>
                  </a:solidFill>
                  <a:miter lim="800000"/>
                  <a:headEnd/>
                  <a:tailEnd/>
                </a:ln>
              </p:spPr>
              <p:txBody>
                <a:bodyPr wrap="none"/>
                <a:lstStyle/>
                <a:p>
                  <a:endParaRPr lang="en-MY"/>
                </a:p>
              </p:txBody>
            </p:sp>
          </p:grpSp>
          <p:sp>
            <p:nvSpPr>
              <p:cNvPr id="10267" name="Text Box 34"/>
              <p:cNvSpPr txBox="1">
                <a:spLocks noChangeArrowheads="1"/>
              </p:cNvSpPr>
              <p:nvPr/>
            </p:nvSpPr>
            <p:spPr bwMode="auto">
              <a:xfrm>
                <a:off x="432" y="2928"/>
                <a:ext cx="672" cy="267"/>
              </a:xfrm>
              <a:prstGeom prst="rect">
                <a:avLst/>
              </a:prstGeom>
              <a:noFill/>
              <a:ln w="9525">
                <a:noFill/>
                <a:miter lim="800000"/>
                <a:headEnd/>
                <a:tailEnd/>
              </a:ln>
            </p:spPr>
            <p:txBody>
              <a:bodyPr>
                <a:spAutoFit/>
              </a:bodyPr>
              <a:lstStyle/>
              <a:p>
                <a:pPr>
                  <a:spcBef>
                    <a:spcPct val="50000"/>
                  </a:spcBef>
                </a:pPr>
                <a:r>
                  <a:rPr lang="en-US" sz="2000">
                    <a:latin typeface="Verdana" pitchFamily="34" charset="0"/>
                  </a:rPr>
                  <a:t>Data</a:t>
                </a:r>
              </a:p>
            </p:txBody>
          </p:sp>
          <p:sp>
            <p:nvSpPr>
              <p:cNvPr id="10268" name="Text Box 35"/>
              <p:cNvSpPr txBox="1">
                <a:spLocks noChangeArrowheads="1"/>
              </p:cNvSpPr>
              <p:nvPr/>
            </p:nvSpPr>
            <p:spPr bwMode="auto">
              <a:xfrm>
                <a:off x="1297" y="2928"/>
                <a:ext cx="767" cy="247"/>
              </a:xfrm>
              <a:prstGeom prst="rect">
                <a:avLst/>
              </a:prstGeom>
              <a:noFill/>
              <a:ln w="9525">
                <a:noFill/>
                <a:miter lim="800000"/>
                <a:headEnd/>
                <a:tailEnd/>
              </a:ln>
            </p:spPr>
            <p:txBody>
              <a:bodyPr>
                <a:spAutoFit/>
              </a:bodyPr>
              <a:lstStyle/>
              <a:p>
                <a:pPr>
                  <a:spcBef>
                    <a:spcPct val="50000"/>
                  </a:spcBef>
                </a:pPr>
                <a:r>
                  <a:rPr lang="en-US" dirty="0">
                    <a:latin typeface="Verdana" pitchFamily="34" charset="0"/>
                  </a:rPr>
                  <a:t>People</a:t>
                </a:r>
              </a:p>
            </p:txBody>
          </p:sp>
          <p:sp>
            <p:nvSpPr>
              <p:cNvPr id="10269" name="Text Box 36"/>
              <p:cNvSpPr txBox="1">
                <a:spLocks noChangeArrowheads="1"/>
              </p:cNvSpPr>
              <p:nvPr/>
            </p:nvSpPr>
            <p:spPr bwMode="auto">
              <a:xfrm>
                <a:off x="624" y="3504"/>
                <a:ext cx="1344" cy="267"/>
              </a:xfrm>
              <a:prstGeom prst="rect">
                <a:avLst/>
              </a:prstGeom>
              <a:noFill/>
              <a:ln w="9525">
                <a:noFill/>
                <a:miter lim="800000"/>
                <a:headEnd/>
                <a:tailEnd/>
              </a:ln>
            </p:spPr>
            <p:txBody>
              <a:bodyPr>
                <a:spAutoFit/>
              </a:bodyPr>
              <a:lstStyle/>
              <a:p>
                <a:pPr>
                  <a:spcBef>
                    <a:spcPct val="50000"/>
                  </a:spcBef>
                </a:pPr>
                <a:r>
                  <a:rPr lang="en-US" sz="2000" dirty="0">
                    <a:latin typeface="Verdana" pitchFamily="34" charset="0"/>
                  </a:rPr>
                  <a:t>Procedures</a:t>
                </a:r>
              </a:p>
            </p:txBody>
          </p:sp>
        </p:grpSp>
        <p:sp>
          <p:nvSpPr>
            <p:cNvPr id="10245" name="Text Box 38"/>
            <p:cNvSpPr txBox="1">
              <a:spLocks noChangeArrowheads="1"/>
            </p:cNvSpPr>
            <p:nvPr/>
          </p:nvSpPr>
          <p:spPr bwMode="auto">
            <a:xfrm>
              <a:off x="384" y="3686"/>
              <a:ext cx="1872" cy="231"/>
            </a:xfrm>
            <a:prstGeom prst="rect">
              <a:avLst/>
            </a:prstGeom>
            <a:noFill/>
            <a:ln w="9525">
              <a:noFill/>
              <a:miter lim="800000"/>
              <a:headEnd/>
              <a:tailEnd/>
            </a:ln>
          </p:spPr>
          <p:txBody>
            <a:bodyPr>
              <a:spAutoFit/>
            </a:bodyPr>
            <a:lstStyle/>
            <a:p>
              <a:pPr algn="ctr">
                <a:spcBef>
                  <a:spcPct val="50000"/>
                </a:spcBef>
              </a:pPr>
              <a:r>
                <a:rPr lang="en-US">
                  <a:latin typeface="Verdana" pitchFamily="34" charset="0"/>
                </a:rPr>
                <a:t>Information Systems</a:t>
              </a:r>
            </a:p>
          </p:txBody>
        </p:sp>
        <p:sp>
          <p:nvSpPr>
            <p:cNvPr id="10246" name="AutoShape 40"/>
            <p:cNvSpPr>
              <a:spLocks noChangeArrowheads="1"/>
            </p:cNvSpPr>
            <p:nvPr/>
          </p:nvSpPr>
          <p:spPr bwMode="auto">
            <a:xfrm>
              <a:off x="96" y="96"/>
              <a:ext cx="1056" cy="768"/>
            </a:xfrm>
            <a:prstGeom prst="leftRightArrow">
              <a:avLst>
                <a:gd name="adj1" fmla="val 50000"/>
                <a:gd name="adj2" fmla="val 27500"/>
              </a:avLst>
            </a:prstGeom>
            <a:solidFill>
              <a:srgbClr val="FFFF99"/>
            </a:solidFill>
            <a:ln w="9525">
              <a:solidFill>
                <a:schemeClr val="tx1"/>
              </a:solidFill>
              <a:miter lim="800000"/>
              <a:headEnd/>
              <a:tailEnd/>
            </a:ln>
            <a:effectLst>
              <a:outerShdw dist="35921" dir="2700000" algn="ctr" rotWithShape="0">
                <a:schemeClr val="bg2"/>
              </a:outerShdw>
            </a:effectLst>
          </p:spPr>
          <p:txBody>
            <a:bodyPr wrap="none" anchor="ctr"/>
            <a:lstStyle/>
            <a:p>
              <a:pPr algn="ctr"/>
              <a:endParaRPr lang="en-US" sz="1600"/>
            </a:p>
            <a:p>
              <a:pPr algn="ctr"/>
              <a:r>
                <a:rPr lang="en-US" sz="1600"/>
                <a:t>6 Generic </a:t>
              </a:r>
            </a:p>
            <a:p>
              <a:pPr algn="ctr"/>
              <a:r>
                <a:rPr lang="en-US" sz="1600"/>
                <a:t>Components</a:t>
              </a:r>
            </a:p>
            <a:p>
              <a:pPr algn="ctr"/>
              <a:endParaRPr lang="en-US"/>
            </a:p>
          </p:txBody>
        </p:sp>
        <p:sp>
          <p:nvSpPr>
            <p:cNvPr id="10247" name="Line 43"/>
            <p:cNvSpPr>
              <a:spLocks noChangeShapeType="1"/>
            </p:cNvSpPr>
            <p:nvPr/>
          </p:nvSpPr>
          <p:spPr bwMode="auto">
            <a:xfrm>
              <a:off x="192" y="2112"/>
              <a:ext cx="5376" cy="0"/>
            </a:xfrm>
            <a:prstGeom prst="line">
              <a:avLst/>
            </a:prstGeom>
            <a:noFill/>
            <a:ln w="9525">
              <a:solidFill>
                <a:schemeClr val="tx1"/>
              </a:solidFill>
              <a:miter lim="800000"/>
              <a:headEnd/>
              <a:tailEnd/>
            </a:ln>
          </p:spPr>
          <p:txBody>
            <a:bodyPr wrap="none"/>
            <a:lstStyle/>
            <a:p>
              <a:endParaRPr lang="en-MY"/>
            </a:p>
          </p:txBody>
        </p:sp>
        <p:sp>
          <p:nvSpPr>
            <p:cNvPr id="10248" name="Line 44"/>
            <p:cNvSpPr>
              <a:spLocks noChangeShapeType="1"/>
            </p:cNvSpPr>
            <p:nvPr/>
          </p:nvSpPr>
          <p:spPr bwMode="auto">
            <a:xfrm>
              <a:off x="2784" y="2112"/>
              <a:ext cx="0" cy="2016"/>
            </a:xfrm>
            <a:prstGeom prst="line">
              <a:avLst/>
            </a:prstGeom>
            <a:noFill/>
            <a:ln w="9525">
              <a:solidFill>
                <a:schemeClr val="tx1"/>
              </a:solidFill>
              <a:round/>
              <a:headEnd/>
              <a:tailEnd/>
            </a:ln>
          </p:spPr>
          <p:txBody>
            <a:bodyPr wrap="none"/>
            <a:lstStyle/>
            <a:p>
              <a:endParaRPr lang="en-MY"/>
            </a:p>
          </p:txBody>
        </p:sp>
        <p:grpSp>
          <p:nvGrpSpPr>
            <p:cNvPr id="10249" name="Group 58"/>
            <p:cNvGrpSpPr>
              <a:grpSpLocks/>
            </p:cNvGrpSpPr>
            <p:nvPr/>
          </p:nvGrpSpPr>
          <p:grpSpPr bwMode="auto">
            <a:xfrm>
              <a:off x="2832" y="2208"/>
              <a:ext cx="1920" cy="1392"/>
              <a:chOff x="2928" y="2448"/>
              <a:chExt cx="1920" cy="1392"/>
            </a:xfrm>
          </p:grpSpPr>
          <p:sp>
            <p:nvSpPr>
              <p:cNvPr id="10255" name="Oval 47"/>
              <p:cNvSpPr>
                <a:spLocks noChangeArrowheads="1"/>
              </p:cNvSpPr>
              <p:nvPr/>
            </p:nvSpPr>
            <p:spPr bwMode="auto">
              <a:xfrm>
                <a:off x="2928" y="2448"/>
                <a:ext cx="1680" cy="1392"/>
              </a:xfrm>
              <a:prstGeom prst="ellipse">
                <a:avLst/>
              </a:prstGeom>
              <a:solidFill>
                <a:schemeClr val="accent2"/>
              </a:solidFill>
              <a:ln w="9525">
                <a:solidFill>
                  <a:schemeClr val="tx1"/>
                </a:solidFill>
                <a:miter lim="800000"/>
                <a:headEnd/>
                <a:tailEnd/>
              </a:ln>
            </p:spPr>
            <p:txBody>
              <a:bodyPr wrap="none" anchor="ctr"/>
              <a:lstStyle/>
              <a:p>
                <a:endParaRPr lang="en-US" dirty="0"/>
              </a:p>
            </p:txBody>
          </p:sp>
          <p:sp>
            <p:nvSpPr>
              <p:cNvPr id="10256" name="Line 48"/>
              <p:cNvSpPr>
                <a:spLocks noChangeShapeType="1"/>
              </p:cNvSpPr>
              <p:nvPr/>
            </p:nvSpPr>
            <p:spPr bwMode="auto">
              <a:xfrm>
                <a:off x="3787" y="2448"/>
                <a:ext cx="0" cy="715"/>
              </a:xfrm>
              <a:prstGeom prst="line">
                <a:avLst/>
              </a:prstGeom>
              <a:noFill/>
              <a:ln w="9525">
                <a:solidFill>
                  <a:schemeClr val="tx1"/>
                </a:solidFill>
                <a:miter lim="800000"/>
                <a:headEnd/>
                <a:tailEnd/>
              </a:ln>
            </p:spPr>
            <p:txBody>
              <a:bodyPr wrap="none"/>
              <a:lstStyle/>
              <a:p>
                <a:endParaRPr lang="en-MY"/>
              </a:p>
            </p:txBody>
          </p:sp>
          <p:sp>
            <p:nvSpPr>
              <p:cNvPr id="10257" name="Line 49"/>
              <p:cNvSpPr>
                <a:spLocks noChangeShapeType="1"/>
              </p:cNvSpPr>
              <p:nvPr/>
            </p:nvSpPr>
            <p:spPr bwMode="auto">
              <a:xfrm flipH="1">
                <a:off x="3168" y="3163"/>
                <a:ext cx="619" cy="485"/>
              </a:xfrm>
              <a:prstGeom prst="line">
                <a:avLst/>
              </a:prstGeom>
              <a:noFill/>
              <a:ln w="9525">
                <a:solidFill>
                  <a:schemeClr val="tx1"/>
                </a:solidFill>
                <a:miter lim="800000"/>
                <a:headEnd/>
                <a:tailEnd/>
              </a:ln>
            </p:spPr>
            <p:txBody>
              <a:bodyPr wrap="none"/>
              <a:lstStyle/>
              <a:p>
                <a:endParaRPr lang="en-MY"/>
              </a:p>
            </p:txBody>
          </p:sp>
          <p:sp>
            <p:nvSpPr>
              <p:cNvPr id="10258" name="Line 50"/>
              <p:cNvSpPr>
                <a:spLocks noChangeShapeType="1"/>
              </p:cNvSpPr>
              <p:nvPr/>
            </p:nvSpPr>
            <p:spPr bwMode="auto">
              <a:xfrm>
                <a:off x="3787" y="3163"/>
                <a:ext cx="533" cy="533"/>
              </a:xfrm>
              <a:prstGeom prst="line">
                <a:avLst/>
              </a:prstGeom>
              <a:noFill/>
              <a:ln w="9525">
                <a:solidFill>
                  <a:schemeClr val="tx1"/>
                </a:solidFill>
                <a:miter lim="800000"/>
                <a:headEnd/>
                <a:tailEnd/>
              </a:ln>
            </p:spPr>
            <p:txBody>
              <a:bodyPr wrap="none"/>
              <a:lstStyle/>
              <a:p>
                <a:endParaRPr lang="en-MY"/>
              </a:p>
            </p:txBody>
          </p:sp>
          <p:sp>
            <p:nvSpPr>
              <p:cNvPr id="10259" name="Text Box 51"/>
              <p:cNvSpPr txBox="1">
                <a:spLocks noChangeArrowheads="1"/>
              </p:cNvSpPr>
              <p:nvPr/>
            </p:nvSpPr>
            <p:spPr bwMode="auto">
              <a:xfrm>
                <a:off x="3258" y="2592"/>
                <a:ext cx="534" cy="250"/>
              </a:xfrm>
              <a:prstGeom prst="rect">
                <a:avLst/>
              </a:prstGeom>
              <a:noFill/>
              <a:ln w="9525">
                <a:noFill/>
                <a:miter lim="800000"/>
                <a:headEnd/>
                <a:tailEnd/>
              </a:ln>
            </p:spPr>
            <p:txBody>
              <a:bodyPr>
                <a:spAutoFit/>
              </a:bodyPr>
              <a:lstStyle/>
              <a:p>
                <a:pPr>
                  <a:spcBef>
                    <a:spcPct val="50000"/>
                  </a:spcBef>
                </a:pPr>
                <a:r>
                  <a:rPr lang="en-US" sz="2000">
                    <a:latin typeface="Verdana" pitchFamily="34" charset="0"/>
                  </a:rPr>
                  <a:t>Data</a:t>
                </a:r>
              </a:p>
            </p:txBody>
          </p:sp>
          <p:sp>
            <p:nvSpPr>
              <p:cNvPr id="10260" name="Text Box 52"/>
              <p:cNvSpPr txBox="1">
                <a:spLocks noChangeArrowheads="1"/>
              </p:cNvSpPr>
              <p:nvPr/>
            </p:nvSpPr>
            <p:spPr bwMode="auto">
              <a:xfrm>
                <a:off x="3792" y="2592"/>
                <a:ext cx="610" cy="231"/>
              </a:xfrm>
              <a:prstGeom prst="rect">
                <a:avLst/>
              </a:prstGeom>
              <a:noFill/>
              <a:ln w="9525">
                <a:noFill/>
                <a:miter lim="800000"/>
                <a:headEnd/>
                <a:tailEnd/>
              </a:ln>
            </p:spPr>
            <p:txBody>
              <a:bodyPr>
                <a:spAutoFit/>
              </a:bodyPr>
              <a:lstStyle/>
              <a:p>
                <a:pPr>
                  <a:spcBef>
                    <a:spcPct val="50000"/>
                  </a:spcBef>
                </a:pPr>
                <a:r>
                  <a:rPr lang="en-US">
                    <a:latin typeface="Verdana" pitchFamily="34" charset="0"/>
                  </a:rPr>
                  <a:t>People</a:t>
                </a:r>
              </a:p>
            </p:txBody>
          </p:sp>
          <p:sp>
            <p:nvSpPr>
              <p:cNvPr id="10261" name="Text Box 53"/>
              <p:cNvSpPr txBox="1">
                <a:spLocks noChangeArrowheads="1"/>
              </p:cNvSpPr>
              <p:nvPr/>
            </p:nvSpPr>
            <p:spPr bwMode="auto">
              <a:xfrm>
                <a:off x="3312" y="3504"/>
                <a:ext cx="1069" cy="250"/>
              </a:xfrm>
              <a:prstGeom prst="rect">
                <a:avLst/>
              </a:prstGeom>
              <a:noFill/>
              <a:ln w="9525">
                <a:noFill/>
                <a:miter lim="800000"/>
                <a:headEnd/>
                <a:tailEnd/>
              </a:ln>
            </p:spPr>
            <p:txBody>
              <a:bodyPr>
                <a:spAutoFit/>
              </a:bodyPr>
              <a:lstStyle/>
              <a:p>
                <a:pPr>
                  <a:spcBef>
                    <a:spcPct val="50000"/>
                  </a:spcBef>
                </a:pPr>
                <a:r>
                  <a:rPr lang="en-US" sz="2000" dirty="0">
                    <a:latin typeface="Verdana" pitchFamily="34" charset="0"/>
                  </a:rPr>
                  <a:t>Procedures</a:t>
                </a:r>
              </a:p>
            </p:txBody>
          </p:sp>
          <p:sp>
            <p:nvSpPr>
              <p:cNvPr id="10262" name="Line 54"/>
              <p:cNvSpPr>
                <a:spLocks noChangeShapeType="1"/>
              </p:cNvSpPr>
              <p:nvPr/>
            </p:nvSpPr>
            <p:spPr bwMode="auto">
              <a:xfrm flipV="1">
                <a:off x="3792" y="2832"/>
                <a:ext cx="720" cy="336"/>
              </a:xfrm>
              <a:prstGeom prst="line">
                <a:avLst/>
              </a:prstGeom>
              <a:noFill/>
              <a:ln w="9525">
                <a:solidFill>
                  <a:schemeClr val="tx1"/>
                </a:solidFill>
                <a:round/>
                <a:headEnd/>
                <a:tailEnd/>
              </a:ln>
            </p:spPr>
            <p:txBody>
              <a:bodyPr wrap="none"/>
              <a:lstStyle/>
              <a:p>
                <a:endParaRPr lang="en-MY"/>
              </a:p>
            </p:txBody>
          </p:sp>
          <p:sp>
            <p:nvSpPr>
              <p:cNvPr id="10263" name="Line 55"/>
              <p:cNvSpPr>
                <a:spLocks noChangeShapeType="1"/>
              </p:cNvSpPr>
              <p:nvPr/>
            </p:nvSpPr>
            <p:spPr bwMode="auto">
              <a:xfrm flipH="1" flipV="1">
                <a:off x="3024" y="2832"/>
                <a:ext cx="768" cy="336"/>
              </a:xfrm>
              <a:prstGeom prst="line">
                <a:avLst/>
              </a:prstGeom>
              <a:noFill/>
              <a:ln w="9525">
                <a:solidFill>
                  <a:schemeClr val="tx1"/>
                </a:solidFill>
                <a:round/>
                <a:headEnd/>
                <a:tailEnd/>
              </a:ln>
            </p:spPr>
            <p:txBody>
              <a:bodyPr wrap="none"/>
              <a:lstStyle/>
              <a:p>
                <a:endParaRPr lang="en-MY"/>
              </a:p>
            </p:txBody>
          </p:sp>
          <p:sp>
            <p:nvSpPr>
              <p:cNvPr id="10264" name="Text Box 56"/>
              <p:cNvSpPr txBox="1">
                <a:spLocks noChangeArrowheads="1"/>
              </p:cNvSpPr>
              <p:nvPr/>
            </p:nvSpPr>
            <p:spPr bwMode="auto">
              <a:xfrm>
                <a:off x="3888" y="3062"/>
                <a:ext cx="960" cy="231"/>
              </a:xfrm>
              <a:prstGeom prst="rect">
                <a:avLst/>
              </a:prstGeom>
              <a:noFill/>
              <a:ln w="9525">
                <a:noFill/>
                <a:miter lim="800000"/>
                <a:headEnd/>
                <a:tailEnd/>
              </a:ln>
            </p:spPr>
            <p:txBody>
              <a:bodyPr>
                <a:spAutoFit/>
              </a:bodyPr>
              <a:lstStyle/>
              <a:p>
                <a:pPr>
                  <a:spcBef>
                    <a:spcPct val="50000"/>
                  </a:spcBef>
                </a:pPr>
                <a:r>
                  <a:rPr lang="en-US">
                    <a:latin typeface="Verdana" pitchFamily="34" charset="0"/>
                  </a:rPr>
                  <a:t>Software</a:t>
                </a:r>
              </a:p>
            </p:txBody>
          </p:sp>
          <p:sp>
            <p:nvSpPr>
              <p:cNvPr id="10265" name="Text Box 57"/>
              <p:cNvSpPr txBox="1">
                <a:spLocks noChangeArrowheads="1"/>
              </p:cNvSpPr>
              <p:nvPr/>
            </p:nvSpPr>
            <p:spPr bwMode="auto">
              <a:xfrm>
                <a:off x="2928" y="3062"/>
                <a:ext cx="960" cy="231"/>
              </a:xfrm>
              <a:prstGeom prst="rect">
                <a:avLst/>
              </a:prstGeom>
              <a:noFill/>
              <a:ln w="9525">
                <a:noFill/>
                <a:miter lim="800000"/>
                <a:headEnd/>
                <a:tailEnd/>
              </a:ln>
            </p:spPr>
            <p:txBody>
              <a:bodyPr>
                <a:spAutoFit/>
              </a:bodyPr>
              <a:lstStyle/>
              <a:p>
                <a:pPr>
                  <a:spcBef>
                    <a:spcPct val="50000"/>
                  </a:spcBef>
                </a:pPr>
                <a:r>
                  <a:rPr lang="en-US">
                    <a:latin typeface="Verdana" pitchFamily="34" charset="0"/>
                  </a:rPr>
                  <a:t>Hardware</a:t>
                </a:r>
              </a:p>
            </p:txBody>
          </p:sp>
        </p:grpSp>
        <p:sp>
          <p:nvSpPr>
            <p:cNvPr id="10250" name="AutoShape 59"/>
            <p:cNvSpPr>
              <a:spLocks noChangeArrowheads="1"/>
            </p:cNvSpPr>
            <p:nvPr/>
          </p:nvSpPr>
          <p:spPr bwMode="auto">
            <a:xfrm>
              <a:off x="4752" y="2496"/>
              <a:ext cx="960" cy="768"/>
            </a:xfrm>
            <a:prstGeom prst="leftRightArrow">
              <a:avLst>
                <a:gd name="adj1" fmla="val 50000"/>
                <a:gd name="adj2" fmla="val 25000"/>
              </a:avLst>
            </a:prstGeom>
            <a:solidFill>
              <a:srgbClr val="FFFF99"/>
            </a:solidFill>
            <a:ln w="9525">
              <a:solidFill>
                <a:schemeClr val="tx1"/>
              </a:solidFill>
              <a:miter lim="800000"/>
              <a:headEnd/>
              <a:tailEnd/>
            </a:ln>
            <a:effectLst>
              <a:outerShdw dist="35921" dir="2700000" algn="ctr" rotWithShape="0">
                <a:schemeClr val="bg2"/>
              </a:outerShdw>
            </a:effectLst>
          </p:spPr>
          <p:txBody>
            <a:bodyPr wrap="none" anchor="ctr"/>
            <a:lstStyle/>
            <a:p>
              <a:pPr algn="ctr"/>
              <a:endParaRPr lang="en-US" sz="1600" dirty="0"/>
            </a:p>
            <a:p>
              <a:pPr algn="ctr"/>
              <a:r>
                <a:rPr lang="en-US" sz="1600" dirty="0"/>
                <a:t>6 Generic </a:t>
              </a:r>
            </a:p>
            <a:p>
              <a:pPr algn="ctr"/>
              <a:r>
                <a:rPr lang="en-US" sz="1600" dirty="0"/>
                <a:t>Components</a:t>
              </a:r>
            </a:p>
            <a:p>
              <a:pPr algn="ctr"/>
              <a:endParaRPr lang="en-US" dirty="0"/>
            </a:p>
          </p:txBody>
        </p:sp>
        <p:sp>
          <p:nvSpPr>
            <p:cNvPr id="10251" name="AutoShape 61"/>
            <p:cNvSpPr>
              <a:spLocks noChangeArrowheads="1"/>
            </p:cNvSpPr>
            <p:nvPr/>
          </p:nvSpPr>
          <p:spPr bwMode="auto">
            <a:xfrm>
              <a:off x="1776" y="2496"/>
              <a:ext cx="960" cy="768"/>
            </a:xfrm>
            <a:prstGeom prst="leftRightArrow">
              <a:avLst>
                <a:gd name="adj1" fmla="val 50000"/>
                <a:gd name="adj2" fmla="val 25000"/>
              </a:avLst>
            </a:prstGeom>
            <a:solidFill>
              <a:srgbClr val="FFFF99"/>
            </a:solidFill>
            <a:ln w="9525">
              <a:solidFill>
                <a:schemeClr val="tx1"/>
              </a:solidFill>
              <a:miter lim="800000"/>
              <a:headEnd/>
              <a:tailEnd/>
            </a:ln>
            <a:effectLst>
              <a:outerShdw dist="35921" dir="2700000" algn="ctr" rotWithShape="0">
                <a:schemeClr val="bg2"/>
              </a:outerShdw>
            </a:effectLst>
          </p:spPr>
          <p:txBody>
            <a:bodyPr wrap="none" anchor="ctr"/>
            <a:lstStyle/>
            <a:p>
              <a:pPr algn="ctr"/>
              <a:endParaRPr lang="en-US" sz="1600"/>
            </a:p>
            <a:p>
              <a:pPr algn="ctr"/>
              <a:r>
                <a:rPr lang="en-US" sz="1600"/>
                <a:t>6 Generic </a:t>
              </a:r>
            </a:p>
            <a:p>
              <a:pPr algn="ctr"/>
              <a:r>
                <a:rPr lang="en-US" sz="1600"/>
                <a:t>Components</a:t>
              </a:r>
            </a:p>
            <a:p>
              <a:pPr algn="ctr"/>
              <a:endParaRPr lang="en-US"/>
            </a:p>
          </p:txBody>
        </p:sp>
        <p:sp>
          <p:nvSpPr>
            <p:cNvPr id="10252" name="Text Box 62"/>
            <p:cNvSpPr txBox="1">
              <a:spLocks noChangeArrowheads="1"/>
            </p:cNvSpPr>
            <p:nvPr/>
          </p:nvSpPr>
          <p:spPr bwMode="auto">
            <a:xfrm>
              <a:off x="1488" y="2736"/>
              <a:ext cx="336" cy="288"/>
            </a:xfrm>
            <a:prstGeom prst="rect">
              <a:avLst/>
            </a:prstGeom>
            <a:noFill/>
            <a:ln w="9525">
              <a:noFill/>
              <a:miter lim="800000"/>
              <a:headEnd/>
              <a:tailEnd/>
            </a:ln>
          </p:spPr>
          <p:txBody>
            <a:bodyPr>
              <a:spAutoFit/>
            </a:bodyPr>
            <a:lstStyle/>
            <a:p>
              <a:pPr algn="ctr">
                <a:spcBef>
                  <a:spcPct val="50000"/>
                </a:spcBef>
              </a:pPr>
              <a:r>
                <a:rPr lang="en-US" sz="2400">
                  <a:latin typeface="Verdana" pitchFamily="34" charset="0"/>
                </a:rPr>
                <a:t>+</a:t>
              </a:r>
            </a:p>
          </p:txBody>
        </p:sp>
        <p:sp>
          <p:nvSpPr>
            <p:cNvPr id="10253" name="Text Box 63"/>
            <p:cNvSpPr txBox="1">
              <a:spLocks noChangeArrowheads="1"/>
            </p:cNvSpPr>
            <p:nvPr/>
          </p:nvSpPr>
          <p:spPr bwMode="auto">
            <a:xfrm>
              <a:off x="4464" y="2736"/>
              <a:ext cx="336" cy="288"/>
            </a:xfrm>
            <a:prstGeom prst="rect">
              <a:avLst/>
            </a:prstGeom>
            <a:noFill/>
            <a:ln w="9525">
              <a:noFill/>
              <a:miter lim="800000"/>
              <a:headEnd/>
              <a:tailEnd/>
            </a:ln>
          </p:spPr>
          <p:txBody>
            <a:bodyPr>
              <a:spAutoFit/>
            </a:bodyPr>
            <a:lstStyle/>
            <a:p>
              <a:pPr algn="ctr">
                <a:spcBef>
                  <a:spcPct val="50000"/>
                </a:spcBef>
              </a:pPr>
              <a:r>
                <a:rPr lang="en-US" sz="2400">
                  <a:latin typeface="Verdana" pitchFamily="34" charset="0"/>
                </a:rPr>
                <a:t>+</a:t>
              </a:r>
            </a:p>
          </p:txBody>
        </p:sp>
        <p:sp>
          <p:nvSpPr>
            <p:cNvPr id="10254" name="Text Box 64"/>
            <p:cNvSpPr txBox="1">
              <a:spLocks noChangeArrowheads="1"/>
            </p:cNvSpPr>
            <p:nvPr/>
          </p:nvSpPr>
          <p:spPr bwMode="auto">
            <a:xfrm>
              <a:off x="3120" y="3696"/>
              <a:ext cx="2304" cy="404"/>
            </a:xfrm>
            <a:prstGeom prst="rect">
              <a:avLst/>
            </a:prstGeom>
            <a:noFill/>
            <a:ln w="9525">
              <a:noFill/>
              <a:miter lim="800000"/>
              <a:headEnd/>
              <a:tailEnd/>
            </a:ln>
          </p:spPr>
          <p:txBody>
            <a:bodyPr>
              <a:spAutoFit/>
            </a:bodyPr>
            <a:lstStyle/>
            <a:p>
              <a:pPr algn="ctr">
                <a:spcBef>
                  <a:spcPct val="50000"/>
                </a:spcBef>
              </a:pPr>
              <a:r>
                <a:rPr lang="en-US">
                  <a:latin typeface="Verdana" pitchFamily="34" charset="0"/>
                </a:rPr>
                <a:t>Automated Information Systems</a:t>
              </a:r>
            </a:p>
          </p:txBody>
        </p:sp>
      </p:grpSp>
      <p:sp>
        <p:nvSpPr>
          <p:cNvPr id="53" name="Slide Number Placeholder 52"/>
          <p:cNvSpPr>
            <a:spLocks noGrp="1"/>
          </p:cNvSpPr>
          <p:nvPr>
            <p:ph type="sldNum" sz="quarter" idx="12"/>
          </p:nvPr>
        </p:nvSpPr>
        <p:spPr/>
        <p:txBody>
          <a:bodyPr/>
          <a:lstStyle/>
          <a:p>
            <a:pPr>
              <a:defRPr/>
            </a:pPr>
            <a:fld id="{B347869B-DEBC-45F0-B25C-5D576A944C7B}" type="slidenum">
              <a:rPr lang="en-MY" smtClean="0"/>
              <a:pPr>
                <a:defRPr/>
              </a:pPr>
              <a:t>10</a:t>
            </a:fld>
            <a:endParaRPr lang="en-MY" dirty="0"/>
          </a:p>
        </p:txBody>
      </p:sp>
    </p:spTree>
    <p:extLst>
      <p:ext uri="{BB962C8B-B14F-4D97-AF65-F5344CB8AC3E}">
        <p14:creationId xmlns:p14="http://schemas.microsoft.com/office/powerpoint/2010/main" val="3239200160"/>
      </p:ext>
    </p:extLst>
  </p:cSld>
  <p:clrMapOvr>
    <a:masterClrMapping/>
  </p:clrMapOvr>
  <mc:AlternateContent xmlns:mc="http://schemas.openxmlformats.org/markup-compatibility/2006" xmlns:p14="http://schemas.microsoft.com/office/powerpoint/2010/main">
    <mc:Choice Requires="p14">
      <p:transition spd="slow" p14:dur="2000" advTm="63085"/>
    </mc:Choice>
    <mc:Fallback xmlns="">
      <p:transition spd="slow" advTm="63085"/>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Slide Number Placeholder 15"/>
          <p:cNvSpPr>
            <a:spLocks noGrp="1"/>
          </p:cNvSpPr>
          <p:nvPr>
            <p:ph type="sldNum" sz="quarter" idx="12"/>
          </p:nvPr>
        </p:nvSpPr>
        <p:spPr/>
        <p:txBody>
          <a:bodyPr/>
          <a:lstStyle/>
          <a:p>
            <a:pPr>
              <a:defRPr/>
            </a:pPr>
            <a:fld id="{A7514B2B-DAD7-42CE-A255-1ED1D4D3CA61}" type="slidenum">
              <a:rPr lang="en-MY" smtClean="0"/>
              <a:pPr>
                <a:defRPr/>
              </a:pPr>
              <a:t>11</a:t>
            </a:fld>
            <a:endParaRPr lang="en-MY" dirty="0"/>
          </a:p>
        </p:txBody>
      </p:sp>
      <p:grpSp>
        <p:nvGrpSpPr>
          <p:cNvPr id="11267" name="Group 2067"/>
          <p:cNvGrpSpPr>
            <a:grpSpLocks/>
          </p:cNvGrpSpPr>
          <p:nvPr/>
        </p:nvGrpSpPr>
        <p:grpSpPr bwMode="auto">
          <a:xfrm>
            <a:off x="1752601" y="1965325"/>
            <a:ext cx="6646863" cy="4495800"/>
            <a:chOff x="144" y="1238"/>
            <a:chExt cx="4187" cy="2832"/>
          </a:xfrm>
        </p:grpSpPr>
        <p:sp>
          <p:nvSpPr>
            <p:cNvPr id="11276" name="AutoShape 2053"/>
            <p:cNvSpPr>
              <a:spLocks noChangeArrowheads="1"/>
            </p:cNvSpPr>
            <p:nvPr/>
          </p:nvSpPr>
          <p:spPr bwMode="auto">
            <a:xfrm>
              <a:off x="144" y="1238"/>
              <a:ext cx="4187" cy="2832"/>
            </a:xfrm>
            <a:prstGeom prst="flowChartExtract">
              <a:avLst/>
            </a:prstGeom>
            <a:solidFill>
              <a:srgbClr val="840F3E"/>
            </a:solidFill>
            <a:ln w="9525">
              <a:solidFill>
                <a:schemeClr val="tx1"/>
              </a:solidFill>
              <a:miter lim="800000"/>
              <a:headEnd/>
              <a:tailEnd/>
            </a:ln>
          </p:spPr>
          <p:txBody>
            <a:bodyPr wrap="none" anchor="ctr"/>
            <a:lstStyle/>
            <a:p>
              <a:pPr algn="ctr"/>
              <a:endParaRPr lang="en-US"/>
            </a:p>
          </p:txBody>
        </p:sp>
        <p:sp>
          <p:nvSpPr>
            <p:cNvPr id="11277" name="Text Box 2054"/>
            <p:cNvSpPr txBox="1">
              <a:spLocks noChangeArrowheads="1"/>
            </p:cNvSpPr>
            <p:nvPr/>
          </p:nvSpPr>
          <p:spPr bwMode="auto">
            <a:xfrm>
              <a:off x="1728" y="1809"/>
              <a:ext cx="1021" cy="538"/>
            </a:xfrm>
            <a:prstGeom prst="rect">
              <a:avLst/>
            </a:prstGeom>
            <a:noFill/>
            <a:ln w="9525">
              <a:noFill/>
              <a:miter lim="800000"/>
              <a:headEnd/>
              <a:tailEnd/>
            </a:ln>
          </p:spPr>
          <p:txBody>
            <a:bodyPr wrap="square">
              <a:spAutoFit/>
            </a:bodyPr>
            <a:lstStyle/>
            <a:p>
              <a:pPr algn="ctr">
                <a:spcBef>
                  <a:spcPct val="50000"/>
                </a:spcBef>
              </a:pPr>
              <a:r>
                <a:rPr lang="en-US" sz="2000" b="1" dirty="0">
                  <a:solidFill>
                    <a:schemeClr val="bg1"/>
                  </a:solidFill>
                  <a:latin typeface="Verdana" pitchFamily="34" charset="0"/>
                </a:rPr>
                <a:t>Strategic </a:t>
              </a:r>
            </a:p>
            <a:p>
              <a:pPr algn="ctr">
                <a:spcBef>
                  <a:spcPct val="50000"/>
                </a:spcBef>
              </a:pPr>
              <a:r>
                <a:rPr lang="en-US" sz="2000" b="1" dirty="0">
                  <a:solidFill>
                    <a:schemeClr val="bg1"/>
                  </a:solidFill>
                  <a:latin typeface="Verdana" pitchFamily="34" charset="0"/>
                </a:rPr>
                <a:t>Mgt</a:t>
              </a:r>
            </a:p>
          </p:txBody>
        </p:sp>
        <p:sp>
          <p:nvSpPr>
            <p:cNvPr id="11278" name="Text Box 2055"/>
            <p:cNvSpPr txBox="1">
              <a:spLocks noChangeArrowheads="1"/>
            </p:cNvSpPr>
            <p:nvPr/>
          </p:nvSpPr>
          <p:spPr bwMode="auto">
            <a:xfrm>
              <a:off x="1524" y="2726"/>
              <a:ext cx="1380" cy="250"/>
            </a:xfrm>
            <a:prstGeom prst="rect">
              <a:avLst/>
            </a:prstGeom>
            <a:noFill/>
            <a:ln w="9525">
              <a:noFill/>
              <a:miter lim="800000"/>
              <a:headEnd/>
              <a:tailEnd/>
            </a:ln>
          </p:spPr>
          <p:txBody>
            <a:bodyPr>
              <a:spAutoFit/>
            </a:bodyPr>
            <a:lstStyle/>
            <a:p>
              <a:pPr algn="ctr">
                <a:spcBef>
                  <a:spcPct val="50000"/>
                </a:spcBef>
              </a:pPr>
              <a:r>
                <a:rPr lang="en-US" sz="2000" b="1" dirty="0">
                  <a:solidFill>
                    <a:schemeClr val="bg1"/>
                  </a:solidFill>
                  <a:latin typeface="Verdana" pitchFamily="34" charset="0"/>
                </a:rPr>
                <a:t>Tactical Mgt</a:t>
              </a:r>
            </a:p>
          </p:txBody>
        </p:sp>
        <p:sp>
          <p:nvSpPr>
            <p:cNvPr id="11279" name="Text Box 2056"/>
            <p:cNvSpPr txBox="1">
              <a:spLocks noChangeArrowheads="1"/>
            </p:cNvSpPr>
            <p:nvPr/>
          </p:nvSpPr>
          <p:spPr bwMode="auto">
            <a:xfrm>
              <a:off x="1333" y="3542"/>
              <a:ext cx="1761" cy="250"/>
            </a:xfrm>
            <a:prstGeom prst="rect">
              <a:avLst/>
            </a:prstGeom>
            <a:noFill/>
            <a:ln w="9525">
              <a:noFill/>
              <a:miter lim="800000"/>
              <a:headEnd/>
              <a:tailEnd/>
            </a:ln>
          </p:spPr>
          <p:txBody>
            <a:bodyPr>
              <a:spAutoFit/>
            </a:bodyPr>
            <a:lstStyle/>
            <a:p>
              <a:pPr algn="ctr">
                <a:spcBef>
                  <a:spcPct val="50000"/>
                </a:spcBef>
              </a:pPr>
              <a:r>
                <a:rPr lang="en-US" sz="2000" b="1" dirty="0">
                  <a:solidFill>
                    <a:schemeClr val="bg1"/>
                  </a:solidFill>
                  <a:latin typeface="Verdana" pitchFamily="34" charset="0"/>
                </a:rPr>
                <a:t>Operations Mgt</a:t>
              </a:r>
            </a:p>
          </p:txBody>
        </p:sp>
      </p:grpSp>
      <p:sp>
        <p:nvSpPr>
          <p:cNvPr id="11268" name="Line 2057"/>
          <p:cNvSpPr>
            <a:spLocks noChangeShapeType="1"/>
          </p:cNvSpPr>
          <p:nvPr/>
        </p:nvSpPr>
        <p:spPr bwMode="auto">
          <a:xfrm>
            <a:off x="3640138" y="3946525"/>
            <a:ext cx="2946400" cy="0"/>
          </a:xfrm>
          <a:prstGeom prst="line">
            <a:avLst/>
          </a:prstGeom>
          <a:noFill/>
          <a:ln w="9525">
            <a:solidFill>
              <a:schemeClr val="tx1"/>
            </a:solidFill>
            <a:round/>
            <a:headEnd/>
            <a:tailEnd/>
          </a:ln>
        </p:spPr>
        <p:txBody>
          <a:bodyPr wrap="none"/>
          <a:lstStyle/>
          <a:p>
            <a:endParaRPr lang="en-MY"/>
          </a:p>
        </p:txBody>
      </p:sp>
      <p:sp>
        <p:nvSpPr>
          <p:cNvPr id="11269" name="Line 2058"/>
          <p:cNvSpPr>
            <a:spLocks noChangeShapeType="1"/>
          </p:cNvSpPr>
          <p:nvPr/>
        </p:nvSpPr>
        <p:spPr bwMode="auto">
          <a:xfrm>
            <a:off x="2659064" y="5241925"/>
            <a:ext cx="4833937" cy="0"/>
          </a:xfrm>
          <a:prstGeom prst="line">
            <a:avLst/>
          </a:prstGeom>
          <a:noFill/>
          <a:ln w="9525">
            <a:solidFill>
              <a:schemeClr val="tx1"/>
            </a:solidFill>
            <a:round/>
            <a:headEnd/>
            <a:tailEnd/>
          </a:ln>
        </p:spPr>
        <p:txBody>
          <a:bodyPr wrap="none"/>
          <a:lstStyle/>
          <a:p>
            <a:endParaRPr lang="en-MY"/>
          </a:p>
        </p:txBody>
      </p:sp>
      <p:pic>
        <p:nvPicPr>
          <p:cNvPr id="11270" name="Picture 2059" descr="http://images.google.com/images?q=tbn:taSyoubf-KUC:image.pathfinder.com/asiaweek/magazine/2000/0317/sr.boss.illust.jpg">
            <a:hlinkClick r:id="rId3"/>
          </p:cNvPr>
          <p:cNvPicPr>
            <a:picLocks noChangeAspect="1" noChangeArrowheads="1"/>
          </p:cNvPicPr>
          <p:nvPr/>
        </p:nvPicPr>
        <p:blipFill>
          <a:blip r:embed="rId4" cstate="print"/>
          <a:srcRect/>
          <a:stretch>
            <a:fillRect/>
          </a:stretch>
        </p:blipFill>
        <p:spPr bwMode="auto">
          <a:xfrm>
            <a:off x="7416801" y="3622675"/>
            <a:ext cx="1190625" cy="1085850"/>
          </a:xfrm>
          <a:prstGeom prst="rect">
            <a:avLst/>
          </a:prstGeom>
          <a:noFill/>
          <a:ln w="9525">
            <a:noFill/>
            <a:miter lim="800000"/>
            <a:headEnd/>
            <a:tailEnd/>
          </a:ln>
        </p:spPr>
      </p:pic>
      <p:pic>
        <p:nvPicPr>
          <p:cNvPr id="11271" name="Picture 2060" descr="http://images.google.com/images?q=tbn:ER0WW40gV0cC:www.utexas.edu/business/vp/graphics/boss.jpg">
            <a:hlinkClick r:id="rId5"/>
          </p:cNvPr>
          <p:cNvPicPr>
            <a:picLocks noChangeAspect="1" noChangeArrowheads="1"/>
          </p:cNvPicPr>
          <p:nvPr/>
        </p:nvPicPr>
        <p:blipFill>
          <a:blip r:embed="rId6" cstate="print"/>
          <a:srcRect/>
          <a:stretch>
            <a:fillRect/>
          </a:stretch>
        </p:blipFill>
        <p:spPr bwMode="auto">
          <a:xfrm>
            <a:off x="6208714" y="2033589"/>
            <a:ext cx="871537" cy="1303337"/>
          </a:xfrm>
          <a:prstGeom prst="rect">
            <a:avLst/>
          </a:prstGeom>
          <a:noFill/>
          <a:ln w="9525">
            <a:noFill/>
            <a:miter lim="800000"/>
            <a:headEnd/>
            <a:tailEnd/>
          </a:ln>
        </p:spPr>
      </p:pic>
      <p:sp>
        <p:nvSpPr>
          <p:cNvPr id="11272" name="Text Box 2061"/>
          <p:cNvSpPr txBox="1">
            <a:spLocks noChangeArrowheads="1"/>
          </p:cNvSpPr>
          <p:nvPr/>
        </p:nvSpPr>
        <p:spPr bwMode="auto">
          <a:xfrm>
            <a:off x="7040563" y="2498725"/>
            <a:ext cx="1509712" cy="457200"/>
          </a:xfrm>
          <a:prstGeom prst="rect">
            <a:avLst/>
          </a:prstGeom>
          <a:noFill/>
          <a:ln w="9525">
            <a:noFill/>
            <a:miter lim="800000"/>
            <a:headEnd/>
            <a:tailEnd/>
          </a:ln>
        </p:spPr>
        <p:txBody>
          <a:bodyPr>
            <a:spAutoFit/>
          </a:bodyPr>
          <a:lstStyle/>
          <a:p>
            <a:pPr algn="ctr">
              <a:spcBef>
                <a:spcPct val="50000"/>
              </a:spcBef>
            </a:pPr>
            <a:r>
              <a:rPr lang="en-US" sz="2400">
                <a:latin typeface="Verdana" pitchFamily="34" charset="0"/>
              </a:rPr>
              <a:t>What ?</a:t>
            </a:r>
          </a:p>
        </p:txBody>
      </p:sp>
      <p:sp>
        <p:nvSpPr>
          <p:cNvPr id="11273" name="Text Box 2062"/>
          <p:cNvSpPr txBox="1">
            <a:spLocks noChangeArrowheads="1"/>
          </p:cNvSpPr>
          <p:nvPr/>
        </p:nvSpPr>
        <p:spPr bwMode="auto">
          <a:xfrm>
            <a:off x="7416800" y="4632325"/>
            <a:ext cx="1511300" cy="457200"/>
          </a:xfrm>
          <a:prstGeom prst="rect">
            <a:avLst/>
          </a:prstGeom>
          <a:noFill/>
          <a:ln w="9525">
            <a:noFill/>
            <a:miter lim="800000"/>
            <a:headEnd/>
            <a:tailEnd/>
          </a:ln>
        </p:spPr>
        <p:txBody>
          <a:bodyPr>
            <a:spAutoFit/>
          </a:bodyPr>
          <a:lstStyle/>
          <a:p>
            <a:pPr algn="ctr">
              <a:spcBef>
                <a:spcPct val="50000"/>
              </a:spcBef>
            </a:pPr>
            <a:r>
              <a:rPr lang="en-US" sz="2400">
                <a:latin typeface="Verdana" pitchFamily="34" charset="0"/>
              </a:rPr>
              <a:t>How ?</a:t>
            </a:r>
          </a:p>
        </p:txBody>
      </p:sp>
      <p:pic>
        <p:nvPicPr>
          <p:cNvPr id="11274" name="Picture 2063" descr="http://images.google.com/images?q=tbn:oUNoHjb_vBEC:www-ehs.ucsd.edu/images/supervisor.gif">
            <a:hlinkClick r:id="rId7"/>
          </p:cNvPr>
          <p:cNvPicPr>
            <a:picLocks noChangeAspect="1" noChangeArrowheads="1"/>
          </p:cNvPicPr>
          <p:nvPr/>
        </p:nvPicPr>
        <p:blipFill>
          <a:blip r:embed="rId8" cstate="print"/>
          <a:srcRect/>
          <a:stretch>
            <a:fillRect/>
          </a:stretch>
        </p:blipFill>
        <p:spPr bwMode="auto">
          <a:xfrm>
            <a:off x="8645526" y="5062539"/>
            <a:ext cx="962025" cy="1017587"/>
          </a:xfrm>
          <a:prstGeom prst="rect">
            <a:avLst/>
          </a:prstGeom>
          <a:noFill/>
          <a:ln w="9525">
            <a:noFill/>
            <a:miter lim="800000"/>
            <a:headEnd/>
            <a:tailEnd/>
          </a:ln>
        </p:spPr>
      </p:pic>
      <p:sp>
        <p:nvSpPr>
          <p:cNvPr id="11275" name="Text Box 2064"/>
          <p:cNvSpPr txBox="1">
            <a:spLocks noChangeArrowheads="1"/>
          </p:cNvSpPr>
          <p:nvPr/>
        </p:nvSpPr>
        <p:spPr bwMode="auto">
          <a:xfrm>
            <a:off x="8323264" y="6080126"/>
            <a:ext cx="2039937" cy="396875"/>
          </a:xfrm>
          <a:prstGeom prst="rect">
            <a:avLst/>
          </a:prstGeom>
          <a:noFill/>
          <a:ln w="9525">
            <a:noFill/>
            <a:miter lim="800000"/>
            <a:headEnd/>
            <a:tailEnd/>
          </a:ln>
        </p:spPr>
        <p:txBody>
          <a:bodyPr>
            <a:spAutoFit/>
          </a:bodyPr>
          <a:lstStyle/>
          <a:p>
            <a:pPr algn="ctr">
              <a:spcBef>
                <a:spcPct val="50000"/>
              </a:spcBef>
            </a:pPr>
            <a:r>
              <a:rPr lang="en-US" sz="2000">
                <a:latin typeface="Verdana" pitchFamily="34" charset="0"/>
              </a:rPr>
              <a:t>Implement ?</a:t>
            </a:r>
          </a:p>
        </p:txBody>
      </p:sp>
      <p:sp>
        <p:nvSpPr>
          <p:cNvPr id="17" name="Title 1">
            <a:extLst>
              <a:ext uri="{FF2B5EF4-FFF2-40B4-BE49-F238E27FC236}">
                <a16:creationId xmlns:a16="http://schemas.microsoft.com/office/drawing/2014/main" id="{45DFC547-D241-A641-85ED-60BF5CCFD081}"/>
              </a:ext>
            </a:extLst>
          </p:cNvPr>
          <p:cNvSpPr txBox="1">
            <a:spLocks noChangeArrowheads="1"/>
          </p:cNvSpPr>
          <p:nvPr/>
        </p:nvSpPr>
        <p:spPr bwMode="auto">
          <a:xfrm>
            <a:off x="332444" y="628431"/>
            <a:ext cx="11491693"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sz="5400" b="1" dirty="0">
                <a:solidFill>
                  <a:srgbClr val="840F3E"/>
                </a:solidFill>
              </a:rPr>
              <a:t>ORGANIZATION AS SYSTEMS</a:t>
            </a:r>
          </a:p>
          <a:p>
            <a:pPr>
              <a:lnSpc>
                <a:spcPct val="90000"/>
              </a:lnSpc>
            </a:pPr>
            <a:r>
              <a:rPr lang="en-US" altLang="en-US" sz="4000" b="1" dirty="0">
                <a:solidFill>
                  <a:srgbClr val="840F3E"/>
                </a:solidFill>
                <a:latin typeface="Calibri Light" panose="020F0302020204030204" pitchFamily="34" charset="0"/>
              </a:rPr>
              <a:t>Level of Management</a:t>
            </a:r>
          </a:p>
        </p:txBody>
      </p:sp>
    </p:spTree>
    <p:extLst>
      <p:ext uri="{BB962C8B-B14F-4D97-AF65-F5344CB8AC3E}">
        <p14:creationId xmlns:p14="http://schemas.microsoft.com/office/powerpoint/2010/main" val="4049785857"/>
      </p:ext>
    </p:extLst>
  </p:cSld>
  <p:clrMapOvr>
    <a:masterClrMapping/>
  </p:clrMapOvr>
  <mc:AlternateContent xmlns:mc="http://schemas.openxmlformats.org/markup-compatibility/2006" xmlns:p14="http://schemas.microsoft.com/office/powerpoint/2010/main">
    <mc:Choice Requires="p14">
      <p:transition spd="slow" p14:dur="2000" advTm="22965"/>
    </mc:Choice>
    <mc:Fallback xmlns="">
      <p:transition spd="slow" advTm="22965"/>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5"/>
          <p:cNvSpPr>
            <a:spLocks noChangeArrowheads="1"/>
          </p:cNvSpPr>
          <p:nvPr/>
        </p:nvSpPr>
        <p:spPr bwMode="auto">
          <a:xfrm>
            <a:off x="4038600" y="228600"/>
            <a:ext cx="6248400" cy="6096000"/>
          </a:xfrm>
          <a:prstGeom prst="rect">
            <a:avLst/>
          </a:prstGeom>
          <a:noFill/>
          <a:ln w="9525">
            <a:solidFill>
              <a:schemeClr val="tx1"/>
            </a:solidFill>
            <a:miter lim="800000"/>
            <a:headEnd/>
            <a:tailEnd/>
          </a:ln>
          <a:effectLst>
            <a:outerShdw dist="107763" dir="2700000" algn="ctr" rotWithShape="0">
              <a:schemeClr val="bg2"/>
            </a:outerShdw>
          </a:effectLst>
        </p:spPr>
        <p:txBody>
          <a:bodyPr wrap="none" anchor="ctr"/>
          <a:lstStyle/>
          <a:p>
            <a:endParaRPr lang="en-US"/>
          </a:p>
        </p:txBody>
      </p:sp>
      <p:sp>
        <p:nvSpPr>
          <p:cNvPr id="12291" name="Rectangle 6"/>
          <p:cNvSpPr>
            <a:spLocks noChangeArrowheads="1"/>
          </p:cNvSpPr>
          <p:nvPr/>
        </p:nvSpPr>
        <p:spPr bwMode="auto">
          <a:xfrm>
            <a:off x="8077201" y="1219200"/>
            <a:ext cx="1649413" cy="990600"/>
          </a:xfrm>
          <a:prstGeom prst="rect">
            <a:avLst/>
          </a:prstGeom>
          <a:solidFill>
            <a:srgbClr val="E19F31"/>
          </a:solidFill>
          <a:ln w="9525">
            <a:noFill/>
            <a:miter lim="800000"/>
            <a:headEnd/>
            <a:tailEnd/>
          </a:ln>
        </p:spPr>
        <p:txBody>
          <a:bodyPr wrap="none" anchor="ctr"/>
          <a:lstStyle/>
          <a:p>
            <a:pPr algn="ctr"/>
            <a:r>
              <a:rPr lang="en-US" sz="1400" b="1" dirty="0"/>
              <a:t>Inventory </a:t>
            </a:r>
          </a:p>
          <a:p>
            <a:pPr algn="ctr"/>
            <a:r>
              <a:rPr lang="en-US" sz="1400" b="1" dirty="0"/>
              <a:t>management </a:t>
            </a:r>
          </a:p>
          <a:p>
            <a:pPr algn="ctr"/>
            <a:r>
              <a:rPr lang="en-US" sz="1400" b="1" dirty="0"/>
              <a:t>system</a:t>
            </a:r>
          </a:p>
        </p:txBody>
      </p:sp>
      <p:sp>
        <p:nvSpPr>
          <p:cNvPr id="12292" name="Rectangle 7"/>
          <p:cNvSpPr>
            <a:spLocks noChangeArrowheads="1"/>
          </p:cNvSpPr>
          <p:nvPr/>
        </p:nvSpPr>
        <p:spPr bwMode="auto">
          <a:xfrm>
            <a:off x="4572001" y="1828800"/>
            <a:ext cx="1649413" cy="990600"/>
          </a:xfrm>
          <a:prstGeom prst="rect">
            <a:avLst/>
          </a:prstGeom>
          <a:solidFill>
            <a:srgbClr val="E19F31"/>
          </a:solidFill>
          <a:ln w="9525">
            <a:noFill/>
            <a:miter lim="800000"/>
            <a:headEnd/>
            <a:tailEnd/>
          </a:ln>
        </p:spPr>
        <p:txBody>
          <a:bodyPr wrap="none" anchor="ctr"/>
          <a:lstStyle/>
          <a:p>
            <a:pPr algn="ctr"/>
            <a:r>
              <a:rPr lang="en-US" sz="1400" b="1"/>
              <a:t>Manufacturing </a:t>
            </a:r>
          </a:p>
          <a:p>
            <a:pPr algn="ctr"/>
            <a:r>
              <a:rPr lang="en-US" sz="1400" b="1"/>
              <a:t>System</a:t>
            </a:r>
          </a:p>
        </p:txBody>
      </p:sp>
      <p:sp>
        <p:nvSpPr>
          <p:cNvPr id="12293" name="Rectangle 8"/>
          <p:cNvSpPr>
            <a:spLocks noChangeArrowheads="1"/>
          </p:cNvSpPr>
          <p:nvPr/>
        </p:nvSpPr>
        <p:spPr bwMode="auto">
          <a:xfrm>
            <a:off x="4333875" y="3200400"/>
            <a:ext cx="5657850" cy="2819400"/>
          </a:xfrm>
          <a:prstGeom prst="rect">
            <a:avLst/>
          </a:prstGeom>
          <a:solidFill>
            <a:srgbClr val="E19F31"/>
          </a:solidFill>
          <a:ln w="9525">
            <a:noFill/>
            <a:miter lim="800000"/>
            <a:headEnd/>
            <a:tailEnd/>
          </a:ln>
        </p:spPr>
        <p:txBody>
          <a:bodyPr wrap="none" anchor="ctr"/>
          <a:lstStyle/>
          <a:p>
            <a:pPr algn="ctr"/>
            <a:r>
              <a:rPr lang="en-US" sz="1600" b="1"/>
              <a:t>Customer </a:t>
            </a:r>
          </a:p>
          <a:p>
            <a:pPr algn="ctr"/>
            <a:r>
              <a:rPr lang="en-US" sz="1600" b="1"/>
              <a:t>support </a:t>
            </a:r>
          </a:p>
          <a:p>
            <a:pPr algn="ctr"/>
            <a:r>
              <a:rPr lang="en-US" sz="1600" b="1"/>
              <a:t>system</a:t>
            </a:r>
          </a:p>
        </p:txBody>
      </p:sp>
      <p:sp>
        <p:nvSpPr>
          <p:cNvPr id="12294" name="Rectangle 10"/>
          <p:cNvSpPr>
            <a:spLocks noChangeArrowheads="1"/>
          </p:cNvSpPr>
          <p:nvPr/>
        </p:nvSpPr>
        <p:spPr bwMode="auto">
          <a:xfrm>
            <a:off x="4568825" y="3429000"/>
            <a:ext cx="1709738" cy="1066800"/>
          </a:xfrm>
          <a:prstGeom prst="rect">
            <a:avLst/>
          </a:prstGeom>
          <a:solidFill>
            <a:srgbClr val="B2B2B2"/>
          </a:solidFill>
          <a:ln w="9525">
            <a:solidFill>
              <a:schemeClr val="tx1"/>
            </a:solidFill>
            <a:miter lim="800000"/>
            <a:headEnd/>
            <a:tailEnd/>
          </a:ln>
        </p:spPr>
        <p:txBody>
          <a:bodyPr wrap="none" anchor="ctr"/>
          <a:lstStyle/>
          <a:p>
            <a:pPr algn="ctr"/>
            <a:endParaRPr lang="en-US" sz="1600" b="1" dirty="0"/>
          </a:p>
          <a:p>
            <a:pPr algn="ctr"/>
            <a:r>
              <a:rPr lang="en-US" sz="1600" b="1" dirty="0"/>
              <a:t>Customer </a:t>
            </a:r>
          </a:p>
          <a:p>
            <a:pPr algn="ctr"/>
            <a:r>
              <a:rPr lang="en-US" sz="1600" b="1" dirty="0"/>
              <a:t>maintenance </a:t>
            </a:r>
          </a:p>
          <a:p>
            <a:pPr algn="ctr"/>
            <a:r>
              <a:rPr lang="en-US" sz="1600" b="1" dirty="0"/>
              <a:t>subsystem</a:t>
            </a:r>
          </a:p>
          <a:p>
            <a:pPr algn="ctr"/>
            <a:endParaRPr lang="en-US" sz="1600" b="1" dirty="0"/>
          </a:p>
        </p:txBody>
      </p:sp>
      <p:sp>
        <p:nvSpPr>
          <p:cNvPr id="12295" name="Rectangle 11"/>
          <p:cNvSpPr>
            <a:spLocks noChangeArrowheads="1"/>
          </p:cNvSpPr>
          <p:nvPr/>
        </p:nvSpPr>
        <p:spPr bwMode="auto">
          <a:xfrm>
            <a:off x="8047039" y="3429000"/>
            <a:ext cx="1709737" cy="1066800"/>
          </a:xfrm>
          <a:prstGeom prst="rect">
            <a:avLst/>
          </a:prstGeom>
          <a:solidFill>
            <a:srgbClr val="B2B2B2"/>
          </a:solidFill>
          <a:ln w="9525">
            <a:solidFill>
              <a:schemeClr val="tx1"/>
            </a:solidFill>
            <a:miter lim="800000"/>
            <a:headEnd/>
            <a:tailEnd/>
          </a:ln>
        </p:spPr>
        <p:txBody>
          <a:bodyPr wrap="none" anchor="ctr"/>
          <a:lstStyle/>
          <a:p>
            <a:pPr algn="ctr"/>
            <a:endParaRPr lang="en-US" sz="1600" b="1"/>
          </a:p>
          <a:p>
            <a:pPr algn="ctr"/>
            <a:r>
              <a:rPr lang="en-US" sz="1600" b="1"/>
              <a:t>Order-entry </a:t>
            </a:r>
          </a:p>
          <a:p>
            <a:pPr algn="ctr"/>
            <a:r>
              <a:rPr lang="en-US" sz="1600" b="1"/>
              <a:t>subsystem</a:t>
            </a:r>
          </a:p>
          <a:p>
            <a:pPr algn="ctr"/>
            <a:endParaRPr lang="en-US" sz="1600" b="1"/>
          </a:p>
        </p:txBody>
      </p:sp>
      <p:sp>
        <p:nvSpPr>
          <p:cNvPr id="12296" name="Rectangle 12"/>
          <p:cNvSpPr>
            <a:spLocks noChangeArrowheads="1"/>
          </p:cNvSpPr>
          <p:nvPr/>
        </p:nvSpPr>
        <p:spPr bwMode="auto">
          <a:xfrm>
            <a:off x="4568825" y="4724400"/>
            <a:ext cx="1709738" cy="1066800"/>
          </a:xfrm>
          <a:prstGeom prst="rect">
            <a:avLst/>
          </a:prstGeom>
          <a:solidFill>
            <a:srgbClr val="B2B2B2"/>
          </a:solidFill>
          <a:ln w="9525">
            <a:solidFill>
              <a:schemeClr val="tx1"/>
            </a:solidFill>
            <a:miter lim="800000"/>
            <a:headEnd/>
            <a:tailEnd/>
          </a:ln>
        </p:spPr>
        <p:txBody>
          <a:bodyPr wrap="none" anchor="ctr"/>
          <a:lstStyle/>
          <a:p>
            <a:pPr algn="ctr"/>
            <a:endParaRPr lang="en-US" sz="1600" b="1"/>
          </a:p>
          <a:p>
            <a:pPr algn="ctr"/>
            <a:r>
              <a:rPr lang="en-US" sz="1600" b="1"/>
              <a:t>Catalog </a:t>
            </a:r>
          </a:p>
          <a:p>
            <a:pPr algn="ctr"/>
            <a:r>
              <a:rPr lang="en-US" sz="1600" b="1"/>
              <a:t>maintenance </a:t>
            </a:r>
          </a:p>
          <a:p>
            <a:pPr algn="ctr"/>
            <a:r>
              <a:rPr lang="en-US" sz="1600" b="1"/>
              <a:t>subsystem</a:t>
            </a:r>
          </a:p>
          <a:p>
            <a:pPr algn="ctr"/>
            <a:endParaRPr lang="en-US" sz="1600" b="1"/>
          </a:p>
        </p:txBody>
      </p:sp>
      <p:sp>
        <p:nvSpPr>
          <p:cNvPr id="12297" name="Rectangle 13"/>
          <p:cNvSpPr>
            <a:spLocks noChangeArrowheads="1"/>
          </p:cNvSpPr>
          <p:nvPr/>
        </p:nvSpPr>
        <p:spPr bwMode="auto">
          <a:xfrm>
            <a:off x="8047039" y="4724400"/>
            <a:ext cx="1709737" cy="1066800"/>
          </a:xfrm>
          <a:prstGeom prst="rect">
            <a:avLst/>
          </a:prstGeom>
          <a:solidFill>
            <a:srgbClr val="B2B2B2"/>
          </a:solidFill>
          <a:ln w="9525">
            <a:solidFill>
              <a:schemeClr val="tx1"/>
            </a:solidFill>
            <a:miter lim="800000"/>
            <a:headEnd/>
            <a:tailEnd/>
          </a:ln>
        </p:spPr>
        <p:txBody>
          <a:bodyPr wrap="none" anchor="ctr"/>
          <a:lstStyle/>
          <a:p>
            <a:pPr algn="ctr"/>
            <a:endParaRPr lang="en-US" sz="1600" b="1"/>
          </a:p>
          <a:p>
            <a:pPr algn="ctr"/>
            <a:r>
              <a:rPr lang="en-US" sz="1600" b="1"/>
              <a:t>Order </a:t>
            </a:r>
          </a:p>
          <a:p>
            <a:pPr algn="ctr"/>
            <a:r>
              <a:rPr lang="en-US" sz="1600" b="1"/>
              <a:t>fulfillment </a:t>
            </a:r>
          </a:p>
          <a:p>
            <a:pPr algn="ctr"/>
            <a:r>
              <a:rPr lang="en-US" sz="1600" b="1"/>
              <a:t>subsystem</a:t>
            </a:r>
          </a:p>
          <a:p>
            <a:pPr algn="ctr"/>
            <a:endParaRPr lang="en-US" sz="1600" b="1"/>
          </a:p>
        </p:txBody>
      </p:sp>
      <p:sp>
        <p:nvSpPr>
          <p:cNvPr id="12298" name="Text Box 14"/>
          <p:cNvSpPr txBox="1">
            <a:spLocks noChangeArrowheads="1"/>
          </p:cNvSpPr>
          <p:nvPr/>
        </p:nvSpPr>
        <p:spPr bwMode="auto">
          <a:xfrm>
            <a:off x="4038600" y="387350"/>
            <a:ext cx="6019800" cy="369332"/>
          </a:xfrm>
          <a:prstGeom prst="rect">
            <a:avLst/>
          </a:prstGeom>
          <a:noFill/>
          <a:ln w="9525">
            <a:noFill/>
            <a:miter lim="800000"/>
            <a:headEnd/>
            <a:tailEnd/>
          </a:ln>
        </p:spPr>
        <p:txBody>
          <a:bodyPr wrap="square">
            <a:spAutoFit/>
          </a:bodyPr>
          <a:lstStyle/>
          <a:p>
            <a:pPr algn="ctr">
              <a:spcBef>
                <a:spcPct val="50000"/>
              </a:spcBef>
            </a:pPr>
            <a:r>
              <a:rPr lang="en-US" b="1" dirty="0">
                <a:latin typeface="Verdana" pitchFamily="34" charset="0"/>
              </a:rPr>
              <a:t>PRODUCTION SYSTEM (SUPER-SYSTEM)</a:t>
            </a:r>
          </a:p>
        </p:txBody>
      </p:sp>
      <p:sp>
        <p:nvSpPr>
          <p:cNvPr id="12299" name="Text Box 17"/>
          <p:cNvSpPr txBox="1">
            <a:spLocks noChangeArrowheads="1"/>
          </p:cNvSpPr>
          <p:nvPr/>
        </p:nvSpPr>
        <p:spPr bwMode="auto">
          <a:xfrm>
            <a:off x="875259" y="256876"/>
            <a:ext cx="3015703" cy="1477328"/>
          </a:xfrm>
          <a:prstGeom prst="rect">
            <a:avLst/>
          </a:prstGeom>
          <a:solidFill>
            <a:srgbClr val="840F3E"/>
          </a:solidFill>
          <a:ln w="9525">
            <a:noFill/>
            <a:miter lim="800000"/>
            <a:headEnd/>
            <a:tailEnd/>
          </a:ln>
        </p:spPr>
        <p:txBody>
          <a:bodyPr wrap="square">
            <a:spAutoFit/>
          </a:bodyPr>
          <a:lstStyle/>
          <a:p>
            <a:pPr>
              <a:spcBef>
                <a:spcPct val="50000"/>
              </a:spcBef>
            </a:pPr>
            <a:r>
              <a:rPr lang="en-US" b="1" dirty="0">
                <a:solidFill>
                  <a:schemeClr val="bg1"/>
                </a:solidFill>
                <a:latin typeface="Verdana" pitchFamily="34" charset="0"/>
              </a:rPr>
              <a:t>System:</a:t>
            </a:r>
            <a:r>
              <a:rPr lang="en-US" dirty="0">
                <a:solidFill>
                  <a:schemeClr val="bg1"/>
                </a:solidFill>
                <a:latin typeface="Verdana" pitchFamily="34" charset="0"/>
              </a:rPr>
              <a:t> a collection of interrelated components that function together to achieve some outcome</a:t>
            </a:r>
          </a:p>
        </p:txBody>
      </p:sp>
      <p:sp>
        <p:nvSpPr>
          <p:cNvPr id="12300" name="Text Box 18"/>
          <p:cNvSpPr txBox="1">
            <a:spLocks noChangeArrowheads="1"/>
          </p:cNvSpPr>
          <p:nvPr/>
        </p:nvSpPr>
        <p:spPr bwMode="auto">
          <a:xfrm>
            <a:off x="875259" y="1835078"/>
            <a:ext cx="3015703" cy="2308324"/>
          </a:xfrm>
          <a:prstGeom prst="rect">
            <a:avLst/>
          </a:prstGeom>
          <a:solidFill>
            <a:srgbClr val="840F3E"/>
          </a:solidFill>
          <a:ln w="9525">
            <a:noFill/>
            <a:miter lim="800000"/>
            <a:headEnd/>
            <a:tailEnd/>
          </a:ln>
        </p:spPr>
        <p:txBody>
          <a:bodyPr wrap="square">
            <a:spAutoFit/>
          </a:bodyPr>
          <a:lstStyle/>
          <a:p>
            <a:pPr>
              <a:spcBef>
                <a:spcPct val="50000"/>
              </a:spcBef>
            </a:pPr>
            <a:r>
              <a:rPr lang="en-US" b="1" dirty="0">
                <a:solidFill>
                  <a:schemeClr val="bg1"/>
                </a:solidFill>
                <a:latin typeface="Verdana" pitchFamily="34" charset="0"/>
              </a:rPr>
              <a:t>Information System:</a:t>
            </a:r>
            <a:r>
              <a:rPr lang="en-US" dirty="0">
                <a:solidFill>
                  <a:schemeClr val="bg1"/>
                </a:solidFill>
                <a:latin typeface="Verdana" pitchFamily="34" charset="0"/>
              </a:rPr>
              <a:t> a collection of interrelated components that collect, process, store, and provide as output the information needed to complete business tasks.</a:t>
            </a:r>
          </a:p>
        </p:txBody>
      </p:sp>
      <p:sp>
        <p:nvSpPr>
          <p:cNvPr id="12301" name="Text Box 19"/>
          <p:cNvSpPr txBox="1">
            <a:spLocks noChangeArrowheads="1"/>
          </p:cNvSpPr>
          <p:nvPr/>
        </p:nvSpPr>
        <p:spPr bwMode="auto">
          <a:xfrm>
            <a:off x="875259" y="4304963"/>
            <a:ext cx="3015703" cy="923330"/>
          </a:xfrm>
          <a:prstGeom prst="rect">
            <a:avLst/>
          </a:prstGeom>
          <a:solidFill>
            <a:srgbClr val="840F3E"/>
          </a:solidFill>
          <a:ln w="9525">
            <a:noFill/>
            <a:miter lim="800000"/>
            <a:headEnd/>
            <a:tailEnd/>
          </a:ln>
        </p:spPr>
        <p:txBody>
          <a:bodyPr wrap="square">
            <a:spAutoFit/>
          </a:bodyPr>
          <a:lstStyle/>
          <a:p>
            <a:pPr>
              <a:spcBef>
                <a:spcPct val="50000"/>
              </a:spcBef>
            </a:pPr>
            <a:r>
              <a:rPr lang="en-US" b="1" dirty="0">
                <a:solidFill>
                  <a:schemeClr val="bg1"/>
                </a:solidFill>
                <a:latin typeface="Verdana" pitchFamily="34" charset="0"/>
              </a:rPr>
              <a:t>Sub-system:</a:t>
            </a:r>
            <a:r>
              <a:rPr lang="en-US" dirty="0">
                <a:solidFill>
                  <a:schemeClr val="bg1"/>
                </a:solidFill>
                <a:latin typeface="Verdana" pitchFamily="34" charset="0"/>
              </a:rPr>
              <a:t> a system that is part of a larger system</a:t>
            </a:r>
          </a:p>
        </p:txBody>
      </p:sp>
      <p:sp>
        <p:nvSpPr>
          <p:cNvPr id="12302" name="Text Box 20"/>
          <p:cNvSpPr txBox="1">
            <a:spLocks noChangeArrowheads="1"/>
          </p:cNvSpPr>
          <p:nvPr/>
        </p:nvSpPr>
        <p:spPr bwMode="auto">
          <a:xfrm>
            <a:off x="875259" y="5405367"/>
            <a:ext cx="3015703" cy="923330"/>
          </a:xfrm>
          <a:prstGeom prst="rect">
            <a:avLst/>
          </a:prstGeom>
          <a:solidFill>
            <a:srgbClr val="840F3E"/>
          </a:solidFill>
          <a:ln w="9525">
            <a:noFill/>
            <a:miter lim="800000"/>
            <a:headEnd/>
            <a:tailEnd/>
          </a:ln>
        </p:spPr>
        <p:txBody>
          <a:bodyPr wrap="square">
            <a:spAutoFit/>
          </a:bodyPr>
          <a:lstStyle/>
          <a:p>
            <a:pPr>
              <a:spcBef>
                <a:spcPct val="50000"/>
              </a:spcBef>
            </a:pPr>
            <a:r>
              <a:rPr lang="en-US" b="1" dirty="0">
                <a:solidFill>
                  <a:schemeClr val="bg1"/>
                </a:solidFill>
                <a:latin typeface="Verdana" pitchFamily="34" charset="0"/>
              </a:rPr>
              <a:t>Super-system:</a:t>
            </a:r>
            <a:r>
              <a:rPr lang="en-US" dirty="0">
                <a:solidFill>
                  <a:schemeClr val="bg1"/>
                </a:solidFill>
                <a:latin typeface="Verdana" pitchFamily="34" charset="0"/>
              </a:rPr>
              <a:t> a larger system that contains other systems</a:t>
            </a:r>
          </a:p>
        </p:txBody>
      </p:sp>
      <p:sp>
        <p:nvSpPr>
          <p:cNvPr id="15" name="Slide Number Placeholder 14"/>
          <p:cNvSpPr>
            <a:spLocks noGrp="1"/>
          </p:cNvSpPr>
          <p:nvPr>
            <p:ph type="sldNum" sz="quarter" idx="12"/>
          </p:nvPr>
        </p:nvSpPr>
        <p:spPr/>
        <p:txBody>
          <a:bodyPr/>
          <a:lstStyle/>
          <a:p>
            <a:pPr>
              <a:defRPr/>
            </a:pPr>
            <a:fld id="{7C40D79F-C51A-4C08-8074-211DC6804BF5}" type="slidenum">
              <a:rPr lang="en-MY" smtClean="0"/>
              <a:pPr>
                <a:defRPr/>
              </a:pPr>
              <a:t>12</a:t>
            </a:fld>
            <a:endParaRPr lang="en-MY" dirty="0"/>
          </a:p>
        </p:txBody>
      </p:sp>
    </p:spTree>
    <p:extLst>
      <p:ext uri="{BB962C8B-B14F-4D97-AF65-F5344CB8AC3E}">
        <p14:creationId xmlns:p14="http://schemas.microsoft.com/office/powerpoint/2010/main" val="3726288923"/>
      </p:ext>
    </p:extLst>
  </p:cSld>
  <p:clrMapOvr>
    <a:masterClrMapping/>
  </p:clrMapOvr>
  <mc:AlternateContent xmlns:mc="http://schemas.openxmlformats.org/markup-compatibility/2006" xmlns:p14="http://schemas.microsoft.com/office/powerpoint/2010/main">
    <mc:Choice Requires="p14">
      <p:transition spd="slow" p14:dur="2000" advTm="74974"/>
    </mc:Choice>
    <mc:Fallback xmlns="">
      <p:transition spd="slow" advTm="74974"/>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7C40D79F-C51A-4C08-8074-211DC6804BF5}" type="slidenum">
              <a:rPr lang="en-MY" smtClean="0"/>
              <a:pPr>
                <a:defRPr/>
              </a:pPr>
              <a:t>13</a:t>
            </a:fld>
            <a:endParaRPr lang="en-MY" dirty="0"/>
          </a:p>
        </p:txBody>
      </p:sp>
      <p:pic>
        <p:nvPicPr>
          <p:cNvPr id="13315" name="Picture 2069" descr="D:\Whitten JPEGs for PPT\ch01\whi74173_po01.jpg"/>
          <p:cNvPicPr>
            <a:picLocks noChangeAspect="1" noChangeArrowheads="1"/>
          </p:cNvPicPr>
          <p:nvPr/>
        </p:nvPicPr>
        <p:blipFill>
          <a:blip r:embed="rId3" cstate="print"/>
          <a:srcRect/>
          <a:stretch>
            <a:fillRect/>
          </a:stretch>
        </p:blipFill>
        <p:spPr bwMode="auto">
          <a:xfrm>
            <a:off x="3288218" y="1405718"/>
            <a:ext cx="5649674" cy="5147481"/>
          </a:xfrm>
          <a:prstGeom prst="rect">
            <a:avLst/>
          </a:prstGeom>
          <a:noFill/>
          <a:ln w="9525">
            <a:noFill/>
            <a:miter lim="800000"/>
            <a:headEnd/>
            <a:tailEnd/>
          </a:ln>
        </p:spPr>
      </p:pic>
      <p:sp>
        <p:nvSpPr>
          <p:cNvPr id="5" name="Title 1">
            <a:extLst>
              <a:ext uri="{FF2B5EF4-FFF2-40B4-BE49-F238E27FC236}">
                <a16:creationId xmlns:a16="http://schemas.microsoft.com/office/drawing/2014/main" id="{25053F65-20FD-0041-A8E3-56245E3C99BB}"/>
              </a:ext>
            </a:extLst>
          </p:cNvPr>
          <p:cNvSpPr txBox="1">
            <a:spLocks noChangeArrowheads="1"/>
          </p:cNvSpPr>
          <p:nvPr/>
        </p:nvSpPr>
        <p:spPr bwMode="auto">
          <a:xfrm>
            <a:off x="332444" y="628431"/>
            <a:ext cx="11491693"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sz="5400" b="1" dirty="0">
                <a:solidFill>
                  <a:srgbClr val="840F3E"/>
                </a:solidFill>
              </a:rPr>
              <a:t>A FRAMEWORK FOR IS</a:t>
            </a:r>
            <a:endParaRPr lang="en-US" altLang="en-US" sz="5400" b="1" dirty="0">
              <a:solidFill>
                <a:srgbClr val="840F3E"/>
              </a:solidFill>
              <a:latin typeface="Calibri Light" panose="020F0302020204030204" pitchFamily="34" charset="0"/>
            </a:endParaRPr>
          </a:p>
        </p:txBody>
      </p:sp>
    </p:spTree>
    <p:extLst>
      <p:ext uri="{BB962C8B-B14F-4D97-AF65-F5344CB8AC3E}">
        <p14:creationId xmlns:p14="http://schemas.microsoft.com/office/powerpoint/2010/main" val="597430852"/>
      </p:ext>
    </p:extLst>
  </p:cSld>
  <p:clrMapOvr>
    <a:masterClrMapping/>
  </p:clrMapOvr>
  <mc:AlternateContent xmlns:mc="http://schemas.openxmlformats.org/markup-compatibility/2006" xmlns:p14="http://schemas.microsoft.com/office/powerpoint/2010/main">
    <mc:Choice Requires="p14">
      <p:transition spd="slow" p14:dur="2000" advTm="66396"/>
    </mc:Choice>
    <mc:Fallback xmlns="">
      <p:transition spd="slow" advTm="66396"/>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7C40D79F-C51A-4C08-8074-211DC6804BF5}" type="slidenum">
              <a:rPr lang="en-MY" smtClean="0"/>
              <a:pPr/>
              <a:t>14</a:t>
            </a:fld>
            <a:endParaRPr lang="en-MY" dirty="0"/>
          </a:p>
        </p:txBody>
      </p:sp>
      <p:sp>
        <p:nvSpPr>
          <p:cNvPr id="14339" name="Rectangle 1027"/>
          <p:cNvSpPr>
            <a:spLocks noGrp="1" noChangeArrowheads="1"/>
          </p:cNvSpPr>
          <p:nvPr>
            <p:ph idx="4294967295"/>
          </p:nvPr>
        </p:nvSpPr>
        <p:spPr/>
        <p:txBody>
          <a:bodyPr/>
          <a:lstStyle/>
          <a:p>
            <a:pPr marL="0" indent="0">
              <a:buNone/>
            </a:pPr>
            <a:endParaRPr lang="en-US" dirty="0"/>
          </a:p>
        </p:txBody>
      </p:sp>
      <p:sp>
        <p:nvSpPr>
          <p:cNvPr id="6" name="Title 1">
            <a:extLst>
              <a:ext uri="{FF2B5EF4-FFF2-40B4-BE49-F238E27FC236}">
                <a16:creationId xmlns:a16="http://schemas.microsoft.com/office/drawing/2014/main" id="{6350CF77-D1E5-FB40-B9A9-5461063E8DE0}"/>
              </a:ext>
            </a:extLst>
          </p:cNvPr>
          <p:cNvSpPr txBox="1">
            <a:spLocks noChangeArrowheads="1"/>
          </p:cNvSpPr>
          <p:nvPr/>
        </p:nvSpPr>
        <p:spPr bwMode="auto">
          <a:xfrm>
            <a:off x="332444" y="628431"/>
            <a:ext cx="11491693"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sz="5400" b="1" dirty="0">
                <a:solidFill>
                  <a:srgbClr val="840F3E"/>
                </a:solidFill>
              </a:rPr>
              <a:t>BUSINESS DRIVERS FOR TODAY’S INFORMATION SYSTEMS</a:t>
            </a:r>
            <a:endParaRPr lang="en-US" altLang="en-US" sz="5400" b="1" dirty="0">
              <a:solidFill>
                <a:srgbClr val="840F3E"/>
              </a:solidFill>
              <a:latin typeface="Calibri Light" panose="020F0302020204030204" pitchFamily="34" charset="0"/>
            </a:endParaRPr>
          </a:p>
        </p:txBody>
      </p:sp>
      <p:sp>
        <p:nvSpPr>
          <p:cNvPr id="7" name="Rectangle 1027">
            <a:extLst>
              <a:ext uri="{FF2B5EF4-FFF2-40B4-BE49-F238E27FC236}">
                <a16:creationId xmlns:a16="http://schemas.microsoft.com/office/drawing/2014/main" id="{A023C852-6B6D-914E-96A0-9D7730816D15}"/>
              </a:ext>
            </a:extLst>
          </p:cNvPr>
          <p:cNvSpPr txBox="1">
            <a:spLocks noChangeArrowheads="1"/>
          </p:cNvSpPr>
          <p:nvPr/>
        </p:nvSpPr>
        <p:spPr>
          <a:xfrm>
            <a:off x="380999" y="2043437"/>
            <a:ext cx="11491693" cy="4525963"/>
          </a:xfrm>
          <a:prstGeom prst="rect">
            <a:avLst/>
          </a:prstGeom>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600"/>
              <a:t>Globalization of the Economy</a:t>
            </a:r>
          </a:p>
          <a:p>
            <a:r>
              <a:rPr lang="en-US" sz="3600"/>
              <a:t>Electronic Commerce and Business</a:t>
            </a:r>
          </a:p>
          <a:p>
            <a:r>
              <a:rPr lang="en-US" sz="3600"/>
              <a:t>Security and Privacy</a:t>
            </a:r>
          </a:p>
          <a:p>
            <a:r>
              <a:rPr lang="en-US" sz="3600"/>
              <a:t>Collaboration and Partnership</a:t>
            </a:r>
          </a:p>
          <a:p>
            <a:r>
              <a:rPr lang="en-US" sz="3600"/>
              <a:t>Knowledge Asset Management</a:t>
            </a:r>
          </a:p>
          <a:p>
            <a:r>
              <a:rPr lang="en-US" sz="3600"/>
              <a:t>Continuous Improvement and Total Quality Management</a:t>
            </a:r>
          </a:p>
          <a:p>
            <a:r>
              <a:rPr lang="en-US" sz="3600"/>
              <a:t>Business Process Redesign</a:t>
            </a:r>
            <a:endParaRPr lang="en-US" sz="3600" dirty="0"/>
          </a:p>
        </p:txBody>
      </p:sp>
    </p:spTree>
    <p:extLst>
      <p:ext uri="{BB962C8B-B14F-4D97-AF65-F5344CB8AC3E}">
        <p14:creationId xmlns:p14="http://schemas.microsoft.com/office/powerpoint/2010/main" val="769075992"/>
      </p:ext>
    </p:extLst>
  </p:cSld>
  <p:clrMapOvr>
    <a:masterClrMapping/>
  </p:clrMapOvr>
  <mc:AlternateContent xmlns:mc="http://schemas.openxmlformats.org/markup-compatibility/2006" xmlns:p14="http://schemas.microsoft.com/office/powerpoint/2010/main">
    <mc:Choice Requires="p14">
      <p:transition spd="slow" p14:dur="2000" advTm="27878"/>
    </mc:Choice>
    <mc:Fallback xmlns="">
      <p:transition spd="slow" advTm="27878"/>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7C40D79F-C51A-4C08-8074-211DC6804BF5}" type="slidenum">
              <a:rPr lang="en-MY" smtClean="0"/>
              <a:pPr/>
              <a:t>15</a:t>
            </a:fld>
            <a:endParaRPr lang="en-MY" dirty="0"/>
          </a:p>
        </p:txBody>
      </p:sp>
      <p:sp>
        <p:nvSpPr>
          <p:cNvPr id="15362" name="Rectangle 3"/>
          <p:cNvSpPr>
            <a:spLocks noGrp="1" noChangeArrowheads="1"/>
          </p:cNvSpPr>
          <p:nvPr>
            <p:ph idx="4294967295"/>
          </p:nvPr>
        </p:nvSpPr>
        <p:spPr/>
        <p:txBody>
          <a:bodyPr/>
          <a:lstStyle/>
          <a:p>
            <a:pPr marL="0" indent="0">
              <a:buNone/>
            </a:pPr>
            <a:endParaRPr lang="en-US" dirty="0"/>
          </a:p>
        </p:txBody>
      </p:sp>
      <p:sp>
        <p:nvSpPr>
          <p:cNvPr id="5" name="Title 1">
            <a:extLst>
              <a:ext uri="{FF2B5EF4-FFF2-40B4-BE49-F238E27FC236}">
                <a16:creationId xmlns:a16="http://schemas.microsoft.com/office/drawing/2014/main" id="{F1201647-E2F8-AD4A-A6B6-455576487997}"/>
              </a:ext>
            </a:extLst>
          </p:cNvPr>
          <p:cNvSpPr txBox="1">
            <a:spLocks noChangeArrowheads="1"/>
          </p:cNvSpPr>
          <p:nvPr/>
        </p:nvSpPr>
        <p:spPr bwMode="auto">
          <a:xfrm>
            <a:off x="332444" y="628431"/>
            <a:ext cx="11491693"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sz="5400" b="1" dirty="0">
                <a:solidFill>
                  <a:srgbClr val="840F3E"/>
                </a:solidFill>
              </a:rPr>
              <a:t>BUSINESS DRIVERS FOR TODAY’S INFORMATION SYSTEMS</a:t>
            </a:r>
            <a:endParaRPr lang="en-US" altLang="en-US" sz="5400" b="1" dirty="0">
              <a:solidFill>
                <a:srgbClr val="840F3E"/>
              </a:solidFill>
              <a:latin typeface="Calibri Light" panose="020F0302020204030204" pitchFamily="34" charset="0"/>
            </a:endParaRPr>
          </a:p>
        </p:txBody>
      </p:sp>
      <p:sp>
        <p:nvSpPr>
          <p:cNvPr id="6" name="Rectangle 3">
            <a:extLst>
              <a:ext uri="{FF2B5EF4-FFF2-40B4-BE49-F238E27FC236}">
                <a16:creationId xmlns:a16="http://schemas.microsoft.com/office/drawing/2014/main" id="{4954043D-0976-794E-AC78-537990567E5F}"/>
              </a:ext>
            </a:extLst>
          </p:cNvPr>
          <p:cNvSpPr txBox="1">
            <a:spLocks noChangeArrowheads="1"/>
          </p:cNvSpPr>
          <p:nvPr/>
        </p:nvSpPr>
        <p:spPr>
          <a:xfrm>
            <a:off x="380999" y="2218809"/>
            <a:ext cx="11443137" cy="4010760"/>
          </a:xfrm>
          <a:prstGeom prst="rect">
            <a:avLst/>
          </a:prstGeom>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4400"/>
              <a:t>Networks and the Internet</a:t>
            </a:r>
          </a:p>
          <a:p>
            <a:r>
              <a:rPr lang="en-US" sz="4400"/>
              <a:t>Mobile and Wireless Technologies</a:t>
            </a:r>
          </a:p>
          <a:p>
            <a:r>
              <a:rPr lang="en-US" sz="4400"/>
              <a:t>Object Technologies</a:t>
            </a:r>
          </a:p>
          <a:p>
            <a:r>
              <a:rPr lang="en-US" sz="4400"/>
              <a:t>Collaborative Technologies</a:t>
            </a:r>
          </a:p>
          <a:p>
            <a:r>
              <a:rPr lang="en-US" sz="4400"/>
              <a:t>Enterprise Applications</a:t>
            </a:r>
          </a:p>
          <a:p>
            <a:endParaRPr lang="en-US" sz="4400" dirty="0"/>
          </a:p>
        </p:txBody>
      </p:sp>
    </p:spTree>
    <p:extLst>
      <p:ext uri="{BB962C8B-B14F-4D97-AF65-F5344CB8AC3E}">
        <p14:creationId xmlns:p14="http://schemas.microsoft.com/office/powerpoint/2010/main" val="4026955917"/>
      </p:ext>
    </p:extLst>
  </p:cSld>
  <p:clrMapOvr>
    <a:masterClrMapping/>
  </p:clrMapOvr>
  <mc:AlternateContent xmlns:mc="http://schemas.openxmlformats.org/markup-compatibility/2006" xmlns:p14="http://schemas.microsoft.com/office/powerpoint/2010/main">
    <mc:Choice Requires="p14">
      <p:transition spd="slow" p14:dur="2000" advTm="14292"/>
    </mc:Choice>
    <mc:Fallback xmlns="">
      <p:transition spd="slow" advTm="14292"/>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7C40D79F-C51A-4C08-8074-211DC6804BF5}" type="slidenum">
              <a:rPr lang="en-MY" smtClean="0"/>
              <a:pPr/>
              <a:t>16</a:t>
            </a:fld>
            <a:endParaRPr lang="en-MY" dirty="0"/>
          </a:p>
        </p:txBody>
      </p:sp>
      <p:sp>
        <p:nvSpPr>
          <p:cNvPr id="6" name="Title 1">
            <a:extLst>
              <a:ext uri="{FF2B5EF4-FFF2-40B4-BE49-F238E27FC236}">
                <a16:creationId xmlns:a16="http://schemas.microsoft.com/office/drawing/2014/main" id="{358A09A8-277C-EA45-8025-44AC9F149FD0}"/>
              </a:ext>
            </a:extLst>
          </p:cNvPr>
          <p:cNvSpPr txBox="1">
            <a:spLocks noChangeArrowheads="1"/>
          </p:cNvSpPr>
          <p:nvPr/>
        </p:nvSpPr>
        <p:spPr bwMode="auto">
          <a:xfrm>
            <a:off x="414331" y="2457450"/>
            <a:ext cx="3447986"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a:lnSpc>
                <a:spcPct val="90000"/>
              </a:lnSpc>
            </a:pPr>
            <a:r>
              <a:rPr lang="en-US" sz="5400" b="1" dirty="0">
                <a:solidFill>
                  <a:srgbClr val="840F3E"/>
                </a:solidFill>
              </a:rPr>
              <a:t>MAJOR TOPICS</a:t>
            </a:r>
            <a:endParaRPr lang="en-US" altLang="en-US" sz="5400" b="1" dirty="0">
              <a:solidFill>
                <a:srgbClr val="840F3E"/>
              </a:solidFill>
              <a:latin typeface="Calibri Light" panose="020F0302020204030204" pitchFamily="34" charset="0"/>
            </a:endParaRPr>
          </a:p>
        </p:txBody>
      </p:sp>
      <p:sp>
        <p:nvSpPr>
          <p:cNvPr id="7" name="Rectangle 3">
            <a:extLst>
              <a:ext uri="{FF2B5EF4-FFF2-40B4-BE49-F238E27FC236}">
                <a16:creationId xmlns:a16="http://schemas.microsoft.com/office/drawing/2014/main" id="{E911F3B0-A2EA-F343-A601-56C7507A618B}"/>
              </a:ext>
            </a:extLst>
          </p:cNvPr>
          <p:cNvSpPr txBox="1">
            <a:spLocks noChangeArrowheads="1"/>
          </p:cNvSpPr>
          <p:nvPr/>
        </p:nvSpPr>
        <p:spPr>
          <a:xfrm>
            <a:off x="3962400" y="849573"/>
            <a:ext cx="8229600" cy="4525963"/>
          </a:xfrm>
          <a:prstGeom prst="rect">
            <a:avLst/>
          </a:prstGeom>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3600">
                <a:solidFill>
                  <a:schemeClr val="bg1"/>
                </a:solidFill>
              </a:rPr>
              <a:t>Fundamentals of different kinds of information systems</a:t>
            </a:r>
          </a:p>
          <a:p>
            <a:r>
              <a:rPr lang="en-US" sz="3600">
                <a:solidFill>
                  <a:schemeClr val="bg1"/>
                </a:solidFill>
              </a:rPr>
              <a:t>Roles of systems analysts</a:t>
            </a:r>
          </a:p>
          <a:p>
            <a:r>
              <a:rPr lang="en-US" sz="3600">
                <a:solidFill>
                  <a:schemeClr val="bg1"/>
                </a:solidFill>
              </a:rPr>
              <a:t>Phases in the systems development life cycle as they relate to Human-Computer Interaction (HCI) factors</a:t>
            </a:r>
          </a:p>
          <a:p>
            <a:r>
              <a:rPr lang="en-US" sz="3600">
                <a:solidFill>
                  <a:schemeClr val="bg1"/>
                </a:solidFill>
              </a:rPr>
              <a:t>Computer-Aided Software Engineering (CASE) tools</a:t>
            </a:r>
            <a:endParaRPr lang="en-US" sz="3600" dirty="0">
              <a:solidFill>
                <a:schemeClr val="bg1"/>
              </a:solidFill>
            </a:endParaRPr>
          </a:p>
        </p:txBody>
      </p:sp>
    </p:spTree>
    <p:extLst>
      <p:ext uri="{BB962C8B-B14F-4D97-AF65-F5344CB8AC3E}">
        <p14:creationId xmlns:p14="http://schemas.microsoft.com/office/powerpoint/2010/main" val="3997883874"/>
      </p:ext>
    </p:extLst>
  </p:cSld>
  <p:clrMapOvr>
    <a:masterClrMapping/>
  </p:clrMapOvr>
  <p:transition advTm="22772"/>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7C40D79F-C51A-4C08-8074-211DC6804BF5}" type="slidenum">
              <a:rPr lang="en-MY" smtClean="0"/>
              <a:pPr/>
              <a:t>17</a:t>
            </a:fld>
            <a:endParaRPr lang="en-MY" dirty="0"/>
          </a:p>
        </p:txBody>
      </p:sp>
      <p:sp>
        <p:nvSpPr>
          <p:cNvPr id="17411" name="Rectangle 3"/>
          <p:cNvSpPr>
            <a:spLocks noGrp="1" noChangeArrowheads="1"/>
          </p:cNvSpPr>
          <p:nvPr>
            <p:ph idx="4294967295"/>
          </p:nvPr>
        </p:nvSpPr>
        <p:spPr/>
        <p:txBody>
          <a:bodyPr/>
          <a:lstStyle/>
          <a:p>
            <a:pPr marL="457200" lvl="1" indent="0">
              <a:buNone/>
            </a:pPr>
            <a:endParaRPr lang="en-US" dirty="0"/>
          </a:p>
        </p:txBody>
      </p:sp>
      <p:sp>
        <p:nvSpPr>
          <p:cNvPr id="5" name="Title 1">
            <a:extLst>
              <a:ext uri="{FF2B5EF4-FFF2-40B4-BE49-F238E27FC236}">
                <a16:creationId xmlns:a16="http://schemas.microsoft.com/office/drawing/2014/main" id="{7AC20C6B-BCA8-1049-84EA-3A6183A381E4}"/>
              </a:ext>
            </a:extLst>
          </p:cNvPr>
          <p:cNvSpPr txBox="1">
            <a:spLocks noChangeArrowheads="1"/>
          </p:cNvSpPr>
          <p:nvPr/>
        </p:nvSpPr>
        <p:spPr bwMode="auto">
          <a:xfrm>
            <a:off x="350153" y="642078"/>
            <a:ext cx="11491693" cy="8864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sz="5400" b="1" dirty="0">
                <a:solidFill>
                  <a:srgbClr val="840F3E"/>
                </a:solidFill>
              </a:rPr>
              <a:t>TYPES OF SYSTEMS</a:t>
            </a:r>
            <a:endParaRPr lang="en-US" altLang="en-US" sz="5400" b="1" dirty="0">
              <a:solidFill>
                <a:srgbClr val="840F3E"/>
              </a:solidFill>
              <a:latin typeface="Calibri Light" panose="020F0302020204030204" pitchFamily="34" charset="0"/>
            </a:endParaRPr>
          </a:p>
        </p:txBody>
      </p:sp>
      <p:sp>
        <p:nvSpPr>
          <p:cNvPr id="6" name="Rectangle 3">
            <a:extLst>
              <a:ext uri="{FF2B5EF4-FFF2-40B4-BE49-F238E27FC236}">
                <a16:creationId xmlns:a16="http://schemas.microsoft.com/office/drawing/2014/main" id="{4D7A8D66-06E6-134B-B797-1A05764E08DD}"/>
              </a:ext>
            </a:extLst>
          </p:cNvPr>
          <p:cNvSpPr txBox="1">
            <a:spLocks noChangeArrowheads="1"/>
          </p:cNvSpPr>
          <p:nvPr/>
        </p:nvSpPr>
        <p:spPr>
          <a:xfrm>
            <a:off x="350153" y="1351033"/>
            <a:ext cx="11384646" cy="4923430"/>
          </a:xfrm>
          <a:prstGeom prst="rect">
            <a:avLst/>
          </a:prstGeom>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88913" lvl="1" indent="0">
              <a:buNone/>
            </a:pPr>
            <a:r>
              <a:rPr lang="en-US" sz="2800" dirty="0"/>
              <a:t>Systems analysts recommend, design, and maintain many types of systems for users:</a:t>
            </a:r>
          </a:p>
          <a:p>
            <a:pPr lvl="1"/>
            <a:r>
              <a:rPr lang="en-US" sz="2800" dirty="0"/>
              <a:t>Transaction Processing Systems (TPS)</a:t>
            </a:r>
          </a:p>
          <a:p>
            <a:pPr lvl="1"/>
            <a:r>
              <a:rPr lang="en-US" sz="2800" dirty="0"/>
              <a:t>Office Automation Systems (OAS)</a:t>
            </a:r>
          </a:p>
          <a:p>
            <a:pPr lvl="1"/>
            <a:r>
              <a:rPr lang="en-US" sz="2800" dirty="0"/>
              <a:t>Knowledge Work Systems (KWS)</a:t>
            </a:r>
          </a:p>
          <a:p>
            <a:pPr lvl="1"/>
            <a:r>
              <a:rPr lang="en-US" sz="2800" dirty="0"/>
              <a:t>Management Information Systems (MIS)</a:t>
            </a:r>
          </a:p>
          <a:p>
            <a:pPr lvl="1"/>
            <a:r>
              <a:rPr lang="en-US" sz="2800" dirty="0"/>
              <a:t>Decision Support Systems (DSS)</a:t>
            </a:r>
          </a:p>
          <a:p>
            <a:pPr lvl="1"/>
            <a:r>
              <a:rPr lang="en-US" sz="2800" dirty="0"/>
              <a:t>Expert Systems (ES)</a:t>
            </a:r>
          </a:p>
          <a:p>
            <a:pPr lvl="1"/>
            <a:r>
              <a:rPr lang="en-US" sz="2800" dirty="0"/>
              <a:t>Executive Support Systems (ESS)</a:t>
            </a:r>
          </a:p>
          <a:p>
            <a:pPr lvl="1"/>
            <a:r>
              <a:rPr lang="en-US" sz="2800" dirty="0"/>
              <a:t>Group Decision Support Systems (GDSS)</a:t>
            </a:r>
          </a:p>
          <a:p>
            <a:pPr lvl="1"/>
            <a:r>
              <a:rPr lang="en-US" sz="2800" dirty="0"/>
              <a:t>Computer-Supported Collaborative Work Systems (CSCWS)</a:t>
            </a:r>
          </a:p>
        </p:txBody>
      </p:sp>
    </p:spTree>
    <p:extLst>
      <p:ext uri="{BB962C8B-B14F-4D97-AF65-F5344CB8AC3E}">
        <p14:creationId xmlns:p14="http://schemas.microsoft.com/office/powerpoint/2010/main" val="3643336441"/>
      </p:ext>
    </p:extLst>
  </p:cSld>
  <p:clrMapOvr>
    <a:masterClrMapping/>
  </p:clrMapOvr>
  <p:transition advTm="38714"/>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434" name="Picture 16"/>
          <p:cNvPicPr>
            <a:picLocks noChangeAspect="1" noChangeArrowheads="1"/>
          </p:cNvPicPr>
          <p:nvPr/>
        </p:nvPicPr>
        <p:blipFill>
          <a:blip r:embed="rId3" cstate="print"/>
          <a:srcRect/>
          <a:stretch>
            <a:fillRect/>
          </a:stretch>
        </p:blipFill>
        <p:spPr bwMode="auto">
          <a:xfrm>
            <a:off x="2619374" y="1615033"/>
            <a:ext cx="6259513" cy="4086225"/>
          </a:xfrm>
          <a:prstGeom prst="rect">
            <a:avLst/>
          </a:prstGeom>
          <a:noFill/>
          <a:ln w="9525">
            <a:noFill/>
            <a:miter lim="800000"/>
            <a:headEnd/>
            <a:tailEnd/>
          </a:ln>
        </p:spPr>
      </p:pic>
      <p:sp>
        <p:nvSpPr>
          <p:cNvPr id="18435" name="AutoShape 14"/>
          <p:cNvSpPr>
            <a:spLocks/>
          </p:cNvSpPr>
          <p:nvPr/>
        </p:nvSpPr>
        <p:spPr bwMode="auto">
          <a:xfrm>
            <a:off x="954346" y="1548181"/>
            <a:ext cx="1444625" cy="609600"/>
          </a:xfrm>
          <a:prstGeom prst="borderCallout1">
            <a:avLst>
              <a:gd name="adj1" fmla="val 18750"/>
              <a:gd name="adj2" fmla="val 105273"/>
              <a:gd name="adj3" fmla="val 142386"/>
              <a:gd name="adj4" fmla="val 226980"/>
            </a:avLst>
          </a:prstGeom>
          <a:noFill/>
          <a:ln w="9525">
            <a:solidFill>
              <a:srgbClr val="840F3E"/>
            </a:solidFill>
            <a:miter lim="800000"/>
            <a:headEnd/>
            <a:tailEnd/>
          </a:ln>
        </p:spPr>
        <p:txBody>
          <a:bodyPr lIns="90000"/>
          <a:lstStyle/>
          <a:p>
            <a:pPr algn="ctr"/>
            <a:r>
              <a:rPr lang="en-US" dirty="0"/>
              <a:t>Strategic Level</a:t>
            </a:r>
          </a:p>
        </p:txBody>
      </p:sp>
      <p:sp>
        <p:nvSpPr>
          <p:cNvPr id="18436" name="AutoShape 11"/>
          <p:cNvSpPr>
            <a:spLocks/>
          </p:cNvSpPr>
          <p:nvPr/>
        </p:nvSpPr>
        <p:spPr bwMode="auto">
          <a:xfrm>
            <a:off x="954346" y="4547182"/>
            <a:ext cx="1447800" cy="609600"/>
          </a:xfrm>
          <a:prstGeom prst="borderCallout1">
            <a:avLst>
              <a:gd name="adj1" fmla="val 18750"/>
              <a:gd name="adj2" fmla="val 105264"/>
              <a:gd name="adj3" fmla="val 121875"/>
              <a:gd name="adj4" fmla="val 142981"/>
            </a:avLst>
          </a:prstGeom>
          <a:noFill/>
          <a:ln w="9525">
            <a:solidFill>
              <a:srgbClr val="840F3E"/>
            </a:solidFill>
            <a:miter lim="800000"/>
            <a:headEnd/>
            <a:tailEnd/>
          </a:ln>
        </p:spPr>
        <p:txBody>
          <a:bodyPr/>
          <a:lstStyle/>
          <a:p>
            <a:pPr algn="ctr"/>
            <a:r>
              <a:rPr lang="en-US" dirty="0"/>
              <a:t>Operational Level</a:t>
            </a:r>
          </a:p>
        </p:txBody>
      </p:sp>
      <p:sp>
        <p:nvSpPr>
          <p:cNvPr id="18437" name="AutoShape 12"/>
          <p:cNvSpPr>
            <a:spLocks/>
          </p:cNvSpPr>
          <p:nvPr/>
        </p:nvSpPr>
        <p:spPr bwMode="auto">
          <a:xfrm>
            <a:off x="954346" y="3547515"/>
            <a:ext cx="1444625" cy="609600"/>
          </a:xfrm>
          <a:prstGeom prst="borderCallout1">
            <a:avLst>
              <a:gd name="adj1" fmla="val 18750"/>
              <a:gd name="adj2" fmla="val 105273"/>
              <a:gd name="adj3" fmla="val 134992"/>
              <a:gd name="adj4" fmla="val 175528"/>
            </a:avLst>
          </a:prstGeom>
          <a:noFill/>
          <a:ln w="9525">
            <a:solidFill>
              <a:srgbClr val="840F3E"/>
            </a:solidFill>
            <a:miter lim="800000"/>
            <a:headEnd/>
            <a:tailEnd/>
          </a:ln>
        </p:spPr>
        <p:txBody>
          <a:bodyPr/>
          <a:lstStyle/>
          <a:p>
            <a:pPr algn="ctr"/>
            <a:r>
              <a:rPr lang="en-US"/>
              <a:t>Knowledge Level</a:t>
            </a:r>
          </a:p>
        </p:txBody>
      </p:sp>
      <p:sp>
        <p:nvSpPr>
          <p:cNvPr id="18438" name="AutoShape 13"/>
          <p:cNvSpPr>
            <a:spLocks/>
          </p:cNvSpPr>
          <p:nvPr/>
        </p:nvSpPr>
        <p:spPr bwMode="auto">
          <a:xfrm>
            <a:off x="954346" y="2547848"/>
            <a:ext cx="1444625" cy="609600"/>
          </a:xfrm>
          <a:prstGeom prst="borderCallout1">
            <a:avLst>
              <a:gd name="adj1" fmla="val 18750"/>
              <a:gd name="adj2" fmla="val 105273"/>
              <a:gd name="adj3" fmla="val 146040"/>
              <a:gd name="adj4" fmla="val 207056"/>
            </a:avLst>
          </a:prstGeom>
          <a:noFill/>
          <a:ln w="9525">
            <a:solidFill>
              <a:srgbClr val="840F3E"/>
            </a:solidFill>
            <a:miter lim="800000"/>
            <a:headEnd/>
            <a:tailEnd/>
          </a:ln>
        </p:spPr>
        <p:txBody>
          <a:bodyPr anchor="ctr"/>
          <a:lstStyle/>
          <a:p>
            <a:pPr algn="ctr"/>
            <a:r>
              <a:rPr lang="en-US" dirty="0"/>
              <a:t>Higher Level</a:t>
            </a:r>
          </a:p>
        </p:txBody>
      </p:sp>
      <p:sp>
        <p:nvSpPr>
          <p:cNvPr id="18439" name="Text Box 10"/>
          <p:cNvSpPr txBox="1">
            <a:spLocks noChangeArrowheads="1"/>
          </p:cNvSpPr>
          <p:nvPr/>
        </p:nvSpPr>
        <p:spPr bwMode="auto">
          <a:xfrm>
            <a:off x="7892242" y="1958916"/>
            <a:ext cx="3932262" cy="1569660"/>
          </a:xfrm>
          <a:prstGeom prst="rect">
            <a:avLst/>
          </a:prstGeom>
          <a:solidFill>
            <a:srgbClr val="840F3E"/>
          </a:solidFill>
          <a:ln w="9525">
            <a:noFill/>
            <a:miter lim="800000"/>
            <a:headEnd/>
            <a:tailEnd/>
          </a:ln>
        </p:spPr>
        <p:txBody>
          <a:bodyPr wrap="square">
            <a:spAutoFit/>
          </a:bodyPr>
          <a:lstStyle/>
          <a:p>
            <a:pPr>
              <a:spcBef>
                <a:spcPct val="50000"/>
              </a:spcBef>
            </a:pPr>
            <a:r>
              <a:rPr lang="en-US" sz="2400" dirty="0">
                <a:solidFill>
                  <a:schemeClr val="bg1"/>
                </a:solidFill>
                <a:latin typeface="Tahoma" pitchFamily="34" charset="0"/>
              </a:rPr>
              <a:t>A systems analyst may be involved with any or all of these systems at each organization level</a:t>
            </a:r>
          </a:p>
        </p:txBody>
      </p:sp>
      <p:sp>
        <p:nvSpPr>
          <p:cNvPr id="8" name="Slide Number Placeholder 7"/>
          <p:cNvSpPr>
            <a:spLocks noGrp="1"/>
          </p:cNvSpPr>
          <p:nvPr>
            <p:ph type="sldNum" sz="quarter" idx="12"/>
          </p:nvPr>
        </p:nvSpPr>
        <p:spPr>
          <a:xfrm>
            <a:off x="8610600" y="5701258"/>
            <a:ext cx="2743200" cy="365125"/>
          </a:xfrm>
        </p:spPr>
        <p:txBody>
          <a:bodyPr/>
          <a:lstStyle/>
          <a:p>
            <a:pPr>
              <a:defRPr/>
            </a:pPr>
            <a:fld id="{B347869B-DEBC-45F0-B25C-5D576A944C7B}" type="slidenum">
              <a:rPr lang="en-MY" smtClean="0"/>
              <a:pPr>
                <a:defRPr/>
              </a:pPr>
              <a:t>18</a:t>
            </a:fld>
            <a:endParaRPr lang="en-MY" dirty="0"/>
          </a:p>
        </p:txBody>
      </p:sp>
    </p:spTree>
    <p:extLst>
      <p:ext uri="{BB962C8B-B14F-4D97-AF65-F5344CB8AC3E}">
        <p14:creationId xmlns:p14="http://schemas.microsoft.com/office/powerpoint/2010/main" val="1574116495"/>
      </p:ext>
    </p:extLst>
  </p:cSld>
  <p:clrMapOvr>
    <a:masterClrMapping/>
  </p:clrMapOvr>
  <p:transition advTm="27375"/>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16">
            <a:extLst>
              <a:ext uri="{FF2B5EF4-FFF2-40B4-BE49-F238E27FC236}">
                <a16:creationId xmlns:a16="http://schemas.microsoft.com/office/drawing/2014/main" id="{BF93F2D5-DD5D-9548-B32D-E8F513CAC1CE}"/>
              </a:ext>
            </a:extLst>
          </p:cNvPr>
          <p:cNvPicPr>
            <a:picLocks noChangeAspect="1" noChangeArrowheads="1"/>
          </p:cNvPicPr>
          <p:nvPr/>
        </p:nvPicPr>
        <p:blipFill>
          <a:blip r:embed="rId3" cstate="print"/>
          <a:srcRect/>
          <a:stretch>
            <a:fillRect/>
          </a:stretch>
        </p:blipFill>
        <p:spPr bwMode="auto">
          <a:xfrm>
            <a:off x="113460" y="1528549"/>
            <a:ext cx="6259513" cy="4086225"/>
          </a:xfrm>
          <a:prstGeom prst="rect">
            <a:avLst/>
          </a:prstGeom>
          <a:noFill/>
          <a:ln w="9525">
            <a:noFill/>
            <a:miter lim="800000"/>
            <a:headEnd/>
            <a:tailEnd/>
          </a:ln>
        </p:spPr>
      </p:pic>
      <p:sp>
        <p:nvSpPr>
          <p:cNvPr id="5" name="Slide Number Placeholder 4"/>
          <p:cNvSpPr>
            <a:spLocks noGrp="1"/>
          </p:cNvSpPr>
          <p:nvPr>
            <p:ph type="sldNum" sz="quarter" idx="12"/>
          </p:nvPr>
        </p:nvSpPr>
        <p:spPr/>
        <p:txBody>
          <a:bodyPr/>
          <a:lstStyle/>
          <a:p>
            <a:pPr>
              <a:defRPr/>
            </a:pPr>
            <a:fld id="{7C40D79F-C51A-4C08-8074-211DC6804BF5}" type="slidenum">
              <a:rPr lang="en-MY" smtClean="0"/>
              <a:pPr>
                <a:defRPr/>
              </a:pPr>
              <a:t>19</a:t>
            </a:fld>
            <a:endParaRPr lang="en-MY" dirty="0"/>
          </a:p>
        </p:txBody>
      </p:sp>
      <p:sp>
        <p:nvSpPr>
          <p:cNvPr id="6" name="Title 1">
            <a:extLst>
              <a:ext uri="{FF2B5EF4-FFF2-40B4-BE49-F238E27FC236}">
                <a16:creationId xmlns:a16="http://schemas.microsoft.com/office/drawing/2014/main" id="{38439A3E-E0A8-5448-A35B-048F95BE3E4B}"/>
              </a:ext>
            </a:extLst>
          </p:cNvPr>
          <p:cNvSpPr txBox="1">
            <a:spLocks noChangeArrowheads="1"/>
          </p:cNvSpPr>
          <p:nvPr/>
        </p:nvSpPr>
        <p:spPr bwMode="auto">
          <a:xfrm>
            <a:off x="350153" y="642078"/>
            <a:ext cx="11491693" cy="8864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sz="5400" b="1" dirty="0">
                <a:solidFill>
                  <a:srgbClr val="840F3E"/>
                </a:solidFill>
              </a:rPr>
              <a:t>OPERATIONAL LEVEL</a:t>
            </a:r>
            <a:endParaRPr lang="en-US" altLang="en-US" sz="5400" b="1" dirty="0">
              <a:solidFill>
                <a:srgbClr val="840F3E"/>
              </a:solidFill>
              <a:latin typeface="Calibri Light" panose="020F0302020204030204" pitchFamily="34" charset="0"/>
            </a:endParaRPr>
          </a:p>
        </p:txBody>
      </p:sp>
      <p:grpSp>
        <p:nvGrpSpPr>
          <p:cNvPr id="7" name="Group 6">
            <a:extLst>
              <a:ext uri="{FF2B5EF4-FFF2-40B4-BE49-F238E27FC236}">
                <a16:creationId xmlns:a16="http://schemas.microsoft.com/office/drawing/2014/main" id="{FC2CE5FE-F802-D04E-9736-5DC6AC239DEC}"/>
              </a:ext>
            </a:extLst>
          </p:cNvPr>
          <p:cNvGrpSpPr/>
          <p:nvPr/>
        </p:nvGrpSpPr>
        <p:grpSpPr>
          <a:xfrm>
            <a:off x="5977716" y="2421862"/>
            <a:ext cx="5864130" cy="3248149"/>
            <a:chOff x="4867774" y="1098773"/>
            <a:chExt cx="5864130" cy="3248149"/>
          </a:xfrm>
        </p:grpSpPr>
        <p:sp>
          <p:nvSpPr>
            <p:cNvPr id="8" name="Rounded Rectangle 7">
              <a:extLst>
                <a:ext uri="{FF2B5EF4-FFF2-40B4-BE49-F238E27FC236}">
                  <a16:creationId xmlns:a16="http://schemas.microsoft.com/office/drawing/2014/main" id="{C4196879-678A-524F-94B3-C6D55DD67E56}"/>
                </a:ext>
              </a:extLst>
            </p:cNvPr>
            <p:cNvSpPr/>
            <p:nvPr/>
          </p:nvSpPr>
          <p:spPr>
            <a:xfrm>
              <a:off x="4867774" y="1098773"/>
              <a:ext cx="5864130" cy="3248149"/>
            </a:xfrm>
            <a:prstGeom prst="roundRect">
              <a:avLst/>
            </a:prstGeom>
          </p:spPr>
          <p:style>
            <a:lnRef idx="3">
              <a:schemeClr val="lt1"/>
            </a:lnRef>
            <a:fillRef idx="1">
              <a:schemeClr val="accent5"/>
            </a:fillRef>
            <a:effectRef idx="1">
              <a:schemeClr val="accent5"/>
            </a:effectRef>
            <a:fontRef idx="minor">
              <a:schemeClr val="lt1"/>
            </a:fontRef>
          </p:style>
        </p:sp>
        <p:sp>
          <p:nvSpPr>
            <p:cNvPr id="9" name="Rounded Rectangle 4">
              <a:extLst>
                <a:ext uri="{FF2B5EF4-FFF2-40B4-BE49-F238E27FC236}">
                  <a16:creationId xmlns:a16="http://schemas.microsoft.com/office/drawing/2014/main" id="{96CE2055-17CA-334B-8E10-C16E075C6A52}"/>
                </a:ext>
              </a:extLst>
            </p:cNvPr>
            <p:cNvSpPr txBox="1"/>
            <p:nvPr/>
          </p:nvSpPr>
          <p:spPr>
            <a:xfrm>
              <a:off x="5026336" y="1257335"/>
              <a:ext cx="5547006" cy="2931025"/>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99060" tIns="99060" rIns="99060" bIns="99060" numCol="1" spcCol="1270" anchor="t" anchorCtr="0">
              <a:noAutofit/>
            </a:bodyPr>
            <a:lstStyle/>
            <a:p>
              <a:pPr marL="0" lvl="0" indent="0" algn="l" defTabSz="1155700">
                <a:lnSpc>
                  <a:spcPct val="90000"/>
                </a:lnSpc>
                <a:spcBef>
                  <a:spcPct val="0"/>
                </a:spcBef>
                <a:spcAft>
                  <a:spcPct val="35000"/>
                </a:spcAft>
                <a:buNone/>
              </a:pPr>
              <a:r>
                <a:rPr lang="en-US" sz="2600" b="1" kern="1200" dirty="0"/>
                <a:t>Transaction Processing System (TPS)</a:t>
              </a:r>
              <a:endParaRPr lang="en-MY" sz="2600" kern="1200" dirty="0"/>
            </a:p>
            <a:p>
              <a:pPr marL="228600" lvl="1" indent="-228600" algn="l" defTabSz="889000">
                <a:lnSpc>
                  <a:spcPct val="90000"/>
                </a:lnSpc>
                <a:spcBef>
                  <a:spcPct val="0"/>
                </a:spcBef>
                <a:spcAft>
                  <a:spcPct val="15000"/>
                </a:spcAft>
                <a:buChar char="•"/>
              </a:pPr>
              <a:r>
                <a:rPr lang="en-US" sz="2000" kern="1200" dirty="0"/>
                <a:t>Process large amounts of data for routine business transactions</a:t>
              </a:r>
              <a:endParaRPr lang="en-MY" sz="2000" kern="1200" dirty="0"/>
            </a:p>
            <a:p>
              <a:pPr marL="228600" lvl="1" indent="-228600" algn="l" defTabSz="889000">
                <a:lnSpc>
                  <a:spcPct val="90000"/>
                </a:lnSpc>
                <a:spcBef>
                  <a:spcPct val="0"/>
                </a:spcBef>
                <a:spcAft>
                  <a:spcPct val="15000"/>
                </a:spcAft>
                <a:buChar char="•"/>
              </a:pPr>
              <a:r>
                <a:rPr lang="en-US" sz="2000" kern="1200" dirty="0"/>
                <a:t>Boundary-spanning</a:t>
              </a:r>
              <a:endParaRPr lang="en-MY" sz="2000" kern="1200" dirty="0"/>
            </a:p>
            <a:p>
              <a:pPr marL="228600" lvl="1" indent="-228600" algn="l" defTabSz="889000">
                <a:lnSpc>
                  <a:spcPct val="90000"/>
                </a:lnSpc>
                <a:spcBef>
                  <a:spcPct val="0"/>
                </a:spcBef>
                <a:spcAft>
                  <a:spcPct val="15000"/>
                </a:spcAft>
                <a:buChar char="•"/>
              </a:pPr>
              <a:r>
                <a:rPr lang="en-US" sz="2000" kern="1200" dirty="0"/>
                <a:t>Support the day-to-day operations of the company</a:t>
              </a:r>
              <a:endParaRPr lang="en-MY" sz="2000" kern="1200" dirty="0"/>
            </a:p>
            <a:p>
              <a:pPr marL="228600" lvl="1" indent="-228600" algn="l" defTabSz="889000">
                <a:lnSpc>
                  <a:spcPct val="90000"/>
                </a:lnSpc>
                <a:spcBef>
                  <a:spcPct val="0"/>
                </a:spcBef>
                <a:spcAft>
                  <a:spcPct val="15000"/>
                </a:spcAft>
                <a:buChar char="•"/>
              </a:pPr>
              <a:r>
                <a:rPr lang="en-US" sz="2000" kern="1200" dirty="0"/>
                <a:t>Examples: Payroll Processing, Inventory Management</a:t>
              </a:r>
              <a:endParaRPr lang="en-MY" sz="2000" kern="1200" dirty="0"/>
            </a:p>
          </p:txBody>
        </p:sp>
      </p:grpSp>
      <p:sp>
        <p:nvSpPr>
          <p:cNvPr id="3" name="Right Arrow 2">
            <a:extLst>
              <a:ext uri="{FF2B5EF4-FFF2-40B4-BE49-F238E27FC236}">
                <a16:creationId xmlns:a16="http://schemas.microsoft.com/office/drawing/2014/main" id="{CAACD519-8135-3E46-A213-1C71815E5744}"/>
              </a:ext>
            </a:extLst>
          </p:cNvPr>
          <p:cNvSpPr/>
          <p:nvPr/>
        </p:nvSpPr>
        <p:spPr>
          <a:xfrm>
            <a:off x="4781924" y="4722125"/>
            <a:ext cx="1037230" cy="204717"/>
          </a:xfrm>
          <a:prstGeom prst="rightArrow">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12339745"/>
      </p:ext>
    </p:extLst>
  </p:cSld>
  <p:clrMapOvr>
    <a:masterClrMapping/>
  </p:clrMapOvr>
  <p:transition advTm="23642"/>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889" name="Picture Placeholder 21" descr="Fig-2-2.png"/>
          <p:cNvPicPr>
            <a:picLocks noGrp="1" noChangeAspect="1"/>
          </p:cNvPicPr>
          <p:nvPr>
            <p:ph type="pic" sz="quarter" idx="4294967295"/>
          </p:nvPr>
        </p:nvPicPr>
        <p:blipFill>
          <a:blip r:embed="rId3" cstate="print"/>
          <a:srcRect l="3133" r="3133"/>
          <a:stretch>
            <a:fillRect/>
          </a:stretch>
        </p:blipFill>
        <p:spPr bwMode="auto">
          <a:xfrm>
            <a:off x="3909325" y="1752600"/>
            <a:ext cx="7518400" cy="4572000"/>
          </a:xfrm>
          <a:prstGeom prst="rect">
            <a:avLst/>
          </a:prstGeom>
          <a:noFill/>
          <a:ln>
            <a:miter lim="800000"/>
            <a:headEnd/>
            <a:tailEnd/>
          </a:ln>
        </p:spPr>
      </p:pic>
      <p:sp>
        <p:nvSpPr>
          <p:cNvPr id="37890" name="Text Placeholder 2"/>
          <p:cNvSpPr>
            <a:spLocks noGrp="1"/>
          </p:cNvSpPr>
          <p:nvPr>
            <p:ph type="body" sz="quarter" idx="4294967295"/>
          </p:nvPr>
        </p:nvSpPr>
        <p:spPr bwMode="auto">
          <a:xfrm>
            <a:off x="245660" y="1992573"/>
            <a:ext cx="3548418" cy="4223349"/>
          </a:xfrm>
          <a:prstGeom prst="rect">
            <a:avLst/>
          </a:prstGeom>
          <a:solidFill>
            <a:srgbClr val="840F3E"/>
          </a:solidFill>
          <a:ln>
            <a:miter lim="800000"/>
            <a:headEnd/>
            <a:tailEnd/>
          </a:ln>
        </p:spPr>
        <p:txBody>
          <a:bodyPr vert="horz" wrap="square" lIns="91440" tIns="45720" rIns="91440" bIns="45720" numCol="1" anchor="t" anchorCtr="0" compatLnSpc="1">
            <a:prstTxWarp prst="textNoShape">
              <a:avLst/>
            </a:prstTxWarp>
          </a:bodyPr>
          <a:lstStyle/>
          <a:p>
            <a:pPr eaLnBrk="1" hangingPunct="1">
              <a:buFontTx/>
              <a:buNone/>
            </a:pPr>
            <a:r>
              <a:rPr lang="en-US" dirty="0">
                <a:solidFill>
                  <a:schemeClr val="bg1"/>
                </a:solidFill>
              </a:rPr>
              <a:t>A TPS for payroll processing captures employee payment transaction data (such as a time card).</a:t>
            </a:r>
          </a:p>
          <a:p>
            <a:pPr eaLnBrk="1" hangingPunct="1">
              <a:buFontTx/>
              <a:buNone/>
            </a:pPr>
            <a:r>
              <a:rPr lang="en-US" dirty="0">
                <a:solidFill>
                  <a:schemeClr val="bg1"/>
                </a:solidFill>
              </a:rPr>
              <a:t>System outputs include online and hard-copy reports for management and employee paychecks.</a:t>
            </a:r>
          </a:p>
        </p:txBody>
      </p:sp>
      <p:sp>
        <p:nvSpPr>
          <p:cNvPr id="6" name="Title 1">
            <a:extLst>
              <a:ext uri="{FF2B5EF4-FFF2-40B4-BE49-F238E27FC236}">
                <a16:creationId xmlns:a16="http://schemas.microsoft.com/office/drawing/2014/main" id="{B8424528-CDEB-364C-8E98-03978EDC8002}"/>
              </a:ext>
            </a:extLst>
          </p:cNvPr>
          <p:cNvSpPr txBox="1">
            <a:spLocks noChangeArrowheads="1"/>
          </p:cNvSpPr>
          <p:nvPr/>
        </p:nvSpPr>
        <p:spPr bwMode="auto">
          <a:xfrm>
            <a:off x="350153" y="642078"/>
            <a:ext cx="11491693" cy="8864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sz="5400" b="1" dirty="0">
                <a:solidFill>
                  <a:srgbClr val="840F3E"/>
                </a:solidFill>
              </a:rPr>
              <a:t>OPERATIONAL LEVEL</a:t>
            </a:r>
          </a:p>
          <a:p>
            <a:pPr>
              <a:lnSpc>
                <a:spcPct val="90000"/>
              </a:lnSpc>
            </a:pPr>
            <a:r>
              <a:rPr lang="en-US" altLang="en-US" sz="4000" b="1" dirty="0">
                <a:solidFill>
                  <a:srgbClr val="840F3E"/>
                </a:solidFill>
                <a:latin typeface="Calibri Light" panose="020F0302020204030204" pitchFamily="34" charset="0"/>
              </a:rPr>
              <a:t>A Payroll TPS</a:t>
            </a:r>
          </a:p>
        </p:txBody>
      </p:sp>
    </p:spTree>
    <p:extLst>
      <p:ext uri="{BB962C8B-B14F-4D97-AF65-F5344CB8AC3E}">
        <p14:creationId xmlns:p14="http://schemas.microsoft.com/office/powerpoint/2010/main" val="3079763949"/>
      </p:ext>
    </p:extLst>
  </p:cSld>
  <p:clrMapOvr>
    <a:masterClrMapping/>
  </p:clrMapOvr>
  <p:transition advTm="26899">
    <p:fade thruBlk="1"/>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Picture 16">
            <a:extLst>
              <a:ext uri="{FF2B5EF4-FFF2-40B4-BE49-F238E27FC236}">
                <a16:creationId xmlns:a16="http://schemas.microsoft.com/office/drawing/2014/main" id="{B9F936FD-9DF9-8342-B424-41750B27A1A6}"/>
              </a:ext>
            </a:extLst>
          </p:cNvPr>
          <p:cNvPicPr>
            <a:picLocks noChangeAspect="1" noChangeArrowheads="1"/>
          </p:cNvPicPr>
          <p:nvPr/>
        </p:nvPicPr>
        <p:blipFill>
          <a:blip r:embed="rId3" cstate="print"/>
          <a:srcRect/>
          <a:stretch>
            <a:fillRect/>
          </a:stretch>
        </p:blipFill>
        <p:spPr bwMode="auto">
          <a:xfrm>
            <a:off x="536541" y="1668178"/>
            <a:ext cx="6259513" cy="4086225"/>
          </a:xfrm>
          <a:prstGeom prst="rect">
            <a:avLst/>
          </a:prstGeom>
          <a:noFill/>
          <a:ln w="9525">
            <a:noFill/>
            <a:miter lim="800000"/>
            <a:headEnd/>
            <a:tailEnd/>
          </a:ln>
        </p:spPr>
      </p:pic>
      <p:sp>
        <p:nvSpPr>
          <p:cNvPr id="4" name="Slide Number Placeholder 3"/>
          <p:cNvSpPr>
            <a:spLocks noGrp="1"/>
          </p:cNvSpPr>
          <p:nvPr>
            <p:ph type="sldNum" sz="quarter" idx="12"/>
          </p:nvPr>
        </p:nvSpPr>
        <p:spPr/>
        <p:txBody>
          <a:bodyPr/>
          <a:lstStyle/>
          <a:p>
            <a:pPr>
              <a:defRPr/>
            </a:pPr>
            <a:fld id="{7C40D79F-C51A-4C08-8074-211DC6804BF5}" type="slidenum">
              <a:rPr lang="en-MY" smtClean="0"/>
              <a:pPr>
                <a:defRPr/>
              </a:pPr>
              <a:t>21</a:t>
            </a:fld>
            <a:endParaRPr lang="en-MY" dirty="0"/>
          </a:p>
        </p:txBody>
      </p:sp>
      <p:sp>
        <p:nvSpPr>
          <p:cNvPr id="5" name="Title 1">
            <a:extLst>
              <a:ext uri="{FF2B5EF4-FFF2-40B4-BE49-F238E27FC236}">
                <a16:creationId xmlns:a16="http://schemas.microsoft.com/office/drawing/2014/main" id="{C2E2D969-4ECB-FC4D-9342-CA8D9C920AFF}"/>
              </a:ext>
            </a:extLst>
          </p:cNvPr>
          <p:cNvSpPr txBox="1">
            <a:spLocks noChangeArrowheads="1"/>
          </p:cNvSpPr>
          <p:nvPr/>
        </p:nvSpPr>
        <p:spPr bwMode="auto">
          <a:xfrm>
            <a:off x="350153" y="642078"/>
            <a:ext cx="11491693" cy="8864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sz="5400" b="1" dirty="0">
                <a:solidFill>
                  <a:srgbClr val="840F3E"/>
                </a:solidFill>
              </a:rPr>
              <a:t>KNOWLEDGE LEVEL</a:t>
            </a:r>
            <a:endParaRPr lang="en-US" altLang="en-US" sz="5400" b="1" dirty="0">
              <a:solidFill>
                <a:srgbClr val="840F3E"/>
              </a:solidFill>
              <a:latin typeface="Calibri Light" panose="020F0302020204030204" pitchFamily="34" charset="0"/>
            </a:endParaRPr>
          </a:p>
        </p:txBody>
      </p:sp>
      <p:grpSp>
        <p:nvGrpSpPr>
          <p:cNvPr id="13" name="Group 12">
            <a:extLst>
              <a:ext uri="{FF2B5EF4-FFF2-40B4-BE49-F238E27FC236}">
                <a16:creationId xmlns:a16="http://schemas.microsoft.com/office/drawing/2014/main" id="{F94A0D3D-F166-0C44-8A6D-19B1FD4181B3}"/>
              </a:ext>
            </a:extLst>
          </p:cNvPr>
          <p:cNvGrpSpPr/>
          <p:nvPr/>
        </p:nvGrpSpPr>
        <p:grpSpPr>
          <a:xfrm>
            <a:off x="6096000" y="1214651"/>
            <a:ext cx="5745846" cy="2214349"/>
            <a:chOff x="5403184" y="457328"/>
            <a:chExt cx="2969736" cy="1624074"/>
          </a:xfrm>
        </p:grpSpPr>
        <p:sp>
          <p:nvSpPr>
            <p:cNvPr id="17" name="Rounded Rectangle 16">
              <a:extLst>
                <a:ext uri="{FF2B5EF4-FFF2-40B4-BE49-F238E27FC236}">
                  <a16:creationId xmlns:a16="http://schemas.microsoft.com/office/drawing/2014/main" id="{071174C1-8956-C848-9481-66FAD5A6B522}"/>
                </a:ext>
              </a:extLst>
            </p:cNvPr>
            <p:cNvSpPr/>
            <p:nvPr/>
          </p:nvSpPr>
          <p:spPr>
            <a:xfrm>
              <a:off x="5403184" y="457328"/>
              <a:ext cx="2969736" cy="1624074"/>
            </a:xfrm>
            <a:prstGeom prst="roundRect">
              <a:avLst/>
            </a:prstGeom>
          </p:spPr>
          <p:style>
            <a:lnRef idx="1">
              <a:schemeClr val="accent6"/>
            </a:lnRef>
            <a:fillRef idx="2">
              <a:schemeClr val="accent6"/>
            </a:fillRef>
            <a:effectRef idx="1">
              <a:schemeClr val="accent6"/>
            </a:effectRef>
            <a:fontRef idx="minor">
              <a:schemeClr val="dk1"/>
            </a:fontRef>
          </p:style>
        </p:sp>
        <p:sp>
          <p:nvSpPr>
            <p:cNvPr id="18" name="Rounded Rectangle 4">
              <a:extLst>
                <a:ext uri="{FF2B5EF4-FFF2-40B4-BE49-F238E27FC236}">
                  <a16:creationId xmlns:a16="http://schemas.microsoft.com/office/drawing/2014/main" id="{FAA72B40-83C0-8B4E-8783-0861F2085532}"/>
                </a:ext>
              </a:extLst>
            </p:cNvPr>
            <p:cNvSpPr txBox="1"/>
            <p:nvPr/>
          </p:nvSpPr>
          <p:spPr>
            <a:xfrm>
              <a:off x="5482465" y="536609"/>
              <a:ext cx="2811174" cy="1465512"/>
            </a:xfrm>
            <a:prstGeom prst="rect">
              <a:avLst/>
            </a:prstGeom>
            <a:ln>
              <a:noFill/>
            </a:ln>
          </p:spPr>
          <p:style>
            <a:lnRef idx="1">
              <a:schemeClr val="accent6"/>
            </a:lnRef>
            <a:fillRef idx="2">
              <a:schemeClr val="accent6"/>
            </a:fillRef>
            <a:effectRef idx="1">
              <a:schemeClr val="accent6"/>
            </a:effectRef>
            <a:fontRef idx="minor">
              <a:schemeClr val="dk1"/>
            </a:fontRef>
          </p:style>
          <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2400" b="1" kern="1200" dirty="0"/>
                <a:t>Office Automation System (OAS)</a:t>
              </a:r>
              <a:endParaRPr lang="en-MY" sz="2400" kern="1200" dirty="0"/>
            </a:p>
            <a:p>
              <a:pPr marL="57150" lvl="1" indent="-57150" algn="l" defTabSz="444500">
                <a:lnSpc>
                  <a:spcPct val="90000"/>
                </a:lnSpc>
                <a:spcBef>
                  <a:spcPct val="0"/>
                </a:spcBef>
                <a:spcAft>
                  <a:spcPct val="15000"/>
                </a:spcAft>
                <a:buChar char="•"/>
              </a:pPr>
              <a:r>
                <a:rPr lang="en-US" kern="1200" dirty="0"/>
                <a:t>Supports data workers who share information, but do not usually create new knowledge</a:t>
              </a:r>
              <a:endParaRPr lang="en-MY" kern="1200" dirty="0"/>
            </a:p>
            <a:p>
              <a:pPr marL="57150" lvl="1" indent="-57150" algn="l" defTabSz="444500">
                <a:lnSpc>
                  <a:spcPct val="90000"/>
                </a:lnSpc>
                <a:spcBef>
                  <a:spcPct val="0"/>
                </a:spcBef>
                <a:spcAft>
                  <a:spcPct val="15000"/>
                </a:spcAft>
                <a:buChar char="•"/>
              </a:pPr>
              <a:r>
                <a:rPr lang="en-US" kern="1200" dirty="0"/>
                <a:t>Examples: Word processing, Spreadsheets, Desktop publishing, Electronic scheduling, Communication through voice mail, Email, Video conferencing</a:t>
              </a:r>
              <a:endParaRPr lang="en-MY" kern="1200" dirty="0"/>
            </a:p>
          </p:txBody>
        </p:sp>
      </p:grpSp>
      <p:grpSp>
        <p:nvGrpSpPr>
          <p:cNvPr id="14" name="Group 13">
            <a:extLst>
              <a:ext uri="{FF2B5EF4-FFF2-40B4-BE49-F238E27FC236}">
                <a16:creationId xmlns:a16="http://schemas.microsoft.com/office/drawing/2014/main" id="{F41BB48D-70D1-3F47-B481-0DE0486CDC96}"/>
              </a:ext>
            </a:extLst>
          </p:cNvPr>
          <p:cNvGrpSpPr/>
          <p:nvPr/>
        </p:nvGrpSpPr>
        <p:grpSpPr>
          <a:xfrm>
            <a:off x="6095999" y="3893596"/>
            <a:ext cx="5745846" cy="1998157"/>
            <a:chOff x="5403184" y="2284412"/>
            <a:chExt cx="2969736" cy="1624074"/>
          </a:xfrm>
        </p:grpSpPr>
        <p:sp>
          <p:nvSpPr>
            <p:cNvPr id="15" name="Rounded Rectangle 14">
              <a:extLst>
                <a:ext uri="{FF2B5EF4-FFF2-40B4-BE49-F238E27FC236}">
                  <a16:creationId xmlns:a16="http://schemas.microsoft.com/office/drawing/2014/main" id="{45335CA0-5F0E-254E-9BE7-868559BC820A}"/>
                </a:ext>
              </a:extLst>
            </p:cNvPr>
            <p:cNvSpPr/>
            <p:nvPr/>
          </p:nvSpPr>
          <p:spPr>
            <a:xfrm>
              <a:off x="5403184" y="2284412"/>
              <a:ext cx="2969736" cy="1624074"/>
            </a:xfrm>
            <a:prstGeom prst="roundRect">
              <a:avLst/>
            </a:prstGeom>
          </p:spPr>
          <p:style>
            <a:lnRef idx="1">
              <a:schemeClr val="accent6"/>
            </a:lnRef>
            <a:fillRef idx="2">
              <a:schemeClr val="accent6"/>
            </a:fillRef>
            <a:effectRef idx="1">
              <a:schemeClr val="accent6"/>
            </a:effectRef>
            <a:fontRef idx="minor">
              <a:schemeClr val="dk1"/>
            </a:fontRef>
          </p:style>
        </p:sp>
        <p:sp>
          <p:nvSpPr>
            <p:cNvPr id="16" name="Rounded Rectangle 6">
              <a:extLst>
                <a:ext uri="{FF2B5EF4-FFF2-40B4-BE49-F238E27FC236}">
                  <a16:creationId xmlns:a16="http://schemas.microsoft.com/office/drawing/2014/main" id="{CF480C5C-2865-7745-9B2E-461832144CE7}"/>
                </a:ext>
              </a:extLst>
            </p:cNvPr>
            <p:cNvSpPr txBox="1"/>
            <p:nvPr/>
          </p:nvSpPr>
          <p:spPr>
            <a:xfrm>
              <a:off x="5482465" y="2363693"/>
              <a:ext cx="2811174" cy="1465512"/>
            </a:xfrm>
            <a:prstGeom prst="rect">
              <a:avLst/>
            </a:prstGeom>
            <a:ln>
              <a:noFill/>
            </a:ln>
          </p:spPr>
          <p:style>
            <a:lnRef idx="1">
              <a:schemeClr val="accent6"/>
            </a:lnRef>
            <a:fillRef idx="2">
              <a:schemeClr val="accent6"/>
            </a:fillRef>
            <a:effectRef idx="1">
              <a:schemeClr val="accent6"/>
            </a:effectRef>
            <a:fontRef idx="minor">
              <a:schemeClr val="dk1"/>
            </a:fontRef>
          </p:style>
          <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2400" b="1" kern="1200" dirty="0"/>
                <a:t>Knowledge Work System (KWS)</a:t>
              </a:r>
              <a:endParaRPr lang="en-MY" sz="2400" kern="1200" dirty="0"/>
            </a:p>
            <a:p>
              <a:pPr marL="57150" lvl="1" indent="-57150" algn="l" defTabSz="444500">
                <a:lnSpc>
                  <a:spcPct val="90000"/>
                </a:lnSpc>
                <a:spcBef>
                  <a:spcPct val="0"/>
                </a:spcBef>
                <a:spcAft>
                  <a:spcPct val="15000"/>
                </a:spcAft>
                <a:buChar char="•"/>
              </a:pPr>
              <a:r>
                <a:rPr lang="en-US" kern="1200" dirty="0"/>
                <a:t>Supports professional workers such as scientists, engineers, and doctors</a:t>
              </a:r>
              <a:endParaRPr lang="en-MY" kern="1200" dirty="0"/>
            </a:p>
            <a:p>
              <a:pPr marL="57150" lvl="1" indent="-57150" algn="l" defTabSz="444500">
                <a:lnSpc>
                  <a:spcPct val="90000"/>
                </a:lnSpc>
                <a:spcBef>
                  <a:spcPct val="0"/>
                </a:spcBef>
                <a:spcAft>
                  <a:spcPct val="15000"/>
                </a:spcAft>
                <a:buChar char="•"/>
              </a:pPr>
              <a:r>
                <a:rPr lang="en-US" kern="1200" dirty="0"/>
                <a:t>Examples: computer-aided design systems, virtual reality systems, investment workstations</a:t>
              </a:r>
              <a:endParaRPr lang="en-MY" kern="1200" dirty="0"/>
            </a:p>
          </p:txBody>
        </p:sp>
      </p:grpSp>
      <p:sp>
        <p:nvSpPr>
          <p:cNvPr id="22" name="Right Arrow 21">
            <a:extLst>
              <a:ext uri="{FF2B5EF4-FFF2-40B4-BE49-F238E27FC236}">
                <a16:creationId xmlns:a16="http://schemas.microsoft.com/office/drawing/2014/main" id="{12FDAE70-A81E-314E-9556-9ADED73B5A3D}"/>
              </a:ext>
            </a:extLst>
          </p:cNvPr>
          <p:cNvSpPr/>
          <p:nvPr/>
        </p:nvSpPr>
        <p:spPr>
          <a:xfrm rot="18951894">
            <a:off x="4621304" y="3372416"/>
            <a:ext cx="1600955" cy="365078"/>
          </a:xfrm>
          <a:prstGeom prst="rightArrow">
            <a:avLst/>
          </a:prstGeom>
          <a:ln>
            <a:no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25" name="Right Arrow 24">
            <a:extLst>
              <a:ext uri="{FF2B5EF4-FFF2-40B4-BE49-F238E27FC236}">
                <a16:creationId xmlns:a16="http://schemas.microsoft.com/office/drawing/2014/main" id="{D7D644E0-C952-DC4E-83B8-CE0F858F2535}"/>
              </a:ext>
            </a:extLst>
          </p:cNvPr>
          <p:cNvSpPr/>
          <p:nvPr/>
        </p:nvSpPr>
        <p:spPr>
          <a:xfrm rot="2045516">
            <a:off x="4747789" y="4181181"/>
            <a:ext cx="1347982" cy="365078"/>
          </a:xfrm>
          <a:prstGeom prst="rightArrow">
            <a:avLst/>
          </a:prstGeom>
          <a:ln>
            <a:noFill/>
          </a:ln>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3831436673"/>
      </p:ext>
    </p:extLst>
  </p:cSld>
  <p:clrMapOvr>
    <a:masterClrMapping/>
  </p:clrMapOvr>
  <p:transition advTm="40370"/>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6">
            <a:extLst>
              <a:ext uri="{FF2B5EF4-FFF2-40B4-BE49-F238E27FC236}">
                <a16:creationId xmlns:a16="http://schemas.microsoft.com/office/drawing/2014/main" id="{79552E74-AFDA-364A-8DA0-E228C7890A3D}"/>
              </a:ext>
            </a:extLst>
          </p:cNvPr>
          <p:cNvPicPr>
            <a:picLocks noChangeAspect="1" noChangeArrowheads="1"/>
          </p:cNvPicPr>
          <p:nvPr/>
        </p:nvPicPr>
        <p:blipFill>
          <a:blip r:embed="rId3" cstate="print"/>
          <a:srcRect/>
          <a:stretch>
            <a:fillRect/>
          </a:stretch>
        </p:blipFill>
        <p:spPr bwMode="auto">
          <a:xfrm>
            <a:off x="0" y="1791652"/>
            <a:ext cx="6259513" cy="4086225"/>
          </a:xfrm>
          <a:prstGeom prst="rect">
            <a:avLst/>
          </a:prstGeom>
          <a:noFill/>
          <a:ln w="9525">
            <a:noFill/>
            <a:miter lim="800000"/>
            <a:headEnd/>
            <a:tailEnd/>
          </a:ln>
        </p:spPr>
      </p:pic>
      <p:sp>
        <p:nvSpPr>
          <p:cNvPr id="5" name="Slide Number Placeholder 4"/>
          <p:cNvSpPr>
            <a:spLocks noGrp="1"/>
          </p:cNvSpPr>
          <p:nvPr>
            <p:ph type="sldNum" sz="quarter" idx="12"/>
          </p:nvPr>
        </p:nvSpPr>
        <p:spPr/>
        <p:txBody>
          <a:bodyPr/>
          <a:lstStyle/>
          <a:p>
            <a:pPr>
              <a:defRPr/>
            </a:pPr>
            <a:fld id="{7C40D79F-C51A-4C08-8074-211DC6804BF5}" type="slidenum">
              <a:rPr lang="en-MY" smtClean="0"/>
              <a:pPr>
                <a:defRPr/>
              </a:pPr>
              <a:t>22</a:t>
            </a:fld>
            <a:endParaRPr lang="en-MY" dirty="0"/>
          </a:p>
        </p:txBody>
      </p:sp>
      <p:sp>
        <p:nvSpPr>
          <p:cNvPr id="6" name="Title 1">
            <a:extLst>
              <a:ext uri="{FF2B5EF4-FFF2-40B4-BE49-F238E27FC236}">
                <a16:creationId xmlns:a16="http://schemas.microsoft.com/office/drawing/2014/main" id="{B8D251D5-61B4-D64D-BEB9-EBCD67109678}"/>
              </a:ext>
            </a:extLst>
          </p:cNvPr>
          <p:cNvSpPr txBox="1">
            <a:spLocks noChangeArrowheads="1"/>
          </p:cNvSpPr>
          <p:nvPr/>
        </p:nvSpPr>
        <p:spPr bwMode="auto">
          <a:xfrm>
            <a:off x="350153" y="642078"/>
            <a:ext cx="11491693" cy="8864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sz="5400" b="1" dirty="0">
                <a:solidFill>
                  <a:srgbClr val="840F3E"/>
                </a:solidFill>
              </a:rPr>
              <a:t>HIGHER LEVEL</a:t>
            </a:r>
            <a:endParaRPr lang="en-US" altLang="en-US" sz="5400" b="1" dirty="0">
              <a:solidFill>
                <a:srgbClr val="840F3E"/>
              </a:solidFill>
              <a:latin typeface="Calibri Light" panose="020F0302020204030204" pitchFamily="34" charset="0"/>
            </a:endParaRPr>
          </a:p>
        </p:txBody>
      </p:sp>
      <p:grpSp>
        <p:nvGrpSpPr>
          <p:cNvPr id="7" name="Group 6">
            <a:extLst>
              <a:ext uri="{FF2B5EF4-FFF2-40B4-BE49-F238E27FC236}">
                <a16:creationId xmlns:a16="http://schemas.microsoft.com/office/drawing/2014/main" id="{3EE485BD-1ADB-964F-8F2C-3A3B162EAD91}"/>
              </a:ext>
            </a:extLst>
          </p:cNvPr>
          <p:cNvGrpSpPr/>
          <p:nvPr/>
        </p:nvGrpSpPr>
        <p:grpSpPr>
          <a:xfrm>
            <a:off x="5582332" y="642079"/>
            <a:ext cx="6259513" cy="2000222"/>
            <a:chOff x="5385920" y="482478"/>
            <a:chExt cx="3119357" cy="1136016"/>
          </a:xfrm>
        </p:grpSpPr>
        <p:sp>
          <p:nvSpPr>
            <p:cNvPr id="14" name="Rounded Rectangle 13">
              <a:extLst>
                <a:ext uri="{FF2B5EF4-FFF2-40B4-BE49-F238E27FC236}">
                  <a16:creationId xmlns:a16="http://schemas.microsoft.com/office/drawing/2014/main" id="{81867FF2-53D9-7E43-B2EA-349683BF7C60}"/>
                </a:ext>
              </a:extLst>
            </p:cNvPr>
            <p:cNvSpPr/>
            <p:nvPr/>
          </p:nvSpPr>
          <p:spPr>
            <a:xfrm>
              <a:off x="5385920" y="482478"/>
              <a:ext cx="3119357" cy="1136016"/>
            </a:xfrm>
            <a:prstGeom prst="roundRect">
              <a:avLst/>
            </a:prstGeom>
          </p:spPr>
          <p:style>
            <a:lnRef idx="1">
              <a:schemeClr val="accent4"/>
            </a:lnRef>
            <a:fillRef idx="2">
              <a:schemeClr val="accent4"/>
            </a:fillRef>
            <a:effectRef idx="1">
              <a:schemeClr val="accent4"/>
            </a:effectRef>
            <a:fontRef idx="minor">
              <a:schemeClr val="dk1"/>
            </a:fontRef>
          </p:style>
        </p:sp>
        <p:sp>
          <p:nvSpPr>
            <p:cNvPr id="15" name="Rounded Rectangle 4">
              <a:extLst>
                <a:ext uri="{FF2B5EF4-FFF2-40B4-BE49-F238E27FC236}">
                  <a16:creationId xmlns:a16="http://schemas.microsoft.com/office/drawing/2014/main" id="{B71A0911-3E31-1D43-9CB8-FBE7A033E704}"/>
                </a:ext>
              </a:extLst>
            </p:cNvPr>
            <p:cNvSpPr txBox="1"/>
            <p:nvPr/>
          </p:nvSpPr>
          <p:spPr>
            <a:xfrm>
              <a:off x="5441376" y="537934"/>
              <a:ext cx="3008445" cy="1025104"/>
            </a:xfrm>
            <a:prstGeom prst="rect">
              <a:avLst/>
            </a:prstGeom>
            <a:ln>
              <a:noFill/>
            </a:ln>
          </p:spPr>
          <p:style>
            <a:lnRef idx="1">
              <a:schemeClr val="accent4"/>
            </a:lnRef>
            <a:fillRef idx="2">
              <a:schemeClr val="accent4"/>
            </a:fillRef>
            <a:effectRef idx="1">
              <a:schemeClr val="accent4"/>
            </a:effectRef>
            <a:fontRef idx="minor">
              <a:schemeClr val="dk1"/>
            </a:fontRef>
          </p:style>
          <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2800" b="1" kern="1200" dirty="0"/>
                <a:t>Management Information System (MIS)</a:t>
              </a:r>
              <a:endParaRPr lang="en-MY" sz="2800" kern="1200" dirty="0"/>
            </a:p>
            <a:p>
              <a:pPr marL="57150" lvl="1" indent="-57150" algn="l" defTabSz="444500">
                <a:lnSpc>
                  <a:spcPct val="90000"/>
                </a:lnSpc>
                <a:spcBef>
                  <a:spcPct val="0"/>
                </a:spcBef>
                <a:spcAft>
                  <a:spcPct val="15000"/>
                </a:spcAft>
                <a:buChar char="•"/>
              </a:pPr>
              <a:r>
                <a:rPr lang="en-US" kern="1200" dirty="0"/>
                <a:t>Support a broad spectrum of organizational tasks including decision analysis and decision making</a:t>
              </a:r>
              <a:endParaRPr lang="en-MY" kern="1200" dirty="0"/>
            </a:p>
            <a:p>
              <a:pPr marL="57150" lvl="1" indent="-57150" algn="l" defTabSz="444500">
                <a:lnSpc>
                  <a:spcPct val="90000"/>
                </a:lnSpc>
                <a:spcBef>
                  <a:spcPct val="0"/>
                </a:spcBef>
                <a:spcAft>
                  <a:spcPct val="15000"/>
                </a:spcAft>
                <a:buChar char="•"/>
              </a:pPr>
              <a:r>
                <a:rPr lang="en-US" kern="1200" dirty="0"/>
                <a:t>Examples: profit margin by sales region, expenses vs. budgets</a:t>
              </a:r>
              <a:endParaRPr lang="en-MY" kern="1200" dirty="0"/>
            </a:p>
          </p:txBody>
        </p:sp>
      </p:grpSp>
      <p:grpSp>
        <p:nvGrpSpPr>
          <p:cNvPr id="8" name="Group 7">
            <a:extLst>
              <a:ext uri="{FF2B5EF4-FFF2-40B4-BE49-F238E27FC236}">
                <a16:creationId xmlns:a16="http://schemas.microsoft.com/office/drawing/2014/main" id="{AA10AD5F-47FB-E54D-B4C6-5A9B4159A527}"/>
              </a:ext>
            </a:extLst>
          </p:cNvPr>
          <p:cNvGrpSpPr/>
          <p:nvPr/>
        </p:nvGrpSpPr>
        <p:grpSpPr>
          <a:xfrm>
            <a:off x="5582332" y="2781276"/>
            <a:ext cx="6259513" cy="1539495"/>
            <a:chOff x="5385920" y="1760496"/>
            <a:chExt cx="3119357" cy="1257937"/>
          </a:xfrm>
        </p:grpSpPr>
        <p:sp>
          <p:nvSpPr>
            <p:cNvPr id="12" name="Rounded Rectangle 11">
              <a:extLst>
                <a:ext uri="{FF2B5EF4-FFF2-40B4-BE49-F238E27FC236}">
                  <a16:creationId xmlns:a16="http://schemas.microsoft.com/office/drawing/2014/main" id="{B4FD79CE-1734-D347-8A63-9B3525B617F4}"/>
                </a:ext>
              </a:extLst>
            </p:cNvPr>
            <p:cNvSpPr/>
            <p:nvPr/>
          </p:nvSpPr>
          <p:spPr>
            <a:xfrm>
              <a:off x="5385920" y="1760496"/>
              <a:ext cx="3119357" cy="1257937"/>
            </a:xfrm>
            <a:prstGeom prst="roundRect">
              <a:avLst/>
            </a:prstGeom>
          </p:spPr>
          <p:style>
            <a:lnRef idx="1">
              <a:schemeClr val="accent4"/>
            </a:lnRef>
            <a:fillRef idx="2">
              <a:schemeClr val="accent4"/>
            </a:fillRef>
            <a:effectRef idx="1">
              <a:schemeClr val="accent4"/>
            </a:effectRef>
            <a:fontRef idx="minor">
              <a:schemeClr val="dk1"/>
            </a:fontRef>
          </p:style>
        </p:sp>
        <p:sp>
          <p:nvSpPr>
            <p:cNvPr id="13" name="Rounded Rectangle 6">
              <a:extLst>
                <a:ext uri="{FF2B5EF4-FFF2-40B4-BE49-F238E27FC236}">
                  <a16:creationId xmlns:a16="http://schemas.microsoft.com/office/drawing/2014/main" id="{5F1F9DCE-06FA-5049-81B7-BCB085C534CD}"/>
                </a:ext>
              </a:extLst>
            </p:cNvPr>
            <p:cNvSpPr txBox="1"/>
            <p:nvPr/>
          </p:nvSpPr>
          <p:spPr>
            <a:xfrm>
              <a:off x="5441376" y="1815952"/>
              <a:ext cx="3008445" cy="1025104"/>
            </a:xfrm>
            <a:prstGeom prst="rect">
              <a:avLst/>
            </a:prstGeom>
            <a:ln>
              <a:noFill/>
            </a:ln>
          </p:spPr>
          <p:style>
            <a:lnRef idx="1">
              <a:schemeClr val="accent4"/>
            </a:lnRef>
            <a:fillRef idx="2">
              <a:schemeClr val="accent4"/>
            </a:fillRef>
            <a:effectRef idx="1">
              <a:schemeClr val="accent4"/>
            </a:effectRef>
            <a:fontRef idx="minor">
              <a:schemeClr val="dk1"/>
            </a:fontRef>
          </p:style>
          <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2800" b="1" kern="1200" dirty="0"/>
                <a:t>Decision Support System (DSS)</a:t>
              </a:r>
              <a:endParaRPr lang="en-MY" sz="2800" kern="1200" dirty="0"/>
            </a:p>
            <a:p>
              <a:pPr marL="57150" lvl="1" indent="-57150" algn="l" defTabSz="444500">
                <a:lnSpc>
                  <a:spcPct val="90000"/>
                </a:lnSpc>
                <a:spcBef>
                  <a:spcPct val="0"/>
                </a:spcBef>
                <a:spcAft>
                  <a:spcPct val="15000"/>
                </a:spcAft>
                <a:buChar char="•"/>
              </a:pPr>
              <a:r>
                <a:rPr lang="en-US" kern="1200" dirty="0"/>
                <a:t>Aids decision makers in the making of decisions</a:t>
              </a:r>
              <a:endParaRPr lang="en-MY" kern="1200" dirty="0"/>
            </a:p>
            <a:p>
              <a:pPr marL="57150" lvl="1" indent="-57150" algn="l" defTabSz="444500">
                <a:lnSpc>
                  <a:spcPct val="90000"/>
                </a:lnSpc>
                <a:spcBef>
                  <a:spcPct val="0"/>
                </a:spcBef>
                <a:spcAft>
                  <a:spcPct val="15000"/>
                </a:spcAft>
                <a:buChar char="•"/>
              </a:pPr>
              <a:r>
                <a:rPr lang="en-US" kern="1200" dirty="0"/>
                <a:t>Examples: financial planning with what-if analysis, budgeting with modeling</a:t>
              </a:r>
              <a:endParaRPr lang="en-MY" kern="1200" dirty="0"/>
            </a:p>
          </p:txBody>
        </p:sp>
      </p:grpSp>
      <p:grpSp>
        <p:nvGrpSpPr>
          <p:cNvPr id="9" name="Group 8">
            <a:extLst>
              <a:ext uri="{FF2B5EF4-FFF2-40B4-BE49-F238E27FC236}">
                <a16:creationId xmlns:a16="http://schemas.microsoft.com/office/drawing/2014/main" id="{1157736D-38B7-C446-9F98-9D8FE66F1101}"/>
              </a:ext>
            </a:extLst>
          </p:cNvPr>
          <p:cNvGrpSpPr/>
          <p:nvPr/>
        </p:nvGrpSpPr>
        <p:grpSpPr>
          <a:xfrm>
            <a:off x="5582332" y="4459746"/>
            <a:ext cx="6259513" cy="1896604"/>
            <a:chOff x="5385920" y="3038515"/>
            <a:chExt cx="3119357" cy="1136016"/>
          </a:xfrm>
        </p:grpSpPr>
        <p:sp>
          <p:nvSpPr>
            <p:cNvPr id="10" name="Rounded Rectangle 9">
              <a:extLst>
                <a:ext uri="{FF2B5EF4-FFF2-40B4-BE49-F238E27FC236}">
                  <a16:creationId xmlns:a16="http://schemas.microsoft.com/office/drawing/2014/main" id="{BB8E6862-58E2-8141-8BD0-04076B6EA887}"/>
                </a:ext>
              </a:extLst>
            </p:cNvPr>
            <p:cNvSpPr/>
            <p:nvPr/>
          </p:nvSpPr>
          <p:spPr>
            <a:xfrm>
              <a:off x="5385920" y="3038515"/>
              <a:ext cx="3119357" cy="1136016"/>
            </a:xfrm>
            <a:prstGeom prst="roundRect">
              <a:avLst/>
            </a:prstGeom>
          </p:spPr>
          <p:style>
            <a:lnRef idx="1">
              <a:schemeClr val="accent4"/>
            </a:lnRef>
            <a:fillRef idx="2">
              <a:schemeClr val="accent4"/>
            </a:fillRef>
            <a:effectRef idx="1">
              <a:schemeClr val="accent4"/>
            </a:effectRef>
            <a:fontRef idx="minor">
              <a:schemeClr val="dk1"/>
            </a:fontRef>
          </p:style>
        </p:sp>
        <p:sp>
          <p:nvSpPr>
            <p:cNvPr id="11" name="Rounded Rectangle 8">
              <a:extLst>
                <a:ext uri="{FF2B5EF4-FFF2-40B4-BE49-F238E27FC236}">
                  <a16:creationId xmlns:a16="http://schemas.microsoft.com/office/drawing/2014/main" id="{EC66E9A8-B543-C34D-906B-0E2DF075BB12}"/>
                </a:ext>
              </a:extLst>
            </p:cNvPr>
            <p:cNvSpPr txBox="1"/>
            <p:nvPr/>
          </p:nvSpPr>
          <p:spPr>
            <a:xfrm>
              <a:off x="5441376" y="3093971"/>
              <a:ext cx="3008445" cy="1025104"/>
            </a:xfrm>
            <a:prstGeom prst="rect">
              <a:avLst/>
            </a:prstGeom>
            <a:ln>
              <a:noFill/>
            </a:ln>
          </p:spPr>
          <p:style>
            <a:lnRef idx="1">
              <a:schemeClr val="accent4"/>
            </a:lnRef>
            <a:fillRef idx="2">
              <a:schemeClr val="accent4"/>
            </a:fillRef>
            <a:effectRef idx="1">
              <a:schemeClr val="accent4"/>
            </a:effectRef>
            <a:fontRef idx="minor">
              <a:schemeClr val="dk1"/>
            </a:fontRef>
          </p:style>
          <p:txBody>
            <a:bodyPr spcFirstLastPara="0" vert="horz" wrap="square" lIns="49530" tIns="49530" rIns="49530" bIns="49530" numCol="1" spcCol="1270" anchor="t" anchorCtr="0">
              <a:noAutofit/>
            </a:bodyPr>
            <a:lstStyle/>
            <a:p>
              <a:pPr marL="0" lvl="0" indent="0" algn="l" defTabSz="577850">
                <a:lnSpc>
                  <a:spcPct val="90000"/>
                </a:lnSpc>
                <a:spcBef>
                  <a:spcPct val="0"/>
                </a:spcBef>
                <a:spcAft>
                  <a:spcPct val="35000"/>
                </a:spcAft>
                <a:buNone/>
              </a:pPr>
              <a:r>
                <a:rPr lang="en-US" sz="2800" b="1" kern="1200" dirty="0"/>
                <a:t>Expert System (ES)</a:t>
              </a:r>
              <a:endParaRPr lang="en-MY" sz="2800" kern="1200" dirty="0"/>
            </a:p>
            <a:p>
              <a:pPr marL="57150" lvl="1" indent="-57150" algn="l" defTabSz="444500">
                <a:lnSpc>
                  <a:spcPct val="90000"/>
                </a:lnSpc>
                <a:spcBef>
                  <a:spcPct val="0"/>
                </a:spcBef>
                <a:spcAft>
                  <a:spcPct val="15000"/>
                </a:spcAft>
                <a:buChar char="•"/>
              </a:pPr>
              <a:r>
                <a:rPr lang="en-US" kern="1200" dirty="0"/>
                <a:t>Captures and uses the knowledge of an expert for solving a particular problem which leads to a conclusion or recommendation</a:t>
              </a:r>
              <a:endParaRPr lang="en-MY" kern="1200" dirty="0"/>
            </a:p>
            <a:p>
              <a:pPr marL="57150" lvl="1" indent="-57150" algn="l" defTabSz="444500">
                <a:lnSpc>
                  <a:spcPct val="90000"/>
                </a:lnSpc>
                <a:spcBef>
                  <a:spcPct val="0"/>
                </a:spcBef>
                <a:spcAft>
                  <a:spcPct val="15000"/>
                </a:spcAft>
                <a:buChar char="•"/>
              </a:pPr>
              <a:r>
                <a:rPr lang="en-US" kern="1200" dirty="0"/>
                <a:t>Examples: MYCIN, XCON</a:t>
              </a:r>
              <a:endParaRPr lang="en-MY" kern="1200" dirty="0"/>
            </a:p>
          </p:txBody>
        </p:sp>
      </p:grpSp>
      <p:sp>
        <p:nvSpPr>
          <p:cNvPr id="18" name="Right Arrow 17">
            <a:extLst>
              <a:ext uri="{FF2B5EF4-FFF2-40B4-BE49-F238E27FC236}">
                <a16:creationId xmlns:a16="http://schemas.microsoft.com/office/drawing/2014/main" id="{5846F6B6-A8A0-E744-B480-16DA1EFDB64F}"/>
              </a:ext>
            </a:extLst>
          </p:cNvPr>
          <p:cNvSpPr/>
          <p:nvPr/>
        </p:nvSpPr>
        <p:spPr>
          <a:xfrm rot="18653894">
            <a:off x="3450845" y="2422230"/>
            <a:ext cx="2406820" cy="365078"/>
          </a:xfrm>
          <a:prstGeom prst="rightArrow">
            <a:avLst/>
          </a:prstGeom>
          <a:ln>
            <a:noFill/>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a:p>
        </p:txBody>
      </p:sp>
      <p:sp>
        <p:nvSpPr>
          <p:cNvPr id="20" name="Right Arrow 19">
            <a:extLst>
              <a:ext uri="{FF2B5EF4-FFF2-40B4-BE49-F238E27FC236}">
                <a16:creationId xmlns:a16="http://schemas.microsoft.com/office/drawing/2014/main" id="{4FDF85DB-CE31-5E4A-9915-51FD1C533473}"/>
              </a:ext>
            </a:extLst>
          </p:cNvPr>
          <p:cNvSpPr/>
          <p:nvPr/>
        </p:nvSpPr>
        <p:spPr>
          <a:xfrm>
            <a:off x="3794078" y="3364586"/>
            <a:ext cx="1742498" cy="365078"/>
          </a:xfrm>
          <a:prstGeom prst="rightArrow">
            <a:avLst/>
          </a:prstGeom>
          <a:ln>
            <a:noFill/>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a:p>
        </p:txBody>
      </p:sp>
      <p:sp>
        <p:nvSpPr>
          <p:cNvPr id="21" name="Right Arrow 20">
            <a:extLst>
              <a:ext uri="{FF2B5EF4-FFF2-40B4-BE49-F238E27FC236}">
                <a16:creationId xmlns:a16="http://schemas.microsoft.com/office/drawing/2014/main" id="{13603C36-5F85-D54C-866E-A5EB4E7CAD88}"/>
              </a:ext>
            </a:extLst>
          </p:cNvPr>
          <p:cNvSpPr/>
          <p:nvPr/>
        </p:nvSpPr>
        <p:spPr>
          <a:xfrm rot="2427748">
            <a:off x="3637234" y="4091593"/>
            <a:ext cx="2126718" cy="365078"/>
          </a:xfrm>
          <a:prstGeom prst="rightArrow">
            <a:avLst/>
          </a:prstGeom>
          <a:ln>
            <a:noFill/>
          </a:ln>
        </p:spPr>
        <p:style>
          <a:lnRef idx="1">
            <a:schemeClr val="accent4"/>
          </a:lnRef>
          <a:fillRef idx="2">
            <a:schemeClr val="accent4"/>
          </a:fillRef>
          <a:effectRef idx="1">
            <a:schemeClr val="accent4"/>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1849770042"/>
      </p:ext>
    </p:extLst>
  </p:cSld>
  <p:clrMapOvr>
    <a:masterClrMapping/>
  </p:clrMapOvr>
  <p:transition advTm="51101"/>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pPr>
              <a:defRPr/>
            </a:pPr>
            <a:fld id="{A7514B2B-DAD7-42CE-A255-1ED1D4D3CA61}" type="slidenum">
              <a:rPr lang="en-MY" smtClean="0"/>
              <a:pPr>
                <a:defRPr/>
              </a:pPr>
              <a:t>23</a:t>
            </a:fld>
            <a:endParaRPr lang="en-MY" dirty="0"/>
          </a:p>
        </p:txBody>
      </p:sp>
      <p:pic>
        <p:nvPicPr>
          <p:cNvPr id="4" name="Picture Placeholder 21" descr="Fig-2-2.png"/>
          <p:cNvPicPr>
            <a:picLocks noChangeAspect="1"/>
          </p:cNvPicPr>
          <p:nvPr/>
        </p:nvPicPr>
        <p:blipFill>
          <a:blip r:embed="rId2" cstate="print"/>
          <a:srcRect t="-2" b="-2"/>
          <a:stretch>
            <a:fillRect/>
          </a:stretch>
        </p:blipFill>
        <p:spPr bwMode="auto">
          <a:xfrm>
            <a:off x="971266" y="2005205"/>
            <a:ext cx="9010934" cy="4210717"/>
          </a:xfrm>
          <a:prstGeom prst="rect">
            <a:avLst/>
          </a:prstGeom>
          <a:noFill/>
          <a:ln>
            <a:miter lim="800000"/>
            <a:headEnd/>
            <a:tailEnd/>
          </a:ln>
        </p:spPr>
      </p:pic>
      <p:sp>
        <p:nvSpPr>
          <p:cNvPr id="5" name="Title 1">
            <a:extLst>
              <a:ext uri="{FF2B5EF4-FFF2-40B4-BE49-F238E27FC236}">
                <a16:creationId xmlns:a16="http://schemas.microsoft.com/office/drawing/2014/main" id="{6F00E417-1863-C743-B610-D77ADB9B660D}"/>
              </a:ext>
            </a:extLst>
          </p:cNvPr>
          <p:cNvSpPr txBox="1">
            <a:spLocks noChangeArrowheads="1"/>
          </p:cNvSpPr>
          <p:nvPr/>
        </p:nvSpPr>
        <p:spPr bwMode="auto">
          <a:xfrm>
            <a:off x="350153" y="642078"/>
            <a:ext cx="11491693" cy="8864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sz="5400" b="1" dirty="0">
                <a:solidFill>
                  <a:srgbClr val="840F3E"/>
                </a:solidFill>
              </a:rPr>
              <a:t>HIGHER LEVEL</a:t>
            </a:r>
          </a:p>
          <a:p>
            <a:pPr>
              <a:lnSpc>
                <a:spcPct val="90000"/>
              </a:lnSpc>
            </a:pPr>
            <a:r>
              <a:rPr lang="en-US" altLang="en-US" sz="4000" b="1" dirty="0">
                <a:solidFill>
                  <a:srgbClr val="840F3E"/>
                </a:solidFill>
                <a:latin typeface="Calibri Light" panose="020F0302020204030204" pitchFamily="34" charset="0"/>
              </a:rPr>
              <a:t>Management Information System (MIS)</a:t>
            </a:r>
          </a:p>
        </p:txBody>
      </p:sp>
    </p:spTree>
    <p:extLst>
      <p:ext uri="{BB962C8B-B14F-4D97-AF65-F5344CB8AC3E}">
        <p14:creationId xmlns:p14="http://schemas.microsoft.com/office/powerpoint/2010/main" val="4100343841"/>
      </p:ext>
    </p:extLst>
  </p:cSld>
  <p:clrMapOvr>
    <a:masterClrMapping/>
  </p:clrMapOvr>
  <mc:AlternateContent xmlns:mc="http://schemas.openxmlformats.org/markup-compatibility/2006" xmlns:p14="http://schemas.microsoft.com/office/powerpoint/2010/main">
    <mc:Choice Requires="p14">
      <p:transition spd="slow" p14:dur="2000" advTm="47678"/>
    </mc:Choice>
    <mc:Fallback xmlns="">
      <p:transition spd="slow" advTm="47678"/>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7C40D79F-C51A-4C08-8074-211DC6804BF5}" type="slidenum">
              <a:rPr lang="en-MY" smtClean="0"/>
              <a:pPr>
                <a:defRPr/>
              </a:pPr>
              <a:t>24</a:t>
            </a:fld>
            <a:endParaRPr lang="en-MY" dirty="0"/>
          </a:p>
        </p:txBody>
      </p:sp>
      <p:pic>
        <p:nvPicPr>
          <p:cNvPr id="6" name="Picture Placeholder 21" descr="Fig-2-2.png"/>
          <p:cNvPicPr>
            <a:picLocks noChangeAspect="1"/>
          </p:cNvPicPr>
          <p:nvPr/>
        </p:nvPicPr>
        <p:blipFill>
          <a:blip r:embed="rId2" cstate="print"/>
          <a:srcRect t="-394" b="-394"/>
          <a:stretch>
            <a:fillRect/>
          </a:stretch>
        </p:blipFill>
        <p:spPr bwMode="auto">
          <a:xfrm>
            <a:off x="2857499" y="2119313"/>
            <a:ext cx="6477000" cy="4237037"/>
          </a:xfrm>
          <a:prstGeom prst="rect">
            <a:avLst/>
          </a:prstGeom>
          <a:noFill/>
          <a:ln>
            <a:miter lim="800000"/>
            <a:headEnd/>
            <a:tailEnd/>
          </a:ln>
        </p:spPr>
      </p:pic>
      <p:sp>
        <p:nvSpPr>
          <p:cNvPr id="7" name="Title 1">
            <a:extLst>
              <a:ext uri="{FF2B5EF4-FFF2-40B4-BE49-F238E27FC236}">
                <a16:creationId xmlns:a16="http://schemas.microsoft.com/office/drawing/2014/main" id="{0107DC00-1A68-724B-B386-3DE83F4CD865}"/>
              </a:ext>
            </a:extLst>
          </p:cNvPr>
          <p:cNvSpPr txBox="1">
            <a:spLocks noChangeArrowheads="1"/>
          </p:cNvSpPr>
          <p:nvPr/>
        </p:nvSpPr>
        <p:spPr bwMode="auto">
          <a:xfrm>
            <a:off x="350153" y="642078"/>
            <a:ext cx="11491693" cy="8864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sz="5400" b="1" dirty="0">
                <a:solidFill>
                  <a:srgbClr val="840F3E"/>
                </a:solidFill>
              </a:rPr>
              <a:t>HIGHER LEVEL</a:t>
            </a:r>
          </a:p>
          <a:p>
            <a:pPr>
              <a:lnSpc>
                <a:spcPct val="90000"/>
              </a:lnSpc>
            </a:pPr>
            <a:r>
              <a:rPr lang="en-US" altLang="en-US" sz="4000" b="1" dirty="0">
                <a:solidFill>
                  <a:srgbClr val="840F3E"/>
                </a:solidFill>
                <a:latin typeface="Calibri Light" panose="020F0302020204030204" pitchFamily="34" charset="0"/>
              </a:rPr>
              <a:t>Decision Support System (DSS)</a:t>
            </a:r>
          </a:p>
        </p:txBody>
      </p:sp>
    </p:spTree>
    <p:extLst>
      <p:ext uri="{BB962C8B-B14F-4D97-AF65-F5344CB8AC3E}">
        <p14:creationId xmlns:p14="http://schemas.microsoft.com/office/powerpoint/2010/main" val="2189410485"/>
      </p:ext>
    </p:extLst>
  </p:cSld>
  <p:clrMapOvr>
    <a:masterClrMapping/>
  </p:clrMapOvr>
  <mc:AlternateContent xmlns:mc="http://schemas.openxmlformats.org/markup-compatibility/2006" xmlns:p14="http://schemas.microsoft.com/office/powerpoint/2010/main">
    <mc:Choice Requires="p14">
      <p:transition spd="slow" p14:dur="2000" advTm="40765"/>
    </mc:Choice>
    <mc:Fallback xmlns="">
      <p:transition spd="slow" advTm="40765"/>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6">
            <a:extLst>
              <a:ext uri="{FF2B5EF4-FFF2-40B4-BE49-F238E27FC236}">
                <a16:creationId xmlns:a16="http://schemas.microsoft.com/office/drawing/2014/main" id="{BC8B562B-E62F-1848-809E-0A26C770F226}"/>
              </a:ext>
            </a:extLst>
          </p:cNvPr>
          <p:cNvPicPr>
            <a:picLocks noChangeAspect="1" noChangeArrowheads="1"/>
          </p:cNvPicPr>
          <p:nvPr/>
        </p:nvPicPr>
        <p:blipFill>
          <a:blip r:embed="rId3" cstate="print"/>
          <a:srcRect/>
          <a:stretch>
            <a:fillRect/>
          </a:stretch>
        </p:blipFill>
        <p:spPr bwMode="auto">
          <a:xfrm>
            <a:off x="0" y="1791652"/>
            <a:ext cx="6259513" cy="4086225"/>
          </a:xfrm>
          <a:prstGeom prst="rect">
            <a:avLst/>
          </a:prstGeom>
          <a:noFill/>
          <a:ln w="9525">
            <a:noFill/>
            <a:miter lim="800000"/>
            <a:headEnd/>
            <a:tailEnd/>
          </a:ln>
        </p:spPr>
      </p:pic>
      <p:sp>
        <p:nvSpPr>
          <p:cNvPr id="5" name="Slide Number Placeholder 4"/>
          <p:cNvSpPr>
            <a:spLocks noGrp="1"/>
          </p:cNvSpPr>
          <p:nvPr>
            <p:ph type="sldNum" sz="quarter" idx="12"/>
          </p:nvPr>
        </p:nvSpPr>
        <p:spPr/>
        <p:txBody>
          <a:bodyPr/>
          <a:lstStyle/>
          <a:p>
            <a:pPr>
              <a:defRPr/>
            </a:pPr>
            <a:fld id="{7C40D79F-C51A-4C08-8074-211DC6804BF5}" type="slidenum">
              <a:rPr lang="en-MY" smtClean="0"/>
              <a:pPr>
                <a:defRPr/>
              </a:pPr>
              <a:t>25</a:t>
            </a:fld>
            <a:endParaRPr lang="en-MY" dirty="0"/>
          </a:p>
        </p:txBody>
      </p:sp>
      <p:sp>
        <p:nvSpPr>
          <p:cNvPr id="6" name="Title 1">
            <a:extLst>
              <a:ext uri="{FF2B5EF4-FFF2-40B4-BE49-F238E27FC236}">
                <a16:creationId xmlns:a16="http://schemas.microsoft.com/office/drawing/2014/main" id="{53AB712A-B3D4-CC4B-9F21-96991470A6A2}"/>
              </a:ext>
            </a:extLst>
          </p:cNvPr>
          <p:cNvSpPr txBox="1">
            <a:spLocks noChangeArrowheads="1"/>
          </p:cNvSpPr>
          <p:nvPr/>
        </p:nvSpPr>
        <p:spPr bwMode="auto">
          <a:xfrm>
            <a:off x="350153" y="642078"/>
            <a:ext cx="11491693" cy="8864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sz="5400" b="1" dirty="0">
                <a:solidFill>
                  <a:srgbClr val="840F3E"/>
                </a:solidFill>
              </a:rPr>
              <a:t>STRATEGIC LEVEL</a:t>
            </a:r>
            <a:endParaRPr lang="en-US" altLang="en-US" sz="5400" b="1" dirty="0">
              <a:solidFill>
                <a:srgbClr val="840F3E"/>
              </a:solidFill>
              <a:latin typeface="Calibri Light" panose="020F0302020204030204" pitchFamily="34" charset="0"/>
            </a:endParaRPr>
          </a:p>
        </p:txBody>
      </p:sp>
      <p:grpSp>
        <p:nvGrpSpPr>
          <p:cNvPr id="9" name="Group 8">
            <a:extLst>
              <a:ext uri="{FF2B5EF4-FFF2-40B4-BE49-F238E27FC236}">
                <a16:creationId xmlns:a16="http://schemas.microsoft.com/office/drawing/2014/main" id="{DFD8DAED-C21F-DB4C-A121-D912B56E2FEF}"/>
              </a:ext>
            </a:extLst>
          </p:cNvPr>
          <p:cNvGrpSpPr/>
          <p:nvPr/>
        </p:nvGrpSpPr>
        <p:grpSpPr>
          <a:xfrm>
            <a:off x="5736871" y="1265604"/>
            <a:ext cx="6259512" cy="1505969"/>
            <a:chOff x="5385920" y="482478"/>
            <a:chExt cx="3119357" cy="1136016"/>
          </a:xfrm>
        </p:grpSpPr>
        <p:sp>
          <p:nvSpPr>
            <p:cNvPr id="16" name="Rounded Rectangle 15">
              <a:extLst>
                <a:ext uri="{FF2B5EF4-FFF2-40B4-BE49-F238E27FC236}">
                  <a16:creationId xmlns:a16="http://schemas.microsoft.com/office/drawing/2014/main" id="{D712B873-EDC2-0A4B-903A-D7685BC05ACF}"/>
                </a:ext>
              </a:extLst>
            </p:cNvPr>
            <p:cNvSpPr/>
            <p:nvPr/>
          </p:nvSpPr>
          <p:spPr>
            <a:xfrm>
              <a:off x="5385920" y="482478"/>
              <a:ext cx="3119357" cy="1136016"/>
            </a:xfrm>
            <a:prstGeom prst="roundRect">
              <a:avLst/>
            </a:prstGeom>
          </p:spPr>
          <p:style>
            <a:lnRef idx="1">
              <a:schemeClr val="accent2"/>
            </a:lnRef>
            <a:fillRef idx="2">
              <a:schemeClr val="accent2"/>
            </a:fillRef>
            <a:effectRef idx="1">
              <a:schemeClr val="accent2"/>
            </a:effectRef>
            <a:fontRef idx="minor">
              <a:schemeClr val="dk1"/>
            </a:fontRef>
          </p:style>
        </p:sp>
        <p:sp>
          <p:nvSpPr>
            <p:cNvPr id="17" name="Rounded Rectangle 4">
              <a:extLst>
                <a:ext uri="{FF2B5EF4-FFF2-40B4-BE49-F238E27FC236}">
                  <a16:creationId xmlns:a16="http://schemas.microsoft.com/office/drawing/2014/main" id="{017A0EF5-C2E7-9E40-955B-A455FC425C31}"/>
                </a:ext>
              </a:extLst>
            </p:cNvPr>
            <p:cNvSpPr txBox="1"/>
            <p:nvPr/>
          </p:nvSpPr>
          <p:spPr>
            <a:xfrm>
              <a:off x="5441376" y="537934"/>
              <a:ext cx="3008445" cy="1025104"/>
            </a:xfrm>
            <a:prstGeom prst="rect">
              <a:avLst/>
            </a:prstGeom>
            <a:ln>
              <a:noFill/>
            </a:ln>
          </p:spPr>
          <p:style>
            <a:lnRef idx="1">
              <a:schemeClr val="accent2"/>
            </a:lnRef>
            <a:fillRef idx="2">
              <a:schemeClr val="accent2"/>
            </a:fillRef>
            <a:effectRef idx="1">
              <a:schemeClr val="accent2"/>
            </a:effectRef>
            <a:fontRef idx="minor">
              <a:schemeClr val="dk1"/>
            </a:fontRef>
          </p:style>
          <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None/>
              </a:pPr>
              <a:r>
                <a:rPr lang="en-US" b="1" kern="1200" dirty="0"/>
                <a:t>Executive Support System (ESS)</a:t>
              </a:r>
              <a:endParaRPr lang="en-MY" kern="1200" dirty="0"/>
            </a:p>
            <a:p>
              <a:pPr marL="57150" lvl="1" indent="-57150" algn="l" defTabSz="400050">
                <a:lnSpc>
                  <a:spcPct val="90000"/>
                </a:lnSpc>
                <a:spcBef>
                  <a:spcPct val="0"/>
                </a:spcBef>
                <a:spcAft>
                  <a:spcPct val="15000"/>
                </a:spcAft>
                <a:buChar char="•"/>
              </a:pPr>
              <a:r>
                <a:rPr lang="en-US" kern="1200" dirty="0"/>
                <a:t>Helps executives to make unstructured strategic decisions in an informed way</a:t>
              </a:r>
              <a:endParaRPr lang="en-MY" kern="1200" dirty="0"/>
            </a:p>
            <a:p>
              <a:pPr marL="57150" lvl="1" indent="-57150" algn="l" defTabSz="400050">
                <a:lnSpc>
                  <a:spcPct val="90000"/>
                </a:lnSpc>
                <a:spcBef>
                  <a:spcPct val="0"/>
                </a:spcBef>
                <a:spcAft>
                  <a:spcPct val="15000"/>
                </a:spcAft>
                <a:buChar char="•"/>
              </a:pPr>
              <a:r>
                <a:rPr lang="en-US" kern="1200" dirty="0"/>
                <a:t>Examples: drill-down analysis, status access</a:t>
              </a:r>
              <a:endParaRPr lang="en-MY" kern="1200" dirty="0"/>
            </a:p>
          </p:txBody>
        </p:sp>
      </p:grpSp>
      <p:grpSp>
        <p:nvGrpSpPr>
          <p:cNvPr id="10" name="Group 9">
            <a:extLst>
              <a:ext uri="{FF2B5EF4-FFF2-40B4-BE49-F238E27FC236}">
                <a16:creationId xmlns:a16="http://schemas.microsoft.com/office/drawing/2014/main" id="{C4657C00-DA9B-AB48-94D4-E33D7DE9105E}"/>
              </a:ext>
            </a:extLst>
          </p:cNvPr>
          <p:cNvGrpSpPr/>
          <p:nvPr/>
        </p:nvGrpSpPr>
        <p:grpSpPr>
          <a:xfrm>
            <a:off x="5736871" y="3037385"/>
            <a:ext cx="6259512" cy="1136017"/>
            <a:chOff x="5385920" y="1760496"/>
            <a:chExt cx="3119357" cy="1136016"/>
          </a:xfrm>
        </p:grpSpPr>
        <p:sp>
          <p:nvSpPr>
            <p:cNvPr id="14" name="Rounded Rectangle 13">
              <a:extLst>
                <a:ext uri="{FF2B5EF4-FFF2-40B4-BE49-F238E27FC236}">
                  <a16:creationId xmlns:a16="http://schemas.microsoft.com/office/drawing/2014/main" id="{CF733551-D82F-9B4C-9C01-50B492F1A513}"/>
                </a:ext>
              </a:extLst>
            </p:cNvPr>
            <p:cNvSpPr/>
            <p:nvPr/>
          </p:nvSpPr>
          <p:spPr>
            <a:xfrm>
              <a:off x="5385920" y="1760496"/>
              <a:ext cx="3119357" cy="1136016"/>
            </a:xfrm>
            <a:prstGeom prst="roundRect">
              <a:avLst/>
            </a:prstGeom>
          </p:spPr>
          <p:style>
            <a:lnRef idx="1">
              <a:schemeClr val="accent2"/>
            </a:lnRef>
            <a:fillRef idx="2">
              <a:schemeClr val="accent2"/>
            </a:fillRef>
            <a:effectRef idx="1">
              <a:schemeClr val="accent2"/>
            </a:effectRef>
            <a:fontRef idx="minor">
              <a:schemeClr val="dk1"/>
            </a:fontRef>
          </p:style>
        </p:sp>
        <p:sp>
          <p:nvSpPr>
            <p:cNvPr id="15" name="Rounded Rectangle 6">
              <a:extLst>
                <a:ext uri="{FF2B5EF4-FFF2-40B4-BE49-F238E27FC236}">
                  <a16:creationId xmlns:a16="http://schemas.microsoft.com/office/drawing/2014/main" id="{5AE25B15-787E-3C45-B3DC-C65FFE03C48C}"/>
                </a:ext>
              </a:extLst>
            </p:cNvPr>
            <p:cNvSpPr txBox="1"/>
            <p:nvPr/>
          </p:nvSpPr>
          <p:spPr>
            <a:xfrm>
              <a:off x="5441376" y="1815952"/>
              <a:ext cx="3008445" cy="1025104"/>
            </a:xfrm>
            <a:prstGeom prst="rect">
              <a:avLst/>
            </a:prstGeom>
            <a:ln>
              <a:noFill/>
            </a:ln>
          </p:spPr>
          <p:style>
            <a:lnRef idx="1">
              <a:schemeClr val="accent2"/>
            </a:lnRef>
            <a:fillRef idx="2">
              <a:schemeClr val="accent2"/>
            </a:fillRef>
            <a:effectRef idx="1">
              <a:schemeClr val="accent2"/>
            </a:effectRef>
            <a:fontRef idx="minor">
              <a:schemeClr val="dk1"/>
            </a:fontRef>
          </p:style>
          <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None/>
              </a:pPr>
              <a:r>
                <a:rPr lang="en-US" b="1" kern="1200" dirty="0"/>
                <a:t>Group Decision Support System (GDSS)</a:t>
              </a:r>
              <a:endParaRPr lang="en-MY" kern="1200" dirty="0"/>
            </a:p>
            <a:p>
              <a:pPr marL="57150" lvl="1" indent="-57150" algn="l" defTabSz="400050">
                <a:lnSpc>
                  <a:spcPct val="90000"/>
                </a:lnSpc>
                <a:spcBef>
                  <a:spcPct val="0"/>
                </a:spcBef>
                <a:spcAft>
                  <a:spcPct val="15000"/>
                </a:spcAft>
                <a:buChar char="•"/>
              </a:pPr>
              <a:r>
                <a:rPr lang="en-US" kern="1200" dirty="0"/>
                <a:t>Permit group members to interact with electronic support</a:t>
              </a:r>
              <a:endParaRPr lang="en-MY" kern="1200" dirty="0"/>
            </a:p>
            <a:p>
              <a:pPr marL="57150" lvl="1" indent="-57150" algn="l" defTabSz="400050">
                <a:lnSpc>
                  <a:spcPct val="90000"/>
                </a:lnSpc>
                <a:spcBef>
                  <a:spcPct val="0"/>
                </a:spcBef>
                <a:spcAft>
                  <a:spcPct val="15000"/>
                </a:spcAft>
                <a:buChar char="•"/>
              </a:pPr>
              <a:r>
                <a:rPr lang="en-US" kern="1200" dirty="0"/>
                <a:t>Examples: email, Google Doc</a:t>
              </a:r>
              <a:endParaRPr lang="en-MY" kern="1200" dirty="0"/>
            </a:p>
          </p:txBody>
        </p:sp>
      </p:grpSp>
      <p:grpSp>
        <p:nvGrpSpPr>
          <p:cNvPr id="11" name="Group 10">
            <a:extLst>
              <a:ext uri="{FF2B5EF4-FFF2-40B4-BE49-F238E27FC236}">
                <a16:creationId xmlns:a16="http://schemas.microsoft.com/office/drawing/2014/main" id="{26805F5F-4759-DB42-81A1-32F4B4DDD780}"/>
              </a:ext>
            </a:extLst>
          </p:cNvPr>
          <p:cNvGrpSpPr/>
          <p:nvPr/>
        </p:nvGrpSpPr>
        <p:grpSpPr>
          <a:xfrm>
            <a:off x="5736870" y="4439215"/>
            <a:ext cx="6259513" cy="1784119"/>
            <a:chOff x="5385920" y="3038515"/>
            <a:chExt cx="3119357" cy="1136016"/>
          </a:xfrm>
        </p:grpSpPr>
        <p:sp>
          <p:nvSpPr>
            <p:cNvPr id="12" name="Rounded Rectangle 11">
              <a:extLst>
                <a:ext uri="{FF2B5EF4-FFF2-40B4-BE49-F238E27FC236}">
                  <a16:creationId xmlns:a16="http://schemas.microsoft.com/office/drawing/2014/main" id="{9D906BBD-DFC7-CE46-8A2F-864F2272C995}"/>
                </a:ext>
              </a:extLst>
            </p:cNvPr>
            <p:cNvSpPr/>
            <p:nvPr/>
          </p:nvSpPr>
          <p:spPr>
            <a:xfrm>
              <a:off x="5385920" y="3038515"/>
              <a:ext cx="3119357" cy="1136016"/>
            </a:xfrm>
            <a:prstGeom prst="roundRect">
              <a:avLst/>
            </a:prstGeom>
          </p:spPr>
          <p:style>
            <a:lnRef idx="1">
              <a:schemeClr val="accent2"/>
            </a:lnRef>
            <a:fillRef idx="2">
              <a:schemeClr val="accent2"/>
            </a:fillRef>
            <a:effectRef idx="1">
              <a:schemeClr val="accent2"/>
            </a:effectRef>
            <a:fontRef idx="minor">
              <a:schemeClr val="dk1"/>
            </a:fontRef>
          </p:style>
        </p:sp>
        <p:sp>
          <p:nvSpPr>
            <p:cNvPr id="13" name="Rounded Rectangle 8">
              <a:extLst>
                <a:ext uri="{FF2B5EF4-FFF2-40B4-BE49-F238E27FC236}">
                  <a16:creationId xmlns:a16="http://schemas.microsoft.com/office/drawing/2014/main" id="{85ED45CD-0162-6447-9ACE-1768589CF839}"/>
                </a:ext>
              </a:extLst>
            </p:cNvPr>
            <p:cNvSpPr txBox="1"/>
            <p:nvPr/>
          </p:nvSpPr>
          <p:spPr>
            <a:xfrm>
              <a:off x="5441376" y="3093971"/>
              <a:ext cx="3008445" cy="1025104"/>
            </a:xfrm>
            <a:prstGeom prst="rect">
              <a:avLst/>
            </a:prstGeom>
            <a:ln>
              <a:noFill/>
            </a:ln>
          </p:spPr>
          <p:style>
            <a:lnRef idx="1">
              <a:schemeClr val="accent2"/>
            </a:lnRef>
            <a:fillRef idx="2">
              <a:schemeClr val="accent2"/>
            </a:fillRef>
            <a:effectRef idx="1">
              <a:schemeClr val="accent2"/>
            </a:effectRef>
            <a:fontRef idx="minor">
              <a:schemeClr val="dk1"/>
            </a:fontRef>
          </p:style>
          <p:txBody>
            <a:bodyPr spcFirstLastPara="0" vert="horz" wrap="square" lIns="41910" tIns="41910" rIns="41910" bIns="41910" numCol="1" spcCol="1270" anchor="t" anchorCtr="0">
              <a:noAutofit/>
            </a:bodyPr>
            <a:lstStyle/>
            <a:p>
              <a:pPr marL="0" lvl="0" indent="0" algn="l" defTabSz="488950">
                <a:lnSpc>
                  <a:spcPct val="90000"/>
                </a:lnSpc>
                <a:spcBef>
                  <a:spcPct val="0"/>
                </a:spcBef>
                <a:spcAft>
                  <a:spcPct val="35000"/>
                </a:spcAft>
                <a:buNone/>
              </a:pPr>
              <a:r>
                <a:rPr lang="en-US" b="1" kern="1200"/>
                <a:t>Computer-Supported Collaborative Work System (CSCWS)</a:t>
              </a:r>
              <a:endParaRPr lang="en-MY" kern="1200"/>
            </a:p>
            <a:p>
              <a:pPr marL="57150" lvl="1" indent="-57150" algn="l" defTabSz="400050">
                <a:lnSpc>
                  <a:spcPct val="90000"/>
                </a:lnSpc>
                <a:spcBef>
                  <a:spcPct val="0"/>
                </a:spcBef>
                <a:spcAft>
                  <a:spcPct val="15000"/>
                </a:spcAft>
                <a:buChar char="•"/>
              </a:pPr>
              <a:r>
                <a:rPr lang="en-US" kern="1200"/>
                <a:t>CDCWS is a more general term of GDSS</a:t>
              </a:r>
              <a:endParaRPr lang="en-MY" kern="1200"/>
            </a:p>
            <a:p>
              <a:pPr marL="57150" lvl="1" indent="-57150" algn="l" defTabSz="400050">
                <a:lnSpc>
                  <a:spcPct val="90000"/>
                </a:lnSpc>
                <a:spcBef>
                  <a:spcPct val="0"/>
                </a:spcBef>
                <a:spcAft>
                  <a:spcPct val="15000"/>
                </a:spcAft>
                <a:buChar char="•"/>
              </a:pPr>
              <a:r>
                <a:rPr lang="en-US" kern="1200"/>
                <a:t>May include software support called “</a:t>
              </a:r>
              <a:r>
                <a:rPr lang="en-US" i="1" kern="1200"/>
                <a:t>groupware</a:t>
              </a:r>
              <a:r>
                <a:rPr lang="en-US" kern="1200"/>
                <a:t>” for team collaboration via network computers</a:t>
              </a:r>
              <a:endParaRPr lang="en-MY" kern="1200"/>
            </a:p>
            <a:p>
              <a:pPr marL="57150" lvl="1" indent="-57150" algn="l" defTabSz="400050">
                <a:lnSpc>
                  <a:spcPct val="90000"/>
                </a:lnSpc>
                <a:spcBef>
                  <a:spcPct val="0"/>
                </a:spcBef>
                <a:spcAft>
                  <a:spcPct val="15000"/>
                </a:spcAft>
                <a:buChar char="•"/>
              </a:pPr>
              <a:r>
                <a:rPr lang="en-US" kern="1200"/>
                <a:t>Example: video conferencing, Web survey system</a:t>
              </a:r>
              <a:endParaRPr lang="en-MY" kern="1200"/>
            </a:p>
          </p:txBody>
        </p:sp>
      </p:grpSp>
      <p:sp>
        <p:nvSpPr>
          <p:cNvPr id="19" name="Right Arrow 18">
            <a:extLst>
              <a:ext uri="{FF2B5EF4-FFF2-40B4-BE49-F238E27FC236}">
                <a16:creationId xmlns:a16="http://schemas.microsoft.com/office/drawing/2014/main" id="{201599D2-EF74-3845-BEFE-AC82F987951A}"/>
              </a:ext>
            </a:extLst>
          </p:cNvPr>
          <p:cNvSpPr/>
          <p:nvPr/>
        </p:nvSpPr>
        <p:spPr>
          <a:xfrm rot="20829752">
            <a:off x="3181742" y="2019142"/>
            <a:ext cx="2513853" cy="365078"/>
          </a:xfrm>
          <a:prstGeom prst="rightArrow">
            <a:avLst/>
          </a:prstGeom>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p>
        </p:txBody>
      </p:sp>
      <p:sp>
        <p:nvSpPr>
          <p:cNvPr id="20" name="Right Arrow 19">
            <a:extLst>
              <a:ext uri="{FF2B5EF4-FFF2-40B4-BE49-F238E27FC236}">
                <a16:creationId xmlns:a16="http://schemas.microsoft.com/office/drawing/2014/main" id="{18B5D9E4-E34B-A947-9255-6D70CB4345D1}"/>
              </a:ext>
            </a:extLst>
          </p:cNvPr>
          <p:cNvSpPr/>
          <p:nvPr/>
        </p:nvSpPr>
        <p:spPr>
          <a:xfrm rot="1316574">
            <a:off x="3089041" y="2758521"/>
            <a:ext cx="2630405" cy="365078"/>
          </a:xfrm>
          <a:prstGeom prst="rightArrow">
            <a:avLst/>
          </a:prstGeom>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p>
        </p:txBody>
      </p:sp>
      <p:sp>
        <p:nvSpPr>
          <p:cNvPr id="21" name="Right Arrow 20">
            <a:extLst>
              <a:ext uri="{FF2B5EF4-FFF2-40B4-BE49-F238E27FC236}">
                <a16:creationId xmlns:a16="http://schemas.microsoft.com/office/drawing/2014/main" id="{EFA63E2C-80E8-FD48-AA0C-6B4981B62876}"/>
              </a:ext>
            </a:extLst>
          </p:cNvPr>
          <p:cNvSpPr/>
          <p:nvPr/>
        </p:nvSpPr>
        <p:spPr>
          <a:xfrm rot="2427748" flipV="1">
            <a:off x="2793716" y="3366412"/>
            <a:ext cx="3289904" cy="401056"/>
          </a:xfrm>
          <a:prstGeom prst="rightArrow">
            <a:avLst/>
          </a:prstGeom>
          <a:ln>
            <a:noFill/>
          </a:ln>
        </p:spPr>
        <p:style>
          <a:lnRef idx="1">
            <a:schemeClr val="accent2"/>
          </a:lnRef>
          <a:fillRef idx="2">
            <a:schemeClr val="accent2"/>
          </a:fillRef>
          <a:effectRef idx="1">
            <a:schemeClr val="accent2"/>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2592265429"/>
      </p:ext>
    </p:extLst>
  </p:cSld>
  <p:clrMapOvr>
    <a:masterClrMapping/>
  </p:clrMapOvr>
  <p:transition advTm="51196"/>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pPr>
              <a:defRPr/>
            </a:pPr>
            <a:fld id="{7C40D79F-C51A-4C08-8074-211DC6804BF5}" type="slidenum">
              <a:rPr lang="en-MY" smtClean="0"/>
              <a:pPr>
                <a:defRPr/>
              </a:pPr>
              <a:t>26</a:t>
            </a:fld>
            <a:endParaRPr lang="en-MY" dirty="0"/>
          </a:p>
        </p:txBody>
      </p:sp>
      <p:sp>
        <p:nvSpPr>
          <p:cNvPr id="23556" name="Rectangle 3"/>
          <p:cNvSpPr>
            <a:spLocks noGrp="1" noChangeArrowheads="1"/>
          </p:cNvSpPr>
          <p:nvPr>
            <p:ph idx="4294967295"/>
          </p:nvPr>
        </p:nvSpPr>
        <p:spPr>
          <a:xfrm>
            <a:off x="4161857" y="1330972"/>
            <a:ext cx="8030143" cy="3727664"/>
          </a:xfrm>
        </p:spPr>
        <p:txBody>
          <a:bodyPr/>
          <a:lstStyle/>
          <a:p>
            <a:pPr eaLnBrk="1" hangingPunct="1"/>
            <a:r>
              <a:rPr lang="en-US" sz="3600" dirty="0">
                <a:solidFill>
                  <a:schemeClr val="bg1"/>
                </a:solidFill>
              </a:rPr>
              <a:t>Ecommerce and Web Systems</a:t>
            </a:r>
          </a:p>
          <a:p>
            <a:pPr eaLnBrk="1" hangingPunct="1"/>
            <a:r>
              <a:rPr lang="en-US" sz="3600" dirty="0">
                <a:solidFill>
                  <a:schemeClr val="bg1"/>
                </a:solidFill>
              </a:rPr>
              <a:t>Enterprise Resource Planning Systems</a:t>
            </a:r>
          </a:p>
          <a:p>
            <a:pPr eaLnBrk="1" hangingPunct="1"/>
            <a:r>
              <a:rPr lang="en-US" sz="3600" dirty="0">
                <a:solidFill>
                  <a:schemeClr val="bg1"/>
                </a:solidFill>
              </a:rPr>
              <a:t>Wireless Systems</a:t>
            </a:r>
          </a:p>
          <a:p>
            <a:pPr eaLnBrk="1" hangingPunct="1"/>
            <a:r>
              <a:rPr lang="en-US" sz="3600" dirty="0">
                <a:solidFill>
                  <a:schemeClr val="bg1"/>
                </a:solidFill>
              </a:rPr>
              <a:t>Open Source Software</a:t>
            </a:r>
          </a:p>
          <a:p>
            <a:pPr eaLnBrk="1" hangingPunct="1"/>
            <a:r>
              <a:rPr lang="en-US" sz="3600" dirty="0">
                <a:solidFill>
                  <a:schemeClr val="bg1"/>
                </a:solidFill>
              </a:rPr>
              <a:t>Need for Systems Analysis and Design</a:t>
            </a:r>
          </a:p>
        </p:txBody>
      </p:sp>
      <p:sp>
        <p:nvSpPr>
          <p:cNvPr id="6" name="Title 1">
            <a:extLst>
              <a:ext uri="{FF2B5EF4-FFF2-40B4-BE49-F238E27FC236}">
                <a16:creationId xmlns:a16="http://schemas.microsoft.com/office/drawing/2014/main" id="{044F9FF8-C8D5-364C-8DFE-469F2CDE37E0}"/>
              </a:ext>
            </a:extLst>
          </p:cNvPr>
          <p:cNvSpPr txBox="1">
            <a:spLocks noChangeArrowheads="1"/>
          </p:cNvSpPr>
          <p:nvPr/>
        </p:nvSpPr>
        <p:spPr bwMode="auto">
          <a:xfrm>
            <a:off x="473291" y="1074122"/>
            <a:ext cx="3457572" cy="39845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sz="4000" b="1" dirty="0">
                <a:solidFill>
                  <a:srgbClr val="840F3E"/>
                </a:solidFill>
              </a:rPr>
              <a:t>INTEGRATING NEW TECHNOLOGIES INTO TRADITIONAL SYSTEMS</a:t>
            </a:r>
            <a:endParaRPr lang="en-US" altLang="en-US" sz="4000" b="1" dirty="0">
              <a:solidFill>
                <a:srgbClr val="840F3E"/>
              </a:solidFill>
              <a:latin typeface="Calibri Light" panose="020F0302020204030204" pitchFamily="34" charset="0"/>
            </a:endParaRPr>
          </a:p>
        </p:txBody>
      </p:sp>
    </p:spTree>
    <p:extLst>
      <p:ext uri="{BB962C8B-B14F-4D97-AF65-F5344CB8AC3E}">
        <p14:creationId xmlns:p14="http://schemas.microsoft.com/office/powerpoint/2010/main" val="1088217568"/>
      </p:ext>
    </p:extLst>
  </p:cSld>
  <p:clrMapOvr>
    <a:masterClrMapping/>
  </p:clrMapOvr>
  <p:transition advTm="24683"/>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0417" name="Picture Placeholder 10" descr="Fig-2-1.png"/>
          <p:cNvPicPr>
            <a:picLocks noGrp="1" noChangeAspect="1"/>
          </p:cNvPicPr>
          <p:nvPr>
            <p:ph type="pic" sz="quarter" idx="4294967295"/>
          </p:nvPr>
        </p:nvPicPr>
        <p:blipFill>
          <a:blip r:embed="rId3" cstate="print"/>
          <a:srcRect t="-832" b="-832"/>
          <a:stretch>
            <a:fillRect/>
          </a:stretch>
        </p:blipFill>
        <p:spPr bwMode="auto">
          <a:xfrm>
            <a:off x="5722961" y="1739900"/>
            <a:ext cx="4572000" cy="4572000"/>
          </a:xfrm>
          <a:prstGeom prst="rect">
            <a:avLst/>
          </a:prstGeom>
          <a:noFill/>
          <a:ln>
            <a:miter lim="800000"/>
            <a:headEnd/>
            <a:tailEnd/>
          </a:ln>
        </p:spPr>
      </p:pic>
      <p:sp>
        <p:nvSpPr>
          <p:cNvPr id="60418" name="Text Placeholder 2"/>
          <p:cNvSpPr>
            <a:spLocks noGrp="1"/>
          </p:cNvSpPr>
          <p:nvPr>
            <p:ph type="body" sz="quarter" idx="4294967295"/>
          </p:nvPr>
        </p:nvSpPr>
        <p:spPr bwMode="auto">
          <a:xfrm>
            <a:off x="350153" y="2244867"/>
            <a:ext cx="4860880" cy="3309771"/>
          </a:xfrm>
          <a:prstGeom prst="rect">
            <a:avLst/>
          </a:prstGeom>
          <a:solidFill>
            <a:srgbClr val="840F3E"/>
          </a:solidFill>
          <a:ln>
            <a:noFill/>
            <a:miter lim="800000"/>
            <a:headEnd/>
            <a:tailEnd/>
          </a:ln>
        </p:spPr>
        <p:txBody>
          <a:bodyPr vert="horz" wrap="square" lIns="91440" tIns="45720" rIns="91440" bIns="45720" numCol="1" anchor="t" anchorCtr="0" compatLnSpc="1">
            <a:prstTxWarp prst="textNoShape">
              <a:avLst/>
            </a:prstTxWarp>
          </a:bodyPr>
          <a:lstStyle/>
          <a:p>
            <a:pPr eaLnBrk="1" hangingPunct="1">
              <a:buFontTx/>
              <a:buNone/>
            </a:pPr>
            <a:r>
              <a:rPr lang="en-US" sz="3200" dirty="0">
                <a:solidFill>
                  <a:schemeClr val="bg1"/>
                </a:solidFill>
              </a:rPr>
              <a:t>Enterprise applications automate processes that span multiple business functions and organizational levels and may extend outside the organization.</a:t>
            </a:r>
          </a:p>
        </p:txBody>
      </p:sp>
      <p:sp>
        <p:nvSpPr>
          <p:cNvPr id="7" name="Title 1">
            <a:extLst>
              <a:ext uri="{FF2B5EF4-FFF2-40B4-BE49-F238E27FC236}">
                <a16:creationId xmlns:a16="http://schemas.microsoft.com/office/drawing/2014/main" id="{D97ED91D-BC97-4F40-9B27-37A802F6AD6B}"/>
              </a:ext>
            </a:extLst>
          </p:cNvPr>
          <p:cNvSpPr txBox="1">
            <a:spLocks noChangeArrowheads="1"/>
          </p:cNvSpPr>
          <p:nvPr/>
        </p:nvSpPr>
        <p:spPr bwMode="auto">
          <a:xfrm>
            <a:off x="350153" y="642078"/>
            <a:ext cx="11841847" cy="8864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altLang="en-US" sz="5400" b="1" dirty="0">
                <a:solidFill>
                  <a:srgbClr val="840F3E"/>
                </a:solidFill>
                <a:latin typeface="Calibri Light" panose="020F0302020204030204" pitchFamily="34" charset="0"/>
              </a:rPr>
              <a:t>ENTERPRISE APPLICATION ARCHITECTURE</a:t>
            </a:r>
          </a:p>
        </p:txBody>
      </p:sp>
    </p:spTree>
    <p:extLst>
      <p:ext uri="{BB962C8B-B14F-4D97-AF65-F5344CB8AC3E}">
        <p14:creationId xmlns:p14="http://schemas.microsoft.com/office/powerpoint/2010/main" val="529863791"/>
      </p:ext>
    </p:extLst>
  </p:cSld>
  <p:clrMapOvr>
    <a:masterClrMapping/>
  </p:clrMapOvr>
  <p:transition advTm="56156">
    <p:fade thruBlk="1"/>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pPr>
              <a:defRPr/>
            </a:pPr>
            <a:fld id="{7C40D79F-C51A-4C08-8074-211DC6804BF5}" type="slidenum">
              <a:rPr lang="en-MY" smtClean="0"/>
              <a:pPr>
                <a:defRPr/>
              </a:pPr>
              <a:t>28</a:t>
            </a:fld>
            <a:endParaRPr lang="en-MY" dirty="0"/>
          </a:p>
        </p:txBody>
      </p:sp>
      <p:sp>
        <p:nvSpPr>
          <p:cNvPr id="24579" name="Rectangle 7"/>
          <p:cNvSpPr>
            <a:spLocks noGrp="1" noChangeArrowheads="1"/>
          </p:cNvSpPr>
          <p:nvPr>
            <p:ph type="title" idx="4294967295"/>
          </p:nvPr>
        </p:nvSpPr>
        <p:spPr>
          <a:xfrm>
            <a:off x="218364" y="1675310"/>
            <a:ext cx="11682483" cy="1325563"/>
          </a:xfrm>
          <a:prstGeom prst="rect">
            <a:avLst/>
          </a:prstGeom>
        </p:spPr>
        <p:txBody>
          <a:bodyPr/>
          <a:lstStyle/>
          <a:p>
            <a:pPr marL="457200" indent="-457200" eaLnBrk="1" hangingPunct="1">
              <a:buFont typeface="Arial" panose="020B0604020202020204" pitchFamily="34" charset="0"/>
              <a:buChar char="•"/>
            </a:pPr>
            <a:r>
              <a:rPr lang="en-US" sz="2800" dirty="0"/>
              <a:t>Systems analysts need to be aware that integrating technologies affects all types of systems.</a:t>
            </a:r>
          </a:p>
        </p:txBody>
      </p:sp>
      <p:pic>
        <p:nvPicPr>
          <p:cNvPr id="24580" name="Picture 9"/>
          <p:cNvPicPr>
            <a:picLocks noChangeAspect="1" noChangeArrowheads="1"/>
          </p:cNvPicPr>
          <p:nvPr/>
        </p:nvPicPr>
        <p:blipFill>
          <a:blip r:embed="rId2" cstate="print"/>
          <a:srcRect/>
          <a:stretch>
            <a:fillRect/>
          </a:stretch>
        </p:blipFill>
        <p:spPr bwMode="auto">
          <a:xfrm>
            <a:off x="3810000" y="2112962"/>
            <a:ext cx="4800600" cy="4425950"/>
          </a:xfrm>
          <a:prstGeom prst="rect">
            <a:avLst/>
          </a:prstGeom>
          <a:noFill/>
          <a:ln w="9525">
            <a:noFill/>
            <a:miter lim="800000"/>
            <a:headEnd/>
            <a:tailEnd/>
          </a:ln>
        </p:spPr>
      </p:pic>
      <p:sp>
        <p:nvSpPr>
          <p:cNvPr id="6" name="Title 1">
            <a:extLst>
              <a:ext uri="{FF2B5EF4-FFF2-40B4-BE49-F238E27FC236}">
                <a16:creationId xmlns:a16="http://schemas.microsoft.com/office/drawing/2014/main" id="{8733B921-C8A5-6C4B-9322-3DE253C12432}"/>
              </a:ext>
            </a:extLst>
          </p:cNvPr>
          <p:cNvSpPr txBox="1">
            <a:spLocks noChangeArrowheads="1"/>
          </p:cNvSpPr>
          <p:nvPr/>
        </p:nvSpPr>
        <p:spPr bwMode="auto">
          <a:xfrm>
            <a:off x="350153" y="642078"/>
            <a:ext cx="11841847" cy="8864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altLang="en-US" sz="5400" b="1" dirty="0">
                <a:solidFill>
                  <a:srgbClr val="840F3E"/>
                </a:solidFill>
                <a:latin typeface="Calibri Light" panose="020F0302020204030204" pitchFamily="34" charset="0"/>
              </a:rPr>
              <a:t>ENTERPRISE APPLICATION ARCHITECTURE</a:t>
            </a:r>
          </a:p>
        </p:txBody>
      </p:sp>
    </p:spTree>
    <p:extLst>
      <p:ext uri="{BB962C8B-B14F-4D97-AF65-F5344CB8AC3E}">
        <p14:creationId xmlns:p14="http://schemas.microsoft.com/office/powerpoint/2010/main" val="501888162"/>
      </p:ext>
    </p:extLst>
  </p:cSld>
  <p:clrMapOvr>
    <a:masterClrMapping/>
  </p:clrMapOvr>
  <p:transition advTm="19572"/>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pPr>
              <a:defRPr/>
            </a:pPr>
            <a:fld id="{7C40D79F-C51A-4C08-8074-211DC6804BF5}" type="slidenum">
              <a:rPr lang="en-MY" smtClean="0"/>
              <a:pPr>
                <a:defRPr/>
              </a:pPr>
              <a:t>29</a:t>
            </a:fld>
            <a:endParaRPr lang="en-MY" dirty="0"/>
          </a:p>
        </p:txBody>
      </p:sp>
      <p:graphicFrame>
        <p:nvGraphicFramePr>
          <p:cNvPr id="2" name="Content Placeholder 1">
            <a:extLst>
              <a:ext uri="{FF2B5EF4-FFF2-40B4-BE49-F238E27FC236}">
                <a16:creationId xmlns:a16="http://schemas.microsoft.com/office/drawing/2014/main" id="{F0D7B26F-8D1C-9747-800C-8C4B0190BE5D}"/>
              </a:ext>
            </a:extLst>
          </p:cNvPr>
          <p:cNvGraphicFramePr>
            <a:graphicFrameLocks noGrp="1"/>
          </p:cNvGraphicFramePr>
          <p:nvPr>
            <p:ph idx="4294967295"/>
            <p:extLst>
              <p:ext uri="{D42A27DB-BD31-4B8C-83A1-F6EECF244321}">
                <p14:modId xmlns:p14="http://schemas.microsoft.com/office/powerpoint/2010/main" val="1603509534"/>
              </p:ext>
            </p:extLst>
          </p:nvPr>
        </p:nvGraphicFramePr>
        <p:xfrm>
          <a:off x="0" y="1557338"/>
          <a:ext cx="12192000" cy="491170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Title 1">
            <a:extLst>
              <a:ext uri="{FF2B5EF4-FFF2-40B4-BE49-F238E27FC236}">
                <a16:creationId xmlns:a16="http://schemas.microsoft.com/office/drawing/2014/main" id="{DF65E67D-5C01-D644-9B00-DC5FA8C74B92}"/>
              </a:ext>
            </a:extLst>
          </p:cNvPr>
          <p:cNvSpPr txBox="1">
            <a:spLocks noChangeArrowheads="1"/>
          </p:cNvSpPr>
          <p:nvPr/>
        </p:nvSpPr>
        <p:spPr bwMode="auto">
          <a:xfrm>
            <a:off x="350153" y="642078"/>
            <a:ext cx="11841847" cy="8864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altLang="en-US" sz="5400" b="1" dirty="0">
                <a:solidFill>
                  <a:srgbClr val="840F3E"/>
                </a:solidFill>
                <a:latin typeface="Calibri Light" panose="020F0302020204030204" pitchFamily="34" charset="0"/>
              </a:rPr>
              <a:t>E-COMMERCE AND WEB SYSTEMS</a:t>
            </a:r>
          </a:p>
        </p:txBody>
      </p:sp>
      <p:sp>
        <p:nvSpPr>
          <p:cNvPr id="3" name="TextBox 2">
            <a:extLst>
              <a:ext uri="{FF2B5EF4-FFF2-40B4-BE49-F238E27FC236}">
                <a16:creationId xmlns:a16="http://schemas.microsoft.com/office/drawing/2014/main" id="{20CA3339-8960-9C49-BFFD-5DFD53B803DC}"/>
              </a:ext>
            </a:extLst>
          </p:cNvPr>
          <p:cNvSpPr txBox="1"/>
          <p:nvPr/>
        </p:nvSpPr>
        <p:spPr>
          <a:xfrm>
            <a:off x="758141" y="1596133"/>
            <a:ext cx="3275463" cy="584775"/>
          </a:xfrm>
          <a:prstGeom prst="rect">
            <a:avLst/>
          </a:prstGeom>
          <a:noFill/>
        </p:spPr>
        <p:txBody>
          <a:bodyPr wrap="square" rtlCol="0">
            <a:spAutoFit/>
          </a:bodyPr>
          <a:lstStyle/>
          <a:p>
            <a:pPr algn="ctr"/>
            <a:r>
              <a:rPr lang="en-US" sz="3200" dirty="0">
                <a:solidFill>
                  <a:srgbClr val="840F3E"/>
                </a:solidFill>
              </a:rPr>
              <a:t>BENEFITS</a:t>
            </a:r>
          </a:p>
        </p:txBody>
      </p:sp>
    </p:spTree>
    <p:extLst>
      <p:ext uri="{BB962C8B-B14F-4D97-AF65-F5344CB8AC3E}">
        <p14:creationId xmlns:p14="http://schemas.microsoft.com/office/powerpoint/2010/main" val="2998030336"/>
      </p:ext>
    </p:extLst>
  </p:cSld>
  <p:clrMapOvr>
    <a:masterClrMapping/>
  </p:clrMapOvr>
  <p:transition advTm="36640"/>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pPr>
              <a:defRPr/>
            </a:pPr>
            <a:fld id="{7C40D79F-C51A-4C08-8074-211DC6804BF5}" type="slidenum">
              <a:rPr lang="en-MY" smtClean="0"/>
              <a:pPr>
                <a:defRPr/>
              </a:pPr>
              <a:t>30</a:t>
            </a:fld>
            <a:endParaRPr lang="en-MY" dirty="0"/>
          </a:p>
        </p:txBody>
      </p:sp>
      <p:sp>
        <p:nvSpPr>
          <p:cNvPr id="26628" name="Rectangle 3"/>
          <p:cNvSpPr>
            <a:spLocks noGrp="1" noChangeArrowheads="1"/>
          </p:cNvSpPr>
          <p:nvPr>
            <p:ph idx="4294967295"/>
          </p:nvPr>
        </p:nvSpPr>
        <p:spPr>
          <a:xfrm>
            <a:off x="350154" y="1515974"/>
            <a:ext cx="6512984" cy="4568825"/>
          </a:xfrm>
        </p:spPr>
        <p:txBody>
          <a:bodyPr/>
          <a:lstStyle/>
          <a:p>
            <a:pPr eaLnBrk="1" hangingPunct="1"/>
            <a:r>
              <a:rPr lang="en-US" sz="4000" dirty="0"/>
              <a:t>Performs integration of many information systems existing on different management levels and within different functions</a:t>
            </a:r>
          </a:p>
          <a:p>
            <a:pPr eaLnBrk="1" hangingPunct="1"/>
            <a:r>
              <a:rPr lang="en-US" sz="4000" dirty="0"/>
              <a:t>Example: SAP, Oracle</a:t>
            </a:r>
          </a:p>
        </p:txBody>
      </p:sp>
      <p:sp>
        <p:nvSpPr>
          <p:cNvPr id="6" name="Title 1">
            <a:extLst>
              <a:ext uri="{FF2B5EF4-FFF2-40B4-BE49-F238E27FC236}">
                <a16:creationId xmlns:a16="http://schemas.microsoft.com/office/drawing/2014/main" id="{D9E6834A-C774-994C-8E4F-0A55A7435340}"/>
              </a:ext>
            </a:extLst>
          </p:cNvPr>
          <p:cNvSpPr txBox="1">
            <a:spLocks noChangeArrowheads="1"/>
          </p:cNvSpPr>
          <p:nvPr/>
        </p:nvSpPr>
        <p:spPr bwMode="auto">
          <a:xfrm>
            <a:off x="350153" y="642078"/>
            <a:ext cx="11841847" cy="8864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altLang="en-US" sz="4400" b="1" dirty="0">
                <a:solidFill>
                  <a:srgbClr val="840F3E"/>
                </a:solidFill>
                <a:latin typeface="Calibri Light" panose="020F0302020204030204" pitchFamily="34" charset="0"/>
              </a:rPr>
              <a:t>ENTERPRISE RESOURCE PLANNING SYSTEMS (ERP)</a:t>
            </a:r>
          </a:p>
        </p:txBody>
      </p:sp>
      <p:pic>
        <p:nvPicPr>
          <p:cNvPr id="2" name="Picture 1">
            <a:extLst>
              <a:ext uri="{FF2B5EF4-FFF2-40B4-BE49-F238E27FC236}">
                <a16:creationId xmlns:a16="http://schemas.microsoft.com/office/drawing/2014/main" id="{35C1CB2F-7A3C-874D-A2B1-4E5DE89C35AC}"/>
              </a:ext>
            </a:extLst>
          </p:cNvPr>
          <p:cNvPicPr>
            <a:picLocks noChangeAspect="1"/>
          </p:cNvPicPr>
          <p:nvPr/>
        </p:nvPicPr>
        <p:blipFill>
          <a:blip r:embed="rId3"/>
          <a:stretch>
            <a:fillRect/>
          </a:stretch>
        </p:blipFill>
        <p:spPr>
          <a:xfrm>
            <a:off x="7222875" y="1618522"/>
            <a:ext cx="4445000" cy="4597400"/>
          </a:xfrm>
          <a:prstGeom prst="rect">
            <a:avLst/>
          </a:prstGeom>
        </p:spPr>
      </p:pic>
    </p:spTree>
    <p:extLst>
      <p:ext uri="{BB962C8B-B14F-4D97-AF65-F5344CB8AC3E}">
        <p14:creationId xmlns:p14="http://schemas.microsoft.com/office/powerpoint/2010/main" val="2272641045"/>
      </p:ext>
    </p:extLst>
  </p:cSld>
  <p:clrMapOvr>
    <a:masterClrMapping/>
  </p:clrMapOvr>
  <p:transition advTm="21161"/>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050" name="Picture 2" descr="Image result for WIRELESS SYSTEMS EXAMPLE">
            <a:extLst>
              <a:ext uri="{FF2B5EF4-FFF2-40B4-BE49-F238E27FC236}">
                <a16:creationId xmlns:a16="http://schemas.microsoft.com/office/drawing/2014/main" id="{03E76699-BCEE-5B40-9553-0643D8CECFF2}"/>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143" r="846" b="2"/>
          <a:stretch/>
        </p:blipFill>
        <p:spPr bwMode="auto">
          <a:xfrm>
            <a:off x="524301" y="1864953"/>
            <a:ext cx="6233160" cy="4272681"/>
          </a:xfrm>
          <a:prstGeom prst="rect">
            <a:avLst/>
          </a:prstGeom>
          <a:noFill/>
          <a:extLst>
            <a:ext uri="{909E8E84-426E-40DD-AFC4-6F175D3DCCD1}">
              <a14:hiddenFill xmlns:a14="http://schemas.microsoft.com/office/drawing/2010/main">
                <a:solidFill>
                  <a:srgbClr val="FFFFFF"/>
                </a:solidFill>
              </a14:hiddenFill>
            </a:ext>
          </a:extLst>
        </p:spPr>
      </p:pic>
      <p:sp>
        <p:nvSpPr>
          <p:cNvPr id="27652" name="Rectangle 3"/>
          <p:cNvSpPr>
            <a:spLocks noGrp="1" noChangeArrowheads="1"/>
          </p:cNvSpPr>
          <p:nvPr>
            <p:ph idx="4294967295"/>
          </p:nvPr>
        </p:nvSpPr>
        <p:spPr>
          <a:xfrm>
            <a:off x="6966091" y="1528548"/>
            <a:ext cx="4875756" cy="4687373"/>
          </a:xfrm>
        </p:spPr>
        <p:txBody>
          <a:bodyPr vert="horz" lIns="91440" tIns="45720" rIns="91440" bIns="45720" rtlCol="0">
            <a:normAutofit/>
          </a:bodyPr>
          <a:lstStyle/>
          <a:p>
            <a:pPr eaLnBrk="1" hangingPunct="1"/>
            <a:r>
              <a:rPr lang="en-US" sz="2400" dirty="0"/>
              <a:t>System analyst may be asked to design standard or wireless communication networks that integrate voice, video and email into organizational intranets or industry extranets</a:t>
            </a:r>
          </a:p>
          <a:p>
            <a:pPr eaLnBrk="1" hangingPunct="1"/>
            <a:r>
              <a:rPr lang="en-US" sz="2400" dirty="0"/>
              <a:t>System analyst may also be asked to develop intelligent agents</a:t>
            </a:r>
          </a:p>
          <a:p>
            <a:pPr eaLnBrk="1" hangingPunct="1"/>
            <a:r>
              <a:rPr lang="en-US" sz="2400" dirty="0"/>
              <a:t>Example: Microsoft's new software based on Bayesian statistics </a:t>
            </a:r>
          </a:p>
          <a:p>
            <a:pPr eaLnBrk="1" hangingPunct="1"/>
            <a:r>
              <a:rPr lang="en-US" sz="2400" dirty="0"/>
              <a:t>Wireless communication is referred as m-commerce (mobile commerce)</a:t>
            </a:r>
          </a:p>
        </p:txBody>
      </p:sp>
      <p:sp>
        <p:nvSpPr>
          <p:cNvPr id="5" name="Slide Number Placeholder 4"/>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defRPr/>
            </a:pPr>
            <a:fld id="{7C40D79F-C51A-4C08-8074-211DC6804BF5}" type="slidenum">
              <a:rPr lang="en-US" smtClean="0">
                <a:solidFill>
                  <a:prstClr val="black">
                    <a:tint val="75000"/>
                  </a:prstClr>
                </a:solidFill>
                <a:latin typeface="Calibri" panose="020F0502020204030204"/>
              </a:rPr>
              <a:pPr>
                <a:spcAft>
                  <a:spcPts val="600"/>
                </a:spcAft>
                <a:defRPr/>
              </a:pPr>
              <a:t>31</a:t>
            </a:fld>
            <a:endParaRPr lang="en-US">
              <a:solidFill>
                <a:prstClr val="black">
                  <a:tint val="75000"/>
                </a:prstClr>
              </a:solidFill>
              <a:latin typeface="Calibri" panose="020F0502020204030204"/>
            </a:endParaRPr>
          </a:p>
        </p:txBody>
      </p:sp>
      <p:sp>
        <p:nvSpPr>
          <p:cNvPr id="12" name="Title 1">
            <a:extLst>
              <a:ext uri="{FF2B5EF4-FFF2-40B4-BE49-F238E27FC236}">
                <a16:creationId xmlns:a16="http://schemas.microsoft.com/office/drawing/2014/main" id="{3ABF9427-AC79-AC4B-9903-3FF528E302D9}"/>
              </a:ext>
            </a:extLst>
          </p:cNvPr>
          <p:cNvSpPr txBox="1">
            <a:spLocks noChangeArrowheads="1"/>
          </p:cNvSpPr>
          <p:nvPr/>
        </p:nvSpPr>
        <p:spPr bwMode="auto">
          <a:xfrm>
            <a:off x="350153" y="642078"/>
            <a:ext cx="11841847" cy="8864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altLang="en-US" sz="5400" b="1" dirty="0">
                <a:solidFill>
                  <a:srgbClr val="840F3E"/>
                </a:solidFill>
                <a:latin typeface="Calibri Light" panose="020F0302020204030204" pitchFamily="34" charset="0"/>
              </a:rPr>
              <a:t>WIRELESS SYSTEMS</a:t>
            </a:r>
          </a:p>
        </p:txBody>
      </p:sp>
    </p:spTree>
    <p:extLst>
      <p:ext uri="{BB962C8B-B14F-4D97-AF65-F5344CB8AC3E}">
        <p14:creationId xmlns:p14="http://schemas.microsoft.com/office/powerpoint/2010/main" val="2663508952"/>
      </p:ext>
    </p:extLst>
  </p:cSld>
  <p:clrMapOvr>
    <a:masterClrMapping/>
  </p:clrMapOvr>
  <p:transition advTm="33841"/>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676" name="Rectangle 3"/>
          <p:cNvSpPr>
            <a:spLocks noGrp="1" noChangeArrowheads="1"/>
          </p:cNvSpPr>
          <p:nvPr>
            <p:ph idx="4294967295"/>
          </p:nvPr>
        </p:nvSpPr>
        <p:spPr>
          <a:xfrm>
            <a:off x="464820" y="1528548"/>
            <a:ext cx="5029200" cy="4827801"/>
          </a:xfrm>
        </p:spPr>
        <p:txBody>
          <a:bodyPr vert="horz" lIns="91440" tIns="45720" rIns="91440" bIns="45720" rtlCol="0">
            <a:normAutofit lnSpcReduction="10000"/>
          </a:bodyPr>
          <a:lstStyle/>
          <a:p>
            <a:pPr eaLnBrk="1" hangingPunct="1"/>
            <a:r>
              <a:rPr lang="en-US" dirty="0"/>
              <a:t>An alternative of traditional software development where proprietary code is hidden from the users</a:t>
            </a:r>
          </a:p>
          <a:p>
            <a:pPr eaLnBrk="1" hangingPunct="1"/>
            <a:r>
              <a:rPr lang="en-US" dirty="0"/>
              <a:t>Open source software is free to distribute, share and modify</a:t>
            </a:r>
          </a:p>
          <a:p>
            <a:pPr eaLnBrk="1" hangingPunct="1"/>
            <a:r>
              <a:rPr lang="en-US" dirty="0"/>
              <a:t>Characterized as a philosophy rather than simply the process of creating new software</a:t>
            </a:r>
          </a:p>
          <a:p>
            <a:pPr eaLnBrk="1" hangingPunct="1"/>
            <a:r>
              <a:rPr lang="en-US" dirty="0"/>
              <a:t>Example: Linux Operating System, Apache Web Server, Mozilla Firefox Web browser</a:t>
            </a:r>
          </a:p>
        </p:txBody>
      </p:sp>
      <p:pic>
        <p:nvPicPr>
          <p:cNvPr id="3074" name="Picture 2" descr="Related image">
            <a:extLst>
              <a:ext uri="{FF2B5EF4-FFF2-40B4-BE49-F238E27FC236}">
                <a16:creationId xmlns:a16="http://schemas.microsoft.com/office/drawing/2014/main" id="{08D69FAD-3A48-E648-A11C-BE166ED7069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7909" r="1" b="695"/>
          <a:stretch/>
        </p:blipFill>
        <p:spPr bwMode="auto">
          <a:xfrm>
            <a:off x="5494020" y="1545609"/>
            <a:ext cx="6233160" cy="4272681"/>
          </a:xfrm>
          <a:prstGeom prst="rect">
            <a:avLst/>
          </a:prstGeom>
          <a:noFill/>
          <a:extLst>
            <a:ext uri="{909E8E84-426E-40DD-AFC4-6F175D3DCCD1}">
              <a14:hiddenFill xmlns:a14="http://schemas.microsoft.com/office/drawing/2010/main">
                <a:solidFill>
                  <a:srgbClr val="FFFFFF"/>
                </a:solidFill>
              </a14:hiddenFill>
            </a:ext>
          </a:extLst>
        </p:spPr>
      </p:pic>
      <p:sp>
        <p:nvSpPr>
          <p:cNvPr id="5" name="Slide Number Placeholder 4"/>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defRPr/>
            </a:pPr>
            <a:fld id="{7C40D79F-C51A-4C08-8074-211DC6804BF5}" type="slidenum">
              <a:rPr lang="en-US" smtClean="0">
                <a:solidFill>
                  <a:prstClr val="black">
                    <a:tint val="75000"/>
                  </a:prstClr>
                </a:solidFill>
                <a:latin typeface="Calibri" panose="020F0502020204030204"/>
              </a:rPr>
              <a:pPr>
                <a:spcAft>
                  <a:spcPts val="600"/>
                </a:spcAft>
                <a:defRPr/>
              </a:pPr>
              <a:t>32</a:t>
            </a:fld>
            <a:endParaRPr lang="en-US">
              <a:solidFill>
                <a:prstClr val="black">
                  <a:tint val="75000"/>
                </a:prstClr>
              </a:solidFill>
              <a:latin typeface="Calibri" panose="020F0502020204030204"/>
            </a:endParaRPr>
          </a:p>
        </p:txBody>
      </p:sp>
      <p:sp>
        <p:nvSpPr>
          <p:cNvPr id="7" name="Title 1">
            <a:extLst>
              <a:ext uri="{FF2B5EF4-FFF2-40B4-BE49-F238E27FC236}">
                <a16:creationId xmlns:a16="http://schemas.microsoft.com/office/drawing/2014/main" id="{E6DBA222-4303-A54B-B944-7F6350EBD3CE}"/>
              </a:ext>
            </a:extLst>
          </p:cNvPr>
          <p:cNvSpPr txBox="1">
            <a:spLocks noChangeArrowheads="1"/>
          </p:cNvSpPr>
          <p:nvPr/>
        </p:nvSpPr>
        <p:spPr bwMode="auto">
          <a:xfrm>
            <a:off x="350153" y="642078"/>
            <a:ext cx="11841847" cy="8864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altLang="en-US" sz="5400" b="1" dirty="0">
                <a:solidFill>
                  <a:srgbClr val="840F3E"/>
                </a:solidFill>
                <a:latin typeface="Calibri Light" panose="020F0302020204030204" pitchFamily="34" charset="0"/>
              </a:rPr>
              <a:t>OPEN SOURCE SOFTWARE</a:t>
            </a:r>
          </a:p>
        </p:txBody>
      </p:sp>
    </p:spTree>
    <p:extLst>
      <p:ext uri="{BB962C8B-B14F-4D97-AF65-F5344CB8AC3E}">
        <p14:creationId xmlns:p14="http://schemas.microsoft.com/office/powerpoint/2010/main" val="2960903685"/>
      </p:ext>
    </p:extLst>
  </p:cSld>
  <p:clrMapOvr>
    <a:masterClrMapping/>
  </p:clrMapOvr>
  <p:transition advTm="34316"/>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24DED6-3AA9-4DBB-84AF-6902AA84723E}"/>
              </a:ext>
            </a:extLst>
          </p:cNvPr>
          <p:cNvSpPr>
            <a:spLocks noGrp="1"/>
          </p:cNvSpPr>
          <p:nvPr>
            <p:ph type="ctrTitle"/>
          </p:nvPr>
        </p:nvSpPr>
        <p:spPr/>
        <p:txBody>
          <a:bodyPr/>
          <a:lstStyle/>
          <a:p>
            <a:r>
              <a:rPr lang="en-US" b="1" dirty="0">
                <a:solidFill>
                  <a:schemeClr val="bg1"/>
                </a:solidFill>
              </a:rPr>
              <a:t>PART 2</a:t>
            </a:r>
            <a:endParaRPr lang="en-MY" b="1" dirty="0">
              <a:solidFill>
                <a:schemeClr val="bg1"/>
              </a:solidFill>
            </a:endParaRPr>
          </a:p>
        </p:txBody>
      </p:sp>
      <p:sp>
        <p:nvSpPr>
          <p:cNvPr id="3" name="Subtitle 2">
            <a:extLst>
              <a:ext uri="{FF2B5EF4-FFF2-40B4-BE49-F238E27FC236}">
                <a16:creationId xmlns:a16="http://schemas.microsoft.com/office/drawing/2014/main" id="{26157C70-9B7A-4F4F-9478-D893D978A2B0}"/>
              </a:ext>
            </a:extLst>
          </p:cNvPr>
          <p:cNvSpPr>
            <a:spLocks noGrp="1"/>
          </p:cNvSpPr>
          <p:nvPr>
            <p:ph type="subTitle" idx="1"/>
          </p:nvPr>
        </p:nvSpPr>
        <p:spPr>
          <a:xfrm>
            <a:off x="3619500" y="3602038"/>
            <a:ext cx="7048500" cy="1655762"/>
          </a:xfrm>
        </p:spPr>
        <p:txBody>
          <a:bodyPr/>
          <a:lstStyle/>
          <a:p>
            <a:pPr marL="457200" indent="-457200" algn="l">
              <a:buFont typeface="Arial" panose="020B0604020202020204" pitchFamily="34" charset="0"/>
              <a:buChar char="•"/>
            </a:pPr>
            <a:r>
              <a:rPr lang="en-US" sz="3200" dirty="0">
                <a:solidFill>
                  <a:schemeClr val="bg1"/>
                </a:solidFill>
              </a:rPr>
              <a:t>System analyst role</a:t>
            </a:r>
          </a:p>
          <a:p>
            <a:pPr marL="457200" indent="-457200" algn="l">
              <a:buFont typeface="Arial" panose="020B0604020202020204" pitchFamily="34" charset="0"/>
              <a:buChar char="•"/>
            </a:pPr>
            <a:r>
              <a:rPr lang="en-US" sz="3200" dirty="0">
                <a:solidFill>
                  <a:schemeClr val="bg1"/>
                </a:solidFill>
              </a:rPr>
              <a:t>SDLC</a:t>
            </a:r>
            <a:endParaRPr lang="en-MY" sz="3200" dirty="0">
              <a:solidFill>
                <a:schemeClr val="bg1"/>
              </a:solidFill>
            </a:endParaRPr>
          </a:p>
        </p:txBody>
      </p:sp>
    </p:spTree>
    <p:extLst>
      <p:ext uri="{BB962C8B-B14F-4D97-AF65-F5344CB8AC3E}">
        <p14:creationId xmlns:p14="http://schemas.microsoft.com/office/powerpoint/2010/main" val="2178403057"/>
      </p:ext>
    </p:extLst>
  </p:cSld>
  <p:clrMapOvr>
    <a:masterClrMapping/>
  </p:clrMapOvr>
  <mc:AlternateContent xmlns:mc="http://schemas.openxmlformats.org/markup-compatibility/2006" xmlns:p14="http://schemas.microsoft.com/office/powerpoint/2010/main">
    <mc:Choice Requires="p14">
      <p:transition spd="slow" p14:dur="2000" advTm="11733"/>
    </mc:Choice>
    <mc:Fallback xmlns="">
      <p:transition spd="slow" advTm="11733"/>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7C40D79F-C51A-4C08-8074-211DC6804BF5}" type="slidenum">
              <a:rPr lang="en-MY" smtClean="0"/>
              <a:pPr>
                <a:defRPr/>
              </a:pPr>
              <a:t>34</a:t>
            </a:fld>
            <a:endParaRPr lang="en-MY" dirty="0"/>
          </a:p>
        </p:txBody>
      </p:sp>
      <p:sp>
        <p:nvSpPr>
          <p:cNvPr id="29699" name="Rectangle 3"/>
          <p:cNvSpPr>
            <a:spLocks noGrp="1" noChangeArrowheads="1"/>
          </p:cNvSpPr>
          <p:nvPr>
            <p:ph idx="4294967295"/>
          </p:nvPr>
        </p:nvSpPr>
        <p:spPr>
          <a:xfrm>
            <a:off x="480300" y="1528549"/>
            <a:ext cx="11361547" cy="4568825"/>
          </a:xfrm>
        </p:spPr>
        <p:txBody>
          <a:bodyPr/>
          <a:lstStyle/>
          <a:p>
            <a:pPr eaLnBrk="1" hangingPunct="1"/>
            <a:r>
              <a:rPr lang="en-US" sz="3600" dirty="0"/>
              <a:t>Installing a system without proper planning leads to great user dissatisfaction and frequently causes the system to fall into disuse</a:t>
            </a:r>
          </a:p>
          <a:p>
            <a:pPr eaLnBrk="1" hangingPunct="1"/>
            <a:r>
              <a:rPr lang="en-US" sz="3600" dirty="0"/>
              <a:t>Lends structure to the analysis and design of information systems</a:t>
            </a:r>
          </a:p>
          <a:p>
            <a:pPr eaLnBrk="1" hangingPunct="1"/>
            <a:r>
              <a:rPr lang="en-US" sz="3600" dirty="0"/>
              <a:t>A series of processes systematically undertaken to improve a business through the use of computerized information systems</a:t>
            </a:r>
          </a:p>
        </p:txBody>
      </p:sp>
      <p:sp>
        <p:nvSpPr>
          <p:cNvPr id="5" name="Title 1">
            <a:extLst>
              <a:ext uri="{FF2B5EF4-FFF2-40B4-BE49-F238E27FC236}">
                <a16:creationId xmlns:a16="http://schemas.microsoft.com/office/drawing/2014/main" id="{B25E8A05-8B52-E14A-BC05-61BD20BF139F}"/>
              </a:ext>
            </a:extLst>
          </p:cNvPr>
          <p:cNvSpPr txBox="1">
            <a:spLocks noChangeArrowheads="1"/>
          </p:cNvSpPr>
          <p:nvPr/>
        </p:nvSpPr>
        <p:spPr bwMode="auto">
          <a:xfrm>
            <a:off x="350153" y="642078"/>
            <a:ext cx="11841847" cy="8864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altLang="en-US" sz="5400" b="1" dirty="0">
                <a:solidFill>
                  <a:srgbClr val="840F3E"/>
                </a:solidFill>
                <a:latin typeface="Calibri Light" panose="020F0302020204030204" pitchFamily="34" charset="0"/>
              </a:rPr>
              <a:t>NEED FOR SYSTEM ANALYSIS AND DESIGN</a:t>
            </a:r>
          </a:p>
        </p:txBody>
      </p:sp>
    </p:spTree>
    <p:extLst>
      <p:ext uri="{BB962C8B-B14F-4D97-AF65-F5344CB8AC3E}">
        <p14:creationId xmlns:p14="http://schemas.microsoft.com/office/powerpoint/2010/main" val="1124920388"/>
      </p:ext>
    </p:extLst>
  </p:cSld>
  <p:clrMapOvr>
    <a:masterClrMapping/>
  </p:clrMapOvr>
  <p:transition advTm="32076"/>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Slide Number Placeholder 9"/>
          <p:cNvSpPr>
            <a:spLocks noGrp="1"/>
          </p:cNvSpPr>
          <p:nvPr>
            <p:ph type="sldNum" sz="quarter" idx="12"/>
          </p:nvPr>
        </p:nvSpPr>
        <p:spPr/>
        <p:txBody>
          <a:bodyPr/>
          <a:lstStyle/>
          <a:p>
            <a:pPr>
              <a:defRPr/>
            </a:pPr>
            <a:fld id="{7C40D79F-C51A-4C08-8074-211DC6804BF5}" type="slidenum">
              <a:rPr lang="en-MY" smtClean="0"/>
              <a:pPr>
                <a:defRPr/>
              </a:pPr>
              <a:t>35</a:t>
            </a:fld>
            <a:endParaRPr lang="en-MY" dirty="0"/>
          </a:p>
        </p:txBody>
      </p:sp>
      <p:graphicFrame>
        <p:nvGraphicFramePr>
          <p:cNvPr id="3" name="Content Placeholder 2">
            <a:extLst>
              <a:ext uri="{FF2B5EF4-FFF2-40B4-BE49-F238E27FC236}">
                <a16:creationId xmlns:a16="http://schemas.microsoft.com/office/drawing/2014/main" id="{5554E11F-7265-C647-B957-89CD989DC0A9}"/>
              </a:ext>
            </a:extLst>
          </p:cNvPr>
          <p:cNvGraphicFramePr>
            <a:graphicFrameLocks noGrp="1"/>
          </p:cNvGraphicFramePr>
          <p:nvPr>
            <p:ph idx="4294967295"/>
            <p:extLst>
              <p:ext uri="{D42A27DB-BD31-4B8C-83A1-F6EECF244321}">
                <p14:modId xmlns:p14="http://schemas.microsoft.com/office/powerpoint/2010/main" val="3474040649"/>
              </p:ext>
            </p:extLst>
          </p:nvPr>
        </p:nvGraphicFramePr>
        <p:xfrm>
          <a:off x="350153" y="1397285"/>
          <a:ext cx="11003647" cy="488253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2" name="Title 1">
            <a:extLst>
              <a:ext uri="{FF2B5EF4-FFF2-40B4-BE49-F238E27FC236}">
                <a16:creationId xmlns:a16="http://schemas.microsoft.com/office/drawing/2014/main" id="{BB276CE9-4A07-7F44-8B81-5DB8474814F1}"/>
              </a:ext>
            </a:extLst>
          </p:cNvPr>
          <p:cNvSpPr txBox="1">
            <a:spLocks noChangeArrowheads="1"/>
          </p:cNvSpPr>
          <p:nvPr/>
        </p:nvSpPr>
        <p:spPr bwMode="auto">
          <a:xfrm>
            <a:off x="350153" y="642078"/>
            <a:ext cx="11491693" cy="8864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sz="5400" b="1" dirty="0">
                <a:solidFill>
                  <a:srgbClr val="840F3E"/>
                </a:solidFill>
              </a:rPr>
              <a:t>SYSTEM ANALYST</a:t>
            </a:r>
            <a:endParaRPr lang="en-US" altLang="en-US" sz="4000" b="1" dirty="0">
              <a:solidFill>
                <a:srgbClr val="840F3E"/>
              </a:solidFill>
              <a:latin typeface="Calibri Light" panose="020F0302020204030204" pitchFamily="34" charset="0"/>
            </a:endParaRPr>
          </a:p>
        </p:txBody>
      </p:sp>
    </p:spTree>
    <p:extLst>
      <p:ext uri="{BB962C8B-B14F-4D97-AF65-F5344CB8AC3E}">
        <p14:creationId xmlns:p14="http://schemas.microsoft.com/office/powerpoint/2010/main" val="1342334604"/>
      </p:ext>
    </p:extLst>
  </p:cSld>
  <p:clrMapOvr>
    <a:masterClrMapping/>
  </p:clrMapOvr>
  <mc:AlternateContent xmlns:mc="http://schemas.openxmlformats.org/markup-compatibility/2006" xmlns:p14="http://schemas.microsoft.com/office/powerpoint/2010/main">
    <mc:Choice Requires="p14">
      <p:transition spd="slow" p14:dur="2000" advTm="63184"/>
    </mc:Choice>
    <mc:Fallback xmlns="">
      <p:transition spd="slow" advTm="63184"/>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3794" name="Picture 67" descr="C:\Documents and Settings\gbrandolph\Desktop\Fig 1.3.JPG"/>
          <p:cNvPicPr>
            <a:picLocks noChangeAspect="1" noChangeArrowheads="1"/>
          </p:cNvPicPr>
          <p:nvPr/>
        </p:nvPicPr>
        <p:blipFill>
          <a:blip r:embed="rId3" cstate="print">
            <a:extLst>
              <a:ext uri="{BEBA8EAE-BF5A-486C-A8C5-ECC9F3942E4B}">
                <a14:imgProps xmlns:a14="http://schemas.microsoft.com/office/drawing/2010/main">
                  <a14:imgLayer r:embed="rId4">
                    <a14:imgEffect>
                      <a14:colorTemperature colorTemp="4700"/>
                    </a14:imgEffect>
                  </a14:imgLayer>
                </a14:imgProps>
              </a:ext>
            </a:extLst>
          </a:blip>
          <a:srcRect/>
          <a:stretch>
            <a:fillRect/>
          </a:stretch>
        </p:blipFill>
        <p:spPr bwMode="auto">
          <a:xfrm>
            <a:off x="1825375" y="1433512"/>
            <a:ext cx="7772400" cy="5105400"/>
          </a:xfrm>
          <a:prstGeom prst="rect">
            <a:avLst/>
          </a:prstGeom>
          <a:noFill/>
          <a:ln w="9525">
            <a:noFill/>
            <a:miter lim="800000"/>
            <a:headEnd/>
            <a:tailEnd/>
          </a:ln>
        </p:spPr>
      </p:pic>
      <p:sp>
        <p:nvSpPr>
          <p:cNvPr id="4" name="Slide Number Placeholder 3"/>
          <p:cNvSpPr>
            <a:spLocks noGrp="1"/>
          </p:cNvSpPr>
          <p:nvPr>
            <p:ph type="sldNum" sz="quarter" idx="12"/>
          </p:nvPr>
        </p:nvSpPr>
        <p:spPr/>
        <p:txBody>
          <a:bodyPr/>
          <a:lstStyle/>
          <a:p>
            <a:pPr>
              <a:defRPr/>
            </a:pPr>
            <a:fld id="{7C40D79F-C51A-4C08-8074-211DC6804BF5}" type="slidenum">
              <a:rPr lang="en-MY" smtClean="0"/>
              <a:pPr>
                <a:defRPr/>
              </a:pPr>
              <a:t>36</a:t>
            </a:fld>
            <a:endParaRPr lang="en-MY" dirty="0"/>
          </a:p>
        </p:txBody>
      </p:sp>
      <p:sp>
        <p:nvSpPr>
          <p:cNvPr id="6" name="Title 1">
            <a:extLst>
              <a:ext uri="{FF2B5EF4-FFF2-40B4-BE49-F238E27FC236}">
                <a16:creationId xmlns:a16="http://schemas.microsoft.com/office/drawing/2014/main" id="{9C898CF0-37FD-674A-82BB-5578B23E7B5D}"/>
              </a:ext>
            </a:extLst>
          </p:cNvPr>
          <p:cNvSpPr txBox="1">
            <a:spLocks noChangeArrowheads="1"/>
          </p:cNvSpPr>
          <p:nvPr/>
        </p:nvSpPr>
        <p:spPr bwMode="auto">
          <a:xfrm>
            <a:off x="350153" y="642078"/>
            <a:ext cx="11491693" cy="8864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sz="5400" b="1" dirty="0">
                <a:solidFill>
                  <a:srgbClr val="840F3E"/>
                </a:solidFill>
              </a:rPr>
              <a:t>SYSTEM ANALYST</a:t>
            </a:r>
            <a:endParaRPr lang="en-US" altLang="en-US" sz="4000" b="1" dirty="0">
              <a:solidFill>
                <a:srgbClr val="840F3E"/>
              </a:solidFill>
              <a:latin typeface="Calibri Light" panose="020F0302020204030204" pitchFamily="34" charset="0"/>
            </a:endParaRPr>
          </a:p>
        </p:txBody>
      </p:sp>
    </p:spTree>
    <p:extLst>
      <p:ext uri="{BB962C8B-B14F-4D97-AF65-F5344CB8AC3E}">
        <p14:creationId xmlns:p14="http://schemas.microsoft.com/office/powerpoint/2010/main" val="3603503623"/>
      </p:ext>
    </p:extLst>
  </p:cSld>
  <p:clrMapOvr>
    <a:masterClrMapping/>
  </p:clrMapOvr>
  <mc:AlternateContent xmlns:mc="http://schemas.openxmlformats.org/markup-compatibility/2006" xmlns:p14="http://schemas.microsoft.com/office/powerpoint/2010/main">
    <mc:Choice Requires="p14">
      <p:transition spd="slow" p14:dur="2000" advTm="31151"/>
    </mc:Choice>
    <mc:Fallback xmlns="">
      <p:transition spd="slow" advTm="31151"/>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48D5A8-892C-8D44-B09F-5058B4BC1FE8}"/>
              </a:ext>
            </a:extLst>
          </p:cNvPr>
          <p:cNvSpPr>
            <a:spLocks noGrp="1"/>
          </p:cNvSpPr>
          <p:nvPr>
            <p:ph type="ctrTitle"/>
          </p:nvPr>
        </p:nvSpPr>
        <p:spPr>
          <a:xfrm>
            <a:off x="1431532" y="2077860"/>
            <a:ext cx="9144000" cy="2387600"/>
          </a:xfrm>
        </p:spPr>
        <p:txBody>
          <a:bodyPr/>
          <a:lstStyle/>
          <a:p>
            <a:r>
              <a:rPr lang="en-US" dirty="0">
                <a:solidFill>
                  <a:schemeClr val="bg1"/>
                </a:solidFill>
                <a:latin typeface="Britannic Bold" panose="020B0903060703020204" pitchFamily="34" charset="77"/>
              </a:rPr>
              <a:t>SYSTEM DEVELOPMENT LIFE CYCLE (SDLC)</a:t>
            </a:r>
          </a:p>
        </p:txBody>
      </p:sp>
    </p:spTree>
    <p:extLst>
      <p:ext uri="{BB962C8B-B14F-4D97-AF65-F5344CB8AC3E}">
        <p14:creationId xmlns:p14="http://schemas.microsoft.com/office/powerpoint/2010/main" val="3787310968"/>
      </p:ext>
    </p:extLst>
  </p:cSld>
  <p:clrMapOvr>
    <a:masterClrMapping/>
  </p:clrMapOvr>
  <mc:AlternateContent xmlns:mc="http://schemas.openxmlformats.org/markup-compatibility/2006" xmlns:p14="http://schemas.microsoft.com/office/powerpoint/2010/main">
    <mc:Choice Requires="p14">
      <p:transition spd="slow" p14:dur="2000" advTm="7422"/>
    </mc:Choice>
    <mc:Fallback xmlns="">
      <p:transition spd="slow" advTm="7422"/>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pPr>
              <a:defRPr/>
            </a:pPr>
            <a:fld id="{7C40D79F-C51A-4C08-8074-211DC6804BF5}" type="slidenum">
              <a:rPr lang="en-MY" smtClean="0"/>
              <a:pPr>
                <a:defRPr/>
              </a:pPr>
              <a:t>38</a:t>
            </a:fld>
            <a:endParaRPr lang="en-MY" dirty="0"/>
          </a:p>
        </p:txBody>
      </p:sp>
      <p:sp>
        <p:nvSpPr>
          <p:cNvPr id="34820" name="Rectangle 3"/>
          <p:cNvSpPr>
            <a:spLocks noGrp="1" noChangeArrowheads="1"/>
          </p:cNvSpPr>
          <p:nvPr>
            <p:ph idx="4294967295"/>
          </p:nvPr>
        </p:nvSpPr>
        <p:spPr>
          <a:xfrm>
            <a:off x="522269" y="2289175"/>
            <a:ext cx="11395753" cy="4183544"/>
          </a:xfrm>
        </p:spPr>
        <p:txBody>
          <a:bodyPr/>
          <a:lstStyle/>
          <a:p>
            <a:pPr eaLnBrk="1" hangingPunct="1"/>
            <a:r>
              <a:rPr lang="en-US" dirty="0"/>
              <a:t>The systems </a:t>
            </a:r>
            <a:r>
              <a:rPr lang="en-US" sz="2400" dirty="0"/>
              <a:t>development</a:t>
            </a:r>
            <a:r>
              <a:rPr lang="en-US" dirty="0"/>
              <a:t> life cycle is a phased approach to solving business problems</a:t>
            </a:r>
          </a:p>
          <a:p>
            <a:pPr eaLnBrk="1" hangingPunct="1"/>
            <a:r>
              <a:rPr lang="en-US" dirty="0"/>
              <a:t>Developed through the use of a specific cycle of analyst and user activities</a:t>
            </a:r>
          </a:p>
          <a:p>
            <a:pPr eaLnBrk="1" hangingPunct="1"/>
            <a:r>
              <a:rPr lang="en-US" dirty="0"/>
              <a:t>Each phase has unique user activities.</a:t>
            </a:r>
          </a:p>
          <a:p>
            <a:pPr eaLnBrk="1" hangingPunct="1"/>
            <a:r>
              <a:rPr lang="en-US" dirty="0"/>
              <a:t>Incorporating Human-Computer Interaction (HCI) Considerations</a:t>
            </a:r>
          </a:p>
          <a:p>
            <a:pPr lvl="1" eaLnBrk="1" hangingPunct="1"/>
            <a:r>
              <a:rPr lang="en-US" dirty="0"/>
              <a:t>The demand for analysts who are capable of incorporating HCI into the systems development process keeps increasing, as companies begin to realize that the quality of systems and the quality of work life can be improved by taking a human-centered approach at the outset of a project</a:t>
            </a:r>
          </a:p>
          <a:p>
            <a:pPr lvl="1" eaLnBrk="1" hangingPunct="1"/>
            <a:endParaRPr lang="en-US" dirty="0"/>
          </a:p>
        </p:txBody>
      </p:sp>
      <p:sp>
        <p:nvSpPr>
          <p:cNvPr id="6" name="Title 1">
            <a:extLst>
              <a:ext uri="{FF2B5EF4-FFF2-40B4-BE49-F238E27FC236}">
                <a16:creationId xmlns:a16="http://schemas.microsoft.com/office/drawing/2014/main" id="{44FE1D72-3301-CF43-B4FB-367D71DCDB7F}"/>
              </a:ext>
            </a:extLst>
          </p:cNvPr>
          <p:cNvSpPr txBox="1">
            <a:spLocks noChangeArrowheads="1"/>
          </p:cNvSpPr>
          <p:nvPr/>
        </p:nvSpPr>
        <p:spPr bwMode="auto">
          <a:xfrm>
            <a:off x="332444" y="628431"/>
            <a:ext cx="11859556"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sz="5400" b="1" dirty="0">
                <a:solidFill>
                  <a:srgbClr val="840F3E"/>
                </a:solidFill>
              </a:rPr>
              <a:t>SYSTEM DEVELOPMENT LIFE CYCLE (SDLC)</a:t>
            </a:r>
            <a:endParaRPr lang="en-US" altLang="en-US" sz="5400" b="1" dirty="0">
              <a:solidFill>
                <a:srgbClr val="840F3E"/>
              </a:solidFill>
              <a:latin typeface="Calibri Light" panose="020F0302020204030204" pitchFamily="34" charset="0"/>
            </a:endParaRPr>
          </a:p>
        </p:txBody>
      </p:sp>
    </p:spTree>
    <p:extLst>
      <p:ext uri="{BB962C8B-B14F-4D97-AF65-F5344CB8AC3E}">
        <p14:creationId xmlns:p14="http://schemas.microsoft.com/office/powerpoint/2010/main" val="2603882896"/>
      </p:ext>
    </p:extLst>
  </p:cSld>
  <p:clrMapOvr>
    <a:masterClrMapping/>
  </p:clrMapOvr>
  <p:transition advTm="43885"/>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pPr>
              <a:defRPr/>
            </a:pPr>
            <a:fld id="{7C40D79F-C51A-4C08-8074-211DC6804BF5}" type="slidenum">
              <a:rPr lang="en-MY" smtClean="0"/>
              <a:pPr>
                <a:defRPr/>
              </a:pPr>
              <a:t>39</a:t>
            </a:fld>
            <a:endParaRPr lang="en-MY" dirty="0"/>
          </a:p>
        </p:txBody>
      </p:sp>
      <p:pic>
        <p:nvPicPr>
          <p:cNvPr id="35844" name="Picture 5"/>
          <p:cNvPicPr>
            <a:picLocks noChangeAspect="1" noChangeArrowheads="1"/>
          </p:cNvPicPr>
          <p:nvPr/>
        </p:nvPicPr>
        <p:blipFill>
          <a:blip r:embed="rId2" cstate="print"/>
          <a:srcRect/>
          <a:stretch>
            <a:fillRect/>
          </a:stretch>
        </p:blipFill>
        <p:spPr bwMode="auto">
          <a:xfrm>
            <a:off x="1650107" y="1599981"/>
            <a:ext cx="8237067" cy="4538435"/>
          </a:xfrm>
          <a:prstGeom prst="rect">
            <a:avLst/>
          </a:prstGeom>
          <a:noFill/>
          <a:ln w="9525">
            <a:noFill/>
            <a:miter lim="800000"/>
            <a:headEnd/>
            <a:tailEnd/>
          </a:ln>
        </p:spPr>
      </p:pic>
      <p:sp>
        <p:nvSpPr>
          <p:cNvPr id="6" name="Title 1">
            <a:extLst>
              <a:ext uri="{FF2B5EF4-FFF2-40B4-BE49-F238E27FC236}">
                <a16:creationId xmlns:a16="http://schemas.microsoft.com/office/drawing/2014/main" id="{8021E89F-DFAA-4447-B3CB-90F332FF1FB3}"/>
              </a:ext>
            </a:extLst>
          </p:cNvPr>
          <p:cNvSpPr txBox="1">
            <a:spLocks noChangeArrowheads="1"/>
          </p:cNvSpPr>
          <p:nvPr/>
        </p:nvSpPr>
        <p:spPr bwMode="auto">
          <a:xfrm>
            <a:off x="332444" y="628431"/>
            <a:ext cx="11859556"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sz="5400" b="1" dirty="0">
                <a:solidFill>
                  <a:srgbClr val="840F3E"/>
                </a:solidFill>
              </a:rPr>
              <a:t>SDLC – THE SEVEN PHASES</a:t>
            </a:r>
            <a:endParaRPr lang="en-US" altLang="en-US" sz="5400" b="1" dirty="0">
              <a:solidFill>
                <a:srgbClr val="840F3E"/>
              </a:solidFill>
              <a:latin typeface="Calibri Light" panose="020F0302020204030204" pitchFamily="34" charset="0"/>
            </a:endParaRPr>
          </a:p>
        </p:txBody>
      </p:sp>
    </p:spTree>
    <p:extLst>
      <p:ext uri="{BB962C8B-B14F-4D97-AF65-F5344CB8AC3E}">
        <p14:creationId xmlns:p14="http://schemas.microsoft.com/office/powerpoint/2010/main" val="652832969"/>
      </p:ext>
    </p:extLst>
  </p:cSld>
  <p:clrMapOvr>
    <a:masterClrMapping/>
  </p:clrMapOvr>
  <p:transition advTm="44839"/>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7C40D79F-C51A-4C08-8074-211DC6804BF5}" type="slidenum">
              <a:rPr lang="en-MY" smtClean="0"/>
              <a:pPr>
                <a:defRPr/>
              </a:pPr>
              <a:t>40</a:t>
            </a:fld>
            <a:endParaRPr lang="en-MY" dirty="0"/>
          </a:p>
        </p:txBody>
      </p:sp>
      <p:graphicFrame>
        <p:nvGraphicFramePr>
          <p:cNvPr id="7" name="Content Placeholder 6">
            <a:extLst>
              <a:ext uri="{FF2B5EF4-FFF2-40B4-BE49-F238E27FC236}">
                <a16:creationId xmlns:a16="http://schemas.microsoft.com/office/drawing/2014/main" id="{54A20FDF-E6A1-3041-90AE-DCBC89640ED2}"/>
              </a:ext>
            </a:extLst>
          </p:cNvPr>
          <p:cNvGraphicFramePr>
            <a:graphicFrameLocks noGrp="1"/>
          </p:cNvGraphicFramePr>
          <p:nvPr>
            <p:ph idx="4294967295"/>
            <p:extLst>
              <p:ext uri="{D42A27DB-BD31-4B8C-83A1-F6EECF244321}">
                <p14:modId xmlns:p14="http://schemas.microsoft.com/office/powerpoint/2010/main" val="2017843706"/>
              </p:ext>
            </p:extLst>
          </p:nvPr>
        </p:nvGraphicFramePr>
        <p:xfrm>
          <a:off x="5383659" y="1397286"/>
          <a:ext cx="6500117" cy="495906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Title 1">
            <a:extLst>
              <a:ext uri="{FF2B5EF4-FFF2-40B4-BE49-F238E27FC236}">
                <a16:creationId xmlns:a16="http://schemas.microsoft.com/office/drawing/2014/main" id="{9BC9C380-23A3-8C40-8D96-3A34F6544332}"/>
              </a:ext>
            </a:extLst>
          </p:cNvPr>
          <p:cNvSpPr txBox="1">
            <a:spLocks noChangeArrowheads="1"/>
          </p:cNvSpPr>
          <p:nvPr/>
        </p:nvSpPr>
        <p:spPr bwMode="auto">
          <a:xfrm>
            <a:off x="256854" y="628431"/>
            <a:ext cx="11935146"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sz="4800" b="1" dirty="0">
                <a:solidFill>
                  <a:srgbClr val="840F3E"/>
                </a:solidFill>
              </a:rPr>
              <a:t>PHASE 1:</a:t>
            </a:r>
            <a:r>
              <a:rPr lang="en-US" sz="4400" b="1" dirty="0">
                <a:solidFill>
                  <a:srgbClr val="840F3E"/>
                </a:solidFill>
              </a:rPr>
              <a:t> </a:t>
            </a:r>
            <a:r>
              <a:rPr lang="en-US" sz="3600" b="1" dirty="0">
                <a:solidFill>
                  <a:srgbClr val="840F3E"/>
                </a:solidFill>
              </a:rPr>
              <a:t>Identifying Problems, Opportunities &amp; Objectives</a:t>
            </a:r>
            <a:endParaRPr lang="en-US" altLang="en-US" sz="5400" b="1" dirty="0">
              <a:solidFill>
                <a:srgbClr val="840F3E"/>
              </a:solidFill>
              <a:latin typeface="Calibri Light" panose="020F0302020204030204" pitchFamily="34" charset="0"/>
            </a:endParaRPr>
          </a:p>
        </p:txBody>
      </p:sp>
      <p:pic>
        <p:nvPicPr>
          <p:cNvPr id="6" name="Picture 5">
            <a:extLst>
              <a:ext uri="{FF2B5EF4-FFF2-40B4-BE49-F238E27FC236}">
                <a16:creationId xmlns:a16="http://schemas.microsoft.com/office/drawing/2014/main" id="{AF475D20-34DF-D748-ACBD-D1CA2D80B3FC}"/>
              </a:ext>
            </a:extLst>
          </p:cNvPr>
          <p:cNvPicPr>
            <a:picLocks noChangeAspect="1" noChangeArrowheads="1"/>
          </p:cNvPicPr>
          <p:nvPr/>
        </p:nvPicPr>
        <p:blipFill>
          <a:blip r:embed="rId8" cstate="print"/>
          <a:srcRect/>
          <a:stretch>
            <a:fillRect/>
          </a:stretch>
        </p:blipFill>
        <p:spPr bwMode="auto">
          <a:xfrm>
            <a:off x="158731" y="2239766"/>
            <a:ext cx="5323051" cy="2932879"/>
          </a:xfrm>
          <a:prstGeom prst="rect">
            <a:avLst/>
          </a:prstGeom>
          <a:noFill/>
          <a:ln w="9525">
            <a:noFill/>
            <a:miter lim="800000"/>
            <a:headEnd/>
            <a:tailEnd/>
          </a:ln>
        </p:spPr>
      </p:pic>
      <p:sp>
        <p:nvSpPr>
          <p:cNvPr id="2" name="Rounded Rectangle 1">
            <a:extLst>
              <a:ext uri="{FF2B5EF4-FFF2-40B4-BE49-F238E27FC236}">
                <a16:creationId xmlns:a16="http://schemas.microsoft.com/office/drawing/2014/main" id="{CD5B34A6-BD06-8247-9B05-7607D6719DA8}"/>
              </a:ext>
            </a:extLst>
          </p:cNvPr>
          <p:cNvSpPr/>
          <p:nvPr/>
        </p:nvSpPr>
        <p:spPr>
          <a:xfrm>
            <a:off x="1272373" y="2332234"/>
            <a:ext cx="1253447" cy="603607"/>
          </a:xfrm>
          <a:prstGeom prst="roundRect">
            <a:avLst/>
          </a:prstGeom>
          <a:noFill/>
          <a:ln w="571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82983364"/>
      </p:ext>
    </p:extLst>
  </p:cSld>
  <p:clrMapOvr>
    <a:masterClrMapping/>
  </p:clrMapOvr>
  <p:transition advTm="36558"/>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B4BEB5A-C22A-C940-8E3F-BCE9B1578E57}"/>
              </a:ext>
            </a:extLst>
          </p:cNvPr>
          <p:cNvPicPr>
            <a:picLocks noChangeAspect="1" noChangeArrowheads="1"/>
          </p:cNvPicPr>
          <p:nvPr/>
        </p:nvPicPr>
        <p:blipFill>
          <a:blip r:embed="rId3" cstate="print"/>
          <a:srcRect/>
          <a:stretch>
            <a:fillRect/>
          </a:stretch>
        </p:blipFill>
        <p:spPr bwMode="auto">
          <a:xfrm>
            <a:off x="0" y="2229491"/>
            <a:ext cx="5323051" cy="2932879"/>
          </a:xfrm>
          <a:prstGeom prst="rect">
            <a:avLst/>
          </a:prstGeom>
          <a:noFill/>
          <a:ln w="9525">
            <a:noFill/>
            <a:miter lim="800000"/>
            <a:headEnd/>
            <a:tailEnd/>
          </a:ln>
        </p:spPr>
      </p:pic>
      <p:sp>
        <p:nvSpPr>
          <p:cNvPr id="4" name="Slide Number Placeholder 3"/>
          <p:cNvSpPr>
            <a:spLocks noGrp="1"/>
          </p:cNvSpPr>
          <p:nvPr>
            <p:ph type="sldNum" sz="quarter" idx="12"/>
          </p:nvPr>
        </p:nvSpPr>
        <p:spPr/>
        <p:txBody>
          <a:bodyPr/>
          <a:lstStyle/>
          <a:p>
            <a:pPr>
              <a:defRPr/>
            </a:pPr>
            <a:fld id="{7C40D79F-C51A-4C08-8074-211DC6804BF5}" type="slidenum">
              <a:rPr lang="en-MY" smtClean="0"/>
              <a:pPr>
                <a:defRPr/>
              </a:pPr>
              <a:t>41</a:t>
            </a:fld>
            <a:endParaRPr lang="en-MY" dirty="0"/>
          </a:p>
        </p:txBody>
      </p:sp>
      <p:graphicFrame>
        <p:nvGraphicFramePr>
          <p:cNvPr id="2" name="Content Placeholder 1">
            <a:extLst>
              <a:ext uri="{FF2B5EF4-FFF2-40B4-BE49-F238E27FC236}">
                <a16:creationId xmlns:a16="http://schemas.microsoft.com/office/drawing/2014/main" id="{38E75434-6C90-7A4B-8140-EC31C8BD7C0C}"/>
              </a:ext>
            </a:extLst>
          </p:cNvPr>
          <p:cNvGraphicFramePr>
            <a:graphicFrameLocks noGrp="1"/>
          </p:cNvGraphicFramePr>
          <p:nvPr>
            <p:ph idx="4294967295"/>
            <p:extLst>
              <p:ext uri="{D42A27DB-BD31-4B8C-83A1-F6EECF244321}">
                <p14:modId xmlns:p14="http://schemas.microsoft.com/office/powerpoint/2010/main" val="2594610508"/>
              </p:ext>
            </p:extLst>
          </p:nvPr>
        </p:nvGraphicFramePr>
        <p:xfrm>
          <a:off x="5137079" y="1356189"/>
          <a:ext cx="6896190" cy="523982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5" name="Title 1">
            <a:extLst>
              <a:ext uri="{FF2B5EF4-FFF2-40B4-BE49-F238E27FC236}">
                <a16:creationId xmlns:a16="http://schemas.microsoft.com/office/drawing/2014/main" id="{3297C83C-C218-7745-9F3F-E6CCC5E97D3A}"/>
              </a:ext>
            </a:extLst>
          </p:cNvPr>
          <p:cNvSpPr txBox="1">
            <a:spLocks noChangeArrowheads="1"/>
          </p:cNvSpPr>
          <p:nvPr/>
        </p:nvSpPr>
        <p:spPr bwMode="auto">
          <a:xfrm>
            <a:off x="256854" y="628431"/>
            <a:ext cx="11935146"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sz="4800" b="1" dirty="0">
                <a:solidFill>
                  <a:srgbClr val="840F3E"/>
                </a:solidFill>
              </a:rPr>
              <a:t>PHASE 2:</a:t>
            </a:r>
            <a:r>
              <a:rPr lang="en-US" sz="4400" b="1" dirty="0">
                <a:solidFill>
                  <a:srgbClr val="840F3E"/>
                </a:solidFill>
              </a:rPr>
              <a:t> </a:t>
            </a:r>
            <a:r>
              <a:rPr lang="en-US" sz="3600" b="1" dirty="0">
                <a:solidFill>
                  <a:srgbClr val="840F3E"/>
                </a:solidFill>
              </a:rPr>
              <a:t>Determining Human Information Requirements</a:t>
            </a:r>
            <a:endParaRPr lang="en-US" altLang="en-US" sz="5400" b="1" dirty="0">
              <a:solidFill>
                <a:srgbClr val="840F3E"/>
              </a:solidFill>
              <a:latin typeface="Calibri Light" panose="020F0302020204030204" pitchFamily="34" charset="0"/>
            </a:endParaRPr>
          </a:p>
        </p:txBody>
      </p:sp>
      <p:sp>
        <p:nvSpPr>
          <p:cNvPr id="7" name="Rounded Rectangle 6">
            <a:extLst>
              <a:ext uri="{FF2B5EF4-FFF2-40B4-BE49-F238E27FC236}">
                <a16:creationId xmlns:a16="http://schemas.microsoft.com/office/drawing/2014/main" id="{EAC3212C-0B77-3848-ADB8-5FC270A35E4C}"/>
              </a:ext>
            </a:extLst>
          </p:cNvPr>
          <p:cNvSpPr/>
          <p:nvPr/>
        </p:nvSpPr>
        <p:spPr>
          <a:xfrm>
            <a:off x="2901345" y="2229491"/>
            <a:ext cx="1253447" cy="603607"/>
          </a:xfrm>
          <a:prstGeom prst="roundRect">
            <a:avLst/>
          </a:prstGeom>
          <a:noFill/>
          <a:ln w="571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04081284"/>
      </p:ext>
    </p:extLst>
  </p:cSld>
  <p:clrMapOvr>
    <a:masterClrMapping/>
  </p:clrMapOvr>
  <p:transition advTm="55212"/>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7C40D79F-C51A-4C08-8074-211DC6804BF5}" type="slidenum">
              <a:rPr lang="en-MY" smtClean="0"/>
              <a:pPr>
                <a:defRPr/>
              </a:pPr>
              <a:t>42</a:t>
            </a:fld>
            <a:endParaRPr lang="en-MY" dirty="0"/>
          </a:p>
        </p:txBody>
      </p:sp>
      <p:graphicFrame>
        <p:nvGraphicFramePr>
          <p:cNvPr id="2" name="Content Placeholder 1">
            <a:extLst>
              <a:ext uri="{FF2B5EF4-FFF2-40B4-BE49-F238E27FC236}">
                <a16:creationId xmlns:a16="http://schemas.microsoft.com/office/drawing/2014/main" id="{9B581BCA-F188-634A-BCB6-1A6B96E130D8}"/>
              </a:ext>
            </a:extLst>
          </p:cNvPr>
          <p:cNvGraphicFramePr>
            <a:graphicFrameLocks noGrp="1"/>
          </p:cNvGraphicFramePr>
          <p:nvPr>
            <p:ph idx="4294967295"/>
            <p:extLst>
              <p:ext uri="{D42A27DB-BD31-4B8C-83A1-F6EECF244321}">
                <p14:modId xmlns:p14="http://schemas.microsoft.com/office/powerpoint/2010/main" val="3868979206"/>
              </p:ext>
            </p:extLst>
          </p:nvPr>
        </p:nvGraphicFramePr>
        <p:xfrm>
          <a:off x="5439062" y="1335640"/>
          <a:ext cx="6602250" cy="51268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Title 1">
            <a:extLst>
              <a:ext uri="{FF2B5EF4-FFF2-40B4-BE49-F238E27FC236}">
                <a16:creationId xmlns:a16="http://schemas.microsoft.com/office/drawing/2014/main" id="{042CE317-3B48-3046-A271-14498B59F112}"/>
              </a:ext>
            </a:extLst>
          </p:cNvPr>
          <p:cNvSpPr txBox="1">
            <a:spLocks noChangeArrowheads="1"/>
          </p:cNvSpPr>
          <p:nvPr/>
        </p:nvSpPr>
        <p:spPr bwMode="auto">
          <a:xfrm>
            <a:off x="256854" y="628431"/>
            <a:ext cx="11935146"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sz="4800" b="1" dirty="0">
                <a:solidFill>
                  <a:srgbClr val="840F3E"/>
                </a:solidFill>
              </a:rPr>
              <a:t>PHASE 3:</a:t>
            </a:r>
            <a:r>
              <a:rPr lang="en-US" sz="4400" b="1" dirty="0">
                <a:solidFill>
                  <a:srgbClr val="840F3E"/>
                </a:solidFill>
              </a:rPr>
              <a:t> </a:t>
            </a:r>
            <a:r>
              <a:rPr lang="en-US" sz="3600" b="1" dirty="0">
                <a:solidFill>
                  <a:srgbClr val="840F3E"/>
                </a:solidFill>
              </a:rPr>
              <a:t>Analyzing System Needs</a:t>
            </a:r>
            <a:endParaRPr lang="en-US" altLang="en-US" sz="5400" b="1" dirty="0">
              <a:solidFill>
                <a:srgbClr val="840F3E"/>
              </a:solidFill>
              <a:latin typeface="Calibri Light" panose="020F0302020204030204" pitchFamily="34" charset="0"/>
            </a:endParaRPr>
          </a:p>
        </p:txBody>
      </p:sp>
      <p:pic>
        <p:nvPicPr>
          <p:cNvPr id="6" name="Picture 5">
            <a:extLst>
              <a:ext uri="{FF2B5EF4-FFF2-40B4-BE49-F238E27FC236}">
                <a16:creationId xmlns:a16="http://schemas.microsoft.com/office/drawing/2014/main" id="{256C0A4A-5036-AC45-9291-31135B1DD209}"/>
              </a:ext>
            </a:extLst>
          </p:cNvPr>
          <p:cNvPicPr>
            <a:picLocks noChangeAspect="1" noChangeArrowheads="1"/>
          </p:cNvPicPr>
          <p:nvPr/>
        </p:nvPicPr>
        <p:blipFill>
          <a:blip r:embed="rId8" cstate="print"/>
          <a:srcRect/>
          <a:stretch>
            <a:fillRect/>
          </a:stretch>
        </p:blipFill>
        <p:spPr bwMode="auto">
          <a:xfrm>
            <a:off x="0" y="2239766"/>
            <a:ext cx="5323051" cy="2932879"/>
          </a:xfrm>
          <a:prstGeom prst="rect">
            <a:avLst/>
          </a:prstGeom>
          <a:noFill/>
          <a:ln w="9525">
            <a:noFill/>
            <a:miter lim="800000"/>
            <a:headEnd/>
            <a:tailEnd/>
          </a:ln>
        </p:spPr>
      </p:pic>
      <p:sp>
        <p:nvSpPr>
          <p:cNvPr id="7" name="Rounded Rectangle 6">
            <a:extLst>
              <a:ext uri="{FF2B5EF4-FFF2-40B4-BE49-F238E27FC236}">
                <a16:creationId xmlns:a16="http://schemas.microsoft.com/office/drawing/2014/main" id="{D950296C-7EE2-204C-8140-A1C45E2C5528}"/>
              </a:ext>
            </a:extLst>
          </p:cNvPr>
          <p:cNvSpPr/>
          <p:nvPr/>
        </p:nvSpPr>
        <p:spPr>
          <a:xfrm>
            <a:off x="4185615" y="3000054"/>
            <a:ext cx="1253447" cy="428946"/>
          </a:xfrm>
          <a:prstGeom prst="roundRect">
            <a:avLst/>
          </a:prstGeom>
          <a:noFill/>
          <a:ln w="571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89986625"/>
      </p:ext>
    </p:extLst>
  </p:cSld>
  <p:clrMapOvr>
    <a:masterClrMapping/>
  </p:clrMapOvr>
  <p:transition advTm="30111"/>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7C40D79F-C51A-4C08-8074-211DC6804BF5}" type="slidenum">
              <a:rPr lang="en-MY" smtClean="0"/>
              <a:pPr>
                <a:defRPr/>
              </a:pPr>
              <a:t>43</a:t>
            </a:fld>
            <a:endParaRPr lang="en-MY" dirty="0"/>
          </a:p>
        </p:txBody>
      </p:sp>
      <p:graphicFrame>
        <p:nvGraphicFramePr>
          <p:cNvPr id="2" name="Content Placeholder 1">
            <a:extLst>
              <a:ext uri="{FF2B5EF4-FFF2-40B4-BE49-F238E27FC236}">
                <a16:creationId xmlns:a16="http://schemas.microsoft.com/office/drawing/2014/main" id="{263AE631-6CB0-954F-8B35-72274211AAF0}"/>
              </a:ext>
            </a:extLst>
          </p:cNvPr>
          <p:cNvGraphicFramePr>
            <a:graphicFrameLocks noGrp="1"/>
          </p:cNvGraphicFramePr>
          <p:nvPr>
            <p:ph idx="4294967295"/>
            <p:extLst>
              <p:ext uri="{D42A27DB-BD31-4B8C-83A1-F6EECF244321}">
                <p14:modId xmlns:p14="http://schemas.microsoft.com/office/powerpoint/2010/main" val="4110628448"/>
              </p:ext>
            </p:extLst>
          </p:nvPr>
        </p:nvGraphicFramePr>
        <p:xfrm>
          <a:off x="5481782" y="1599981"/>
          <a:ext cx="6453364" cy="45688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Title 1">
            <a:extLst>
              <a:ext uri="{FF2B5EF4-FFF2-40B4-BE49-F238E27FC236}">
                <a16:creationId xmlns:a16="http://schemas.microsoft.com/office/drawing/2014/main" id="{21AF479A-12D0-6343-BA81-52E489894C94}"/>
              </a:ext>
            </a:extLst>
          </p:cNvPr>
          <p:cNvSpPr txBox="1">
            <a:spLocks noChangeArrowheads="1"/>
          </p:cNvSpPr>
          <p:nvPr/>
        </p:nvSpPr>
        <p:spPr bwMode="auto">
          <a:xfrm>
            <a:off x="256854" y="628431"/>
            <a:ext cx="11935146"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sz="4800" b="1" dirty="0">
                <a:solidFill>
                  <a:srgbClr val="840F3E"/>
                </a:solidFill>
              </a:rPr>
              <a:t>PHASE 4:</a:t>
            </a:r>
            <a:r>
              <a:rPr lang="en-US" sz="4400" b="1" dirty="0">
                <a:solidFill>
                  <a:srgbClr val="840F3E"/>
                </a:solidFill>
              </a:rPr>
              <a:t> </a:t>
            </a:r>
            <a:r>
              <a:rPr lang="en-US" sz="3600" b="1" dirty="0">
                <a:solidFill>
                  <a:srgbClr val="840F3E"/>
                </a:solidFill>
              </a:rPr>
              <a:t>Designing the Recommended System</a:t>
            </a:r>
            <a:endParaRPr lang="en-US" altLang="en-US" sz="5400" b="1" dirty="0">
              <a:solidFill>
                <a:srgbClr val="840F3E"/>
              </a:solidFill>
              <a:latin typeface="Calibri Light" panose="020F0302020204030204" pitchFamily="34" charset="0"/>
            </a:endParaRPr>
          </a:p>
        </p:txBody>
      </p:sp>
      <p:pic>
        <p:nvPicPr>
          <p:cNvPr id="6" name="Picture 5">
            <a:extLst>
              <a:ext uri="{FF2B5EF4-FFF2-40B4-BE49-F238E27FC236}">
                <a16:creationId xmlns:a16="http://schemas.microsoft.com/office/drawing/2014/main" id="{78C09D75-7C7F-B84B-9208-4E997E7EFF14}"/>
              </a:ext>
            </a:extLst>
          </p:cNvPr>
          <p:cNvPicPr>
            <a:picLocks noChangeAspect="1" noChangeArrowheads="1"/>
          </p:cNvPicPr>
          <p:nvPr/>
        </p:nvPicPr>
        <p:blipFill>
          <a:blip r:embed="rId8" cstate="print"/>
          <a:srcRect/>
          <a:stretch>
            <a:fillRect/>
          </a:stretch>
        </p:blipFill>
        <p:spPr bwMode="auto">
          <a:xfrm>
            <a:off x="158731" y="2239766"/>
            <a:ext cx="5323051" cy="2932879"/>
          </a:xfrm>
          <a:prstGeom prst="rect">
            <a:avLst/>
          </a:prstGeom>
          <a:noFill/>
          <a:ln w="9525">
            <a:noFill/>
            <a:miter lim="800000"/>
            <a:headEnd/>
            <a:tailEnd/>
          </a:ln>
        </p:spPr>
      </p:pic>
      <p:sp>
        <p:nvSpPr>
          <p:cNvPr id="7" name="Rounded Rectangle 6">
            <a:extLst>
              <a:ext uri="{FF2B5EF4-FFF2-40B4-BE49-F238E27FC236}">
                <a16:creationId xmlns:a16="http://schemas.microsoft.com/office/drawing/2014/main" id="{C94B0A89-E649-7148-9BBE-FB5314A8EF05}"/>
              </a:ext>
            </a:extLst>
          </p:cNvPr>
          <p:cNvSpPr/>
          <p:nvPr/>
        </p:nvSpPr>
        <p:spPr>
          <a:xfrm>
            <a:off x="4228335" y="4089115"/>
            <a:ext cx="1253447" cy="603607"/>
          </a:xfrm>
          <a:prstGeom prst="roundRect">
            <a:avLst/>
          </a:prstGeom>
          <a:noFill/>
          <a:ln w="571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53931214"/>
      </p:ext>
    </p:extLst>
  </p:cSld>
  <p:clrMapOvr>
    <a:masterClrMapping/>
  </p:clrMapOvr>
  <p:transition advTm="29930"/>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4C89994-72C5-304A-9FD3-643819D19E3F}"/>
              </a:ext>
            </a:extLst>
          </p:cNvPr>
          <p:cNvPicPr>
            <a:picLocks noChangeAspect="1" noChangeArrowheads="1"/>
          </p:cNvPicPr>
          <p:nvPr/>
        </p:nvPicPr>
        <p:blipFill>
          <a:blip r:embed="rId3" cstate="print"/>
          <a:srcRect/>
          <a:stretch>
            <a:fillRect/>
          </a:stretch>
        </p:blipFill>
        <p:spPr bwMode="auto">
          <a:xfrm>
            <a:off x="158731" y="2239766"/>
            <a:ext cx="5323051" cy="2932879"/>
          </a:xfrm>
          <a:prstGeom prst="rect">
            <a:avLst/>
          </a:prstGeom>
          <a:noFill/>
          <a:ln w="9525">
            <a:noFill/>
            <a:miter lim="800000"/>
            <a:headEnd/>
            <a:tailEnd/>
          </a:ln>
        </p:spPr>
      </p:pic>
      <p:sp>
        <p:nvSpPr>
          <p:cNvPr id="4" name="Slide Number Placeholder 3"/>
          <p:cNvSpPr>
            <a:spLocks noGrp="1"/>
          </p:cNvSpPr>
          <p:nvPr>
            <p:ph type="sldNum" sz="quarter" idx="12"/>
          </p:nvPr>
        </p:nvSpPr>
        <p:spPr/>
        <p:txBody>
          <a:bodyPr/>
          <a:lstStyle/>
          <a:p>
            <a:pPr>
              <a:defRPr/>
            </a:pPr>
            <a:fld id="{7C40D79F-C51A-4C08-8074-211DC6804BF5}" type="slidenum">
              <a:rPr lang="en-MY" smtClean="0"/>
              <a:pPr>
                <a:defRPr/>
              </a:pPr>
              <a:t>44</a:t>
            </a:fld>
            <a:endParaRPr lang="en-MY" dirty="0"/>
          </a:p>
        </p:txBody>
      </p:sp>
      <p:graphicFrame>
        <p:nvGraphicFramePr>
          <p:cNvPr id="2" name="Content Placeholder 1">
            <a:extLst>
              <a:ext uri="{FF2B5EF4-FFF2-40B4-BE49-F238E27FC236}">
                <a16:creationId xmlns:a16="http://schemas.microsoft.com/office/drawing/2014/main" id="{AD0D328B-0A27-0E4C-8BFD-32D99E77CCC9}"/>
              </a:ext>
            </a:extLst>
          </p:cNvPr>
          <p:cNvGraphicFramePr>
            <a:graphicFrameLocks noGrp="1"/>
          </p:cNvGraphicFramePr>
          <p:nvPr>
            <p:ph idx="4294967295"/>
            <p:extLst>
              <p:ext uri="{D42A27DB-BD31-4B8C-83A1-F6EECF244321}">
                <p14:modId xmlns:p14="http://schemas.microsoft.com/office/powerpoint/2010/main" val="4266608656"/>
              </p:ext>
            </p:extLst>
          </p:nvPr>
        </p:nvGraphicFramePr>
        <p:xfrm>
          <a:off x="5291191" y="1557338"/>
          <a:ext cx="6742077" cy="456882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5" name="Title 1">
            <a:extLst>
              <a:ext uri="{FF2B5EF4-FFF2-40B4-BE49-F238E27FC236}">
                <a16:creationId xmlns:a16="http://schemas.microsoft.com/office/drawing/2014/main" id="{E30115E3-FA92-AF40-B561-2CB9B1F37162}"/>
              </a:ext>
            </a:extLst>
          </p:cNvPr>
          <p:cNvSpPr txBox="1">
            <a:spLocks noChangeArrowheads="1"/>
          </p:cNvSpPr>
          <p:nvPr/>
        </p:nvSpPr>
        <p:spPr bwMode="auto">
          <a:xfrm>
            <a:off x="256854" y="628431"/>
            <a:ext cx="11935146"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sz="4800" b="1" dirty="0">
                <a:solidFill>
                  <a:srgbClr val="840F3E"/>
                </a:solidFill>
              </a:rPr>
              <a:t>PHASE 5:</a:t>
            </a:r>
            <a:r>
              <a:rPr lang="en-US" sz="4400" b="1" dirty="0">
                <a:solidFill>
                  <a:srgbClr val="840F3E"/>
                </a:solidFill>
              </a:rPr>
              <a:t> </a:t>
            </a:r>
            <a:r>
              <a:rPr lang="en-US" sz="3600" b="1" dirty="0">
                <a:solidFill>
                  <a:srgbClr val="840F3E"/>
                </a:solidFill>
              </a:rPr>
              <a:t>Developing and Documenting Software</a:t>
            </a:r>
            <a:endParaRPr lang="en-US" altLang="en-US" sz="5400" b="1" dirty="0">
              <a:solidFill>
                <a:srgbClr val="840F3E"/>
              </a:solidFill>
              <a:latin typeface="Calibri Light" panose="020F0302020204030204" pitchFamily="34" charset="0"/>
            </a:endParaRPr>
          </a:p>
        </p:txBody>
      </p:sp>
      <p:sp>
        <p:nvSpPr>
          <p:cNvPr id="7" name="Rounded Rectangle 6">
            <a:extLst>
              <a:ext uri="{FF2B5EF4-FFF2-40B4-BE49-F238E27FC236}">
                <a16:creationId xmlns:a16="http://schemas.microsoft.com/office/drawing/2014/main" id="{F5207F4B-51D8-4C49-81ED-125C17D98B37}"/>
              </a:ext>
            </a:extLst>
          </p:cNvPr>
          <p:cNvSpPr/>
          <p:nvPr/>
        </p:nvSpPr>
        <p:spPr>
          <a:xfrm>
            <a:off x="2679932" y="4569038"/>
            <a:ext cx="1253447" cy="603607"/>
          </a:xfrm>
          <a:prstGeom prst="roundRect">
            <a:avLst/>
          </a:prstGeom>
          <a:noFill/>
          <a:ln w="571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30191668"/>
      </p:ext>
    </p:extLst>
  </p:cSld>
  <p:clrMapOvr>
    <a:masterClrMapping/>
  </p:clrMapOvr>
  <p:transition advTm="41030"/>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7C40D79F-C51A-4C08-8074-211DC6804BF5}" type="slidenum">
              <a:rPr lang="en-MY" smtClean="0"/>
              <a:pPr>
                <a:defRPr/>
              </a:pPr>
              <a:t>45</a:t>
            </a:fld>
            <a:endParaRPr lang="en-MY" dirty="0"/>
          </a:p>
        </p:txBody>
      </p:sp>
      <p:graphicFrame>
        <p:nvGraphicFramePr>
          <p:cNvPr id="2" name="Content Placeholder 1">
            <a:extLst>
              <a:ext uri="{FF2B5EF4-FFF2-40B4-BE49-F238E27FC236}">
                <a16:creationId xmlns:a16="http://schemas.microsoft.com/office/drawing/2014/main" id="{87C50259-B9F9-FC4B-8AE6-C1C1EE9EF300}"/>
              </a:ext>
            </a:extLst>
          </p:cNvPr>
          <p:cNvGraphicFramePr>
            <a:graphicFrameLocks noGrp="1"/>
          </p:cNvGraphicFramePr>
          <p:nvPr>
            <p:ph idx="4294967295"/>
            <p:extLst>
              <p:ext uri="{D42A27DB-BD31-4B8C-83A1-F6EECF244321}">
                <p14:modId xmlns:p14="http://schemas.microsoft.com/office/powerpoint/2010/main" val="940550884"/>
              </p:ext>
            </p:extLst>
          </p:nvPr>
        </p:nvGraphicFramePr>
        <p:xfrm>
          <a:off x="5630238" y="1502161"/>
          <a:ext cx="6403031" cy="485140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Title 1">
            <a:extLst>
              <a:ext uri="{FF2B5EF4-FFF2-40B4-BE49-F238E27FC236}">
                <a16:creationId xmlns:a16="http://schemas.microsoft.com/office/drawing/2014/main" id="{5DB93DB9-344A-4646-AC59-6156069CE13E}"/>
              </a:ext>
            </a:extLst>
          </p:cNvPr>
          <p:cNvSpPr txBox="1">
            <a:spLocks noChangeArrowheads="1"/>
          </p:cNvSpPr>
          <p:nvPr/>
        </p:nvSpPr>
        <p:spPr bwMode="auto">
          <a:xfrm>
            <a:off x="256854" y="628431"/>
            <a:ext cx="11935146"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sz="4800" b="1" dirty="0">
                <a:solidFill>
                  <a:srgbClr val="840F3E"/>
                </a:solidFill>
              </a:rPr>
              <a:t>PHASE 6:</a:t>
            </a:r>
            <a:r>
              <a:rPr lang="en-US" sz="4400" b="1" dirty="0">
                <a:solidFill>
                  <a:srgbClr val="840F3E"/>
                </a:solidFill>
              </a:rPr>
              <a:t> </a:t>
            </a:r>
            <a:r>
              <a:rPr lang="en-US" sz="3600" b="1" dirty="0">
                <a:solidFill>
                  <a:srgbClr val="840F3E"/>
                </a:solidFill>
              </a:rPr>
              <a:t>Testing &amp; Maintaining the System</a:t>
            </a:r>
            <a:endParaRPr lang="en-US" altLang="en-US" sz="5400" b="1" dirty="0">
              <a:solidFill>
                <a:srgbClr val="840F3E"/>
              </a:solidFill>
              <a:latin typeface="Calibri Light" panose="020F0302020204030204" pitchFamily="34" charset="0"/>
            </a:endParaRPr>
          </a:p>
        </p:txBody>
      </p:sp>
      <p:pic>
        <p:nvPicPr>
          <p:cNvPr id="6" name="Picture 5">
            <a:extLst>
              <a:ext uri="{FF2B5EF4-FFF2-40B4-BE49-F238E27FC236}">
                <a16:creationId xmlns:a16="http://schemas.microsoft.com/office/drawing/2014/main" id="{3EC91FC4-7B2F-E647-8185-94315A8EC331}"/>
              </a:ext>
            </a:extLst>
          </p:cNvPr>
          <p:cNvPicPr>
            <a:picLocks noChangeAspect="1" noChangeArrowheads="1"/>
          </p:cNvPicPr>
          <p:nvPr/>
        </p:nvPicPr>
        <p:blipFill>
          <a:blip r:embed="rId8" cstate="print"/>
          <a:srcRect/>
          <a:stretch>
            <a:fillRect/>
          </a:stretch>
        </p:blipFill>
        <p:spPr bwMode="auto">
          <a:xfrm>
            <a:off x="158731" y="2239766"/>
            <a:ext cx="5323051" cy="2932879"/>
          </a:xfrm>
          <a:prstGeom prst="rect">
            <a:avLst/>
          </a:prstGeom>
          <a:noFill/>
          <a:ln w="9525">
            <a:noFill/>
            <a:miter lim="800000"/>
            <a:headEnd/>
            <a:tailEnd/>
          </a:ln>
        </p:spPr>
      </p:pic>
      <p:sp>
        <p:nvSpPr>
          <p:cNvPr id="7" name="Rounded Rectangle 6">
            <a:extLst>
              <a:ext uri="{FF2B5EF4-FFF2-40B4-BE49-F238E27FC236}">
                <a16:creationId xmlns:a16="http://schemas.microsoft.com/office/drawing/2014/main" id="{26FDB56A-864D-A24D-9EBD-1FC2FEF0C3DC}"/>
              </a:ext>
            </a:extLst>
          </p:cNvPr>
          <p:cNvSpPr/>
          <p:nvPr/>
        </p:nvSpPr>
        <p:spPr>
          <a:xfrm>
            <a:off x="1118261" y="4569038"/>
            <a:ext cx="1253447" cy="603607"/>
          </a:xfrm>
          <a:prstGeom prst="roundRect">
            <a:avLst/>
          </a:prstGeom>
          <a:noFill/>
          <a:ln w="571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12820762"/>
      </p:ext>
    </p:extLst>
  </p:cSld>
  <p:clrMapOvr>
    <a:masterClrMapping/>
  </p:clrMapOvr>
  <p:transition advTm="26054"/>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7C40D79F-C51A-4C08-8074-211DC6804BF5}" type="slidenum">
              <a:rPr lang="en-MY" smtClean="0"/>
              <a:pPr>
                <a:defRPr/>
              </a:pPr>
              <a:t>46</a:t>
            </a:fld>
            <a:endParaRPr lang="en-MY" dirty="0"/>
          </a:p>
        </p:txBody>
      </p:sp>
      <p:graphicFrame>
        <p:nvGraphicFramePr>
          <p:cNvPr id="2" name="Content Placeholder 1">
            <a:extLst>
              <a:ext uri="{FF2B5EF4-FFF2-40B4-BE49-F238E27FC236}">
                <a16:creationId xmlns:a16="http://schemas.microsoft.com/office/drawing/2014/main" id="{6C1FD000-335F-7247-8AB0-992B4EE0CCCB}"/>
              </a:ext>
            </a:extLst>
          </p:cNvPr>
          <p:cNvGraphicFramePr>
            <a:graphicFrameLocks noGrp="1"/>
          </p:cNvGraphicFramePr>
          <p:nvPr>
            <p:ph idx="4294967295"/>
            <p:extLst>
              <p:ext uri="{D42A27DB-BD31-4B8C-83A1-F6EECF244321}">
                <p14:modId xmlns:p14="http://schemas.microsoft.com/office/powerpoint/2010/main" val="3215630367"/>
              </p:ext>
            </p:extLst>
          </p:nvPr>
        </p:nvGraphicFramePr>
        <p:xfrm>
          <a:off x="5404207" y="1557338"/>
          <a:ext cx="6787793" cy="456882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Title 1">
            <a:extLst>
              <a:ext uri="{FF2B5EF4-FFF2-40B4-BE49-F238E27FC236}">
                <a16:creationId xmlns:a16="http://schemas.microsoft.com/office/drawing/2014/main" id="{505C7DD3-31BB-8945-B15D-0752C7CE2D73}"/>
              </a:ext>
            </a:extLst>
          </p:cNvPr>
          <p:cNvSpPr txBox="1">
            <a:spLocks noChangeArrowheads="1"/>
          </p:cNvSpPr>
          <p:nvPr/>
        </p:nvSpPr>
        <p:spPr bwMode="auto">
          <a:xfrm>
            <a:off x="256854" y="628431"/>
            <a:ext cx="11935146"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sz="4800" b="1" dirty="0">
                <a:solidFill>
                  <a:srgbClr val="840F3E"/>
                </a:solidFill>
              </a:rPr>
              <a:t>PHASE 7:</a:t>
            </a:r>
            <a:r>
              <a:rPr lang="en-US" sz="4400" b="1" dirty="0">
                <a:solidFill>
                  <a:srgbClr val="840F3E"/>
                </a:solidFill>
              </a:rPr>
              <a:t> </a:t>
            </a:r>
            <a:r>
              <a:rPr lang="en-US" sz="3600" b="1" dirty="0">
                <a:solidFill>
                  <a:srgbClr val="840F3E"/>
                </a:solidFill>
              </a:rPr>
              <a:t>Implementing &amp; Evaluating the System</a:t>
            </a:r>
            <a:endParaRPr lang="en-US" altLang="en-US" sz="5400" b="1" dirty="0">
              <a:solidFill>
                <a:srgbClr val="840F3E"/>
              </a:solidFill>
              <a:latin typeface="Calibri Light" panose="020F0302020204030204" pitchFamily="34" charset="0"/>
            </a:endParaRPr>
          </a:p>
        </p:txBody>
      </p:sp>
      <p:pic>
        <p:nvPicPr>
          <p:cNvPr id="6" name="Picture 5">
            <a:extLst>
              <a:ext uri="{FF2B5EF4-FFF2-40B4-BE49-F238E27FC236}">
                <a16:creationId xmlns:a16="http://schemas.microsoft.com/office/drawing/2014/main" id="{B8F43AD7-C26F-7040-88F6-145874D9116F}"/>
              </a:ext>
            </a:extLst>
          </p:cNvPr>
          <p:cNvPicPr>
            <a:picLocks noChangeAspect="1" noChangeArrowheads="1"/>
          </p:cNvPicPr>
          <p:nvPr/>
        </p:nvPicPr>
        <p:blipFill>
          <a:blip r:embed="rId8" cstate="print"/>
          <a:srcRect/>
          <a:stretch>
            <a:fillRect/>
          </a:stretch>
        </p:blipFill>
        <p:spPr bwMode="auto">
          <a:xfrm>
            <a:off x="158731" y="2239766"/>
            <a:ext cx="5323051" cy="2932879"/>
          </a:xfrm>
          <a:prstGeom prst="rect">
            <a:avLst/>
          </a:prstGeom>
          <a:noFill/>
          <a:ln w="9525">
            <a:noFill/>
            <a:miter lim="800000"/>
            <a:headEnd/>
            <a:tailEnd/>
          </a:ln>
        </p:spPr>
      </p:pic>
      <p:sp>
        <p:nvSpPr>
          <p:cNvPr id="7" name="Rounded Rectangle 6">
            <a:extLst>
              <a:ext uri="{FF2B5EF4-FFF2-40B4-BE49-F238E27FC236}">
                <a16:creationId xmlns:a16="http://schemas.microsoft.com/office/drawing/2014/main" id="{773762BC-6E7D-8247-A524-7231D9D2ADF5}"/>
              </a:ext>
            </a:extLst>
          </p:cNvPr>
          <p:cNvSpPr/>
          <p:nvPr/>
        </p:nvSpPr>
        <p:spPr>
          <a:xfrm>
            <a:off x="158731" y="3353031"/>
            <a:ext cx="1125538" cy="603607"/>
          </a:xfrm>
          <a:prstGeom prst="roundRect">
            <a:avLst/>
          </a:prstGeom>
          <a:noFill/>
          <a:ln w="571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15120416"/>
      </p:ext>
    </p:extLst>
  </p:cSld>
  <p:clrMapOvr>
    <a:masterClrMapping/>
  </p:clrMapOvr>
  <p:transition advTm="29768"/>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058" name="Picture 5"/>
          <p:cNvPicPr>
            <a:picLocks noChangeAspect="1" noChangeArrowheads="1"/>
          </p:cNvPicPr>
          <p:nvPr/>
        </p:nvPicPr>
        <p:blipFill>
          <a:blip r:embed="rId2" cstate="print"/>
          <a:srcRect/>
          <a:stretch>
            <a:fillRect/>
          </a:stretch>
        </p:blipFill>
        <p:spPr bwMode="auto">
          <a:xfrm>
            <a:off x="3317696" y="1684204"/>
            <a:ext cx="5410200" cy="4198938"/>
          </a:xfrm>
          <a:prstGeom prst="rect">
            <a:avLst/>
          </a:prstGeom>
          <a:noFill/>
          <a:ln w="9525">
            <a:noFill/>
            <a:miter lim="800000"/>
            <a:headEnd/>
            <a:tailEnd/>
          </a:ln>
        </p:spPr>
      </p:pic>
      <p:sp>
        <p:nvSpPr>
          <p:cNvPr id="4" name="Slide Number Placeholder 3"/>
          <p:cNvSpPr>
            <a:spLocks noGrp="1"/>
          </p:cNvSpPr>
          <p:nvPr>
            <p:ph type="sldNum" sz="quarter" idx="12"/>
          </p:nvPr>
        </p:nvSpPr>
        <p:spPr/>
        <p:txBody>
          <a:bodyPr/>
          <a:lstStyle/>
          <a:p>
            <a:pPr>
              <a:defRPr/>
            </a:pPr>
            <a:fld id="{A7514B2B-DAD7-42CE-A255-1ED1D4D3CA61}" type="slidenum">
              <a:rPr lang="en-MY" smtClean="0"/>
              <a:pPr>
                <a:defRPr/>
              </a:pPr>
              <a:t>47</a:t>
            </a:fld>
            <a:endParaRPr lang="en-MY" dirty="0"/>
          </a:p>
        </p:txBody>
      </p:sp>
      <p:sp>
        <p:nvSpPr>
          <p:cNvPr id="45059" name="Rectangle 6"/>
          <p:cNvSpPr>
            <a:spLocks noGrp="1" noChangeArrowheads="1"/>
          </p:cNvSpPr>
          <p:nvPr>
            <p:ph type="title" idx="4294967295"/>
          </p:nvPr>
        </p:nvSpPr>
        <p:spPr>
          <a:xfrm>
            <a:off x="647272" y="5686557"/>
            <a:ext cx="10515600" cy="852355"/>
          </a:xfrm>
          <a:prstGeom prst="rect">
            <a:avLst/>
          </a:prstGeom>
        </p:spPr>
        <p:txBody>
          <a:bodyPr/>
          <a:lstStyle/>
          <a:p>
            <a:pPr algn="ctr" eaLnBrk="1" hangingPunct="1"/>
            <a:r>
              <a:rPr lang="en-US" sz="2200" dirty="0"/>
              <a:t>Figure 1.4 Some researchers estimate that the amount of time spent on systems maintenance may be as much as 60 percent of the total time spent on systems projects</a:t>
            </a:r>
          </a:p>
        </p:txBody>
      </p:sp>
      <p:sp>
        <p:nvSpPr>
          <p:cNvPr id="5" name="Title 1">
            <a:extLst>
              <a:ext uri="{FF2B5EF4-FFF2-40B4-BE49-F238E27FC236}">
                <a16:creationId xmlns:a16="http://schemas.microsoft.com/office/drawing/2014/main" id="{0A56B49D-ECAE-ED4B-A79C-3B887A641D5A}"/>
              </a:ext>
            </a:extLst>
          </p:cNvPr>
          <p:cNvSpPr txBox="1">
            <a:spLocks noChangeArrowheads="1"/>
          </p:cNvSpPr>
          <p:nvPr/>
        </p:nvSpPr>
        <p:spPr bwMode="auto">
          <a:xfrm>
            <a:off x="332444" y="628431"/>
            <a:ext cx="11859556"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sz="5400" b="1" dirty="0">
                <a:solidFill>
                  <a:srgbClr val="840F3E"/>
                </a:solidFill>
              </a:rPr>
              <a:t>SYSTEM MAINTENANCE</a:t>
            </a:r>
            <a:endParaRPr lang="en-US" altLang="en-US" sz="5400" b="1" dirty="0">
              <a:solidFill>
                <a:srgbClr val="840F3E"/>
              </a:solidFill>
              <a:latin typeface="Calibri Light" panose="020F0302020204030204" pitchFamily="34" charset="0"/>
            </a:endParaRPr>
          </a:p>
        </p:txBody>
      </p:sp>
    </p:spTree>
    <p:extLst>
      <p:ext uri="{BB962C8B-B14F-4D97-AF65-F5344CB8AC3E}">
        <p14:creationId xmlns:p14="http://schemas.microsoft.com/office/powerpoint/2010/main" val="2879254847"/>
      </p:ext>
    </p:extLst>
  </p:cSld>
  <p:clrMapOvr>
    <a:masterClrMapping/>
  </p:clrMapOvr>
  <p:transition advTm="19299"/>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7C40D79F-C51A-4C08-8074-211DC6804BF5}" type="slidenum">
              <a:rPr lang="en-MY" smtClean="0"/>
              <a:pPr>
                <a:defRPr/>
              </a:pPr>
              <a:t>48</a:t>
            </a:fld>
            <a:endParaRPr lang="en-MY" dirty="0"/>
          </a:p>
        </p:txBody>
      </p:sp>
      <p:sp>
        <p:nvSpPr>
          <p:cNvPr id="46083" name="Rectangle 3"/>
          <p:cNvSpPr>
            <a:spLocks noGrp="1" noChangeArrowheads="1"/>
          </p:cNvSpPr>
          <p:nvPr>
            <p:ph idx="4294967295"/>
          </p:nvPr>
        </p:nvSpPr>
        <p:spPr>
          <a:xfrm>
            <a:off x="332444" y="1557338"/>
            <a:ext cx="11859556" cy="4568825"/>
          </a:xfrm>
        </p:spPr>
        <p:txBody>
          <a:bodyPr/>
          <a:lstStyle/>
          <a:p>
            <a:pPr eaLnBrk="1" hangingPunct="1">
              <a:lnSpc>
                <a:spcPct val="90000"/>
              </a:lnSpc>
            </a:pPr>
            <a:r>
              <a:rPr lang="en-US" sz="3600" dirty="0"/>
              <a:t>Maintenance is performed for TWO reasons:</a:t>
            </a:r>
            <a:r>
              <a:rPr lang="en-US" dirty="0"/>
              <a:t> </a:t>
            </a:r>
          </a:p>
          <a:p>
            <a:pPr lvl="1" eaLnBrk="1" hangingPunct="1">
              <a:lnSpc>
                <a:spcPct val="90000"/>
              </a:lnSpc>
            </a:pPr>
            <a:r>
              <a:rPr lang="en-US" sz="3200" dirty="0"/>
              <a:t>Removing software errors, and</a:t>
            </a:r>
          </a:p>
          <a:p>
            <a:pPr lvl="1" eaLnBrk="1" hangingPunct="1">
              <a:lnSpc>
                <a:spcPct val="90000"/>
              </a:lnSpc>
            </a:pPr>
            <a:r>
              <a:rPr lang="en-US" sz="3200" dirty="0"/>
              <a:t>Enhancing existing software</a:t>
            </a:r>
          </a:p>
          <a:p>
            <a:pPr lvl="1" eaLnBrk="1" hangingPunct="1">
              <a:lnSpc>
                <a:spcPct val="90000"/>
              </a:lnSpc>
            </a:pPr>
            <a:endParaRPr lang="en-US" sz="3200" dirty="0"/>
          </a:p>
          <a:p>
            <a:pPr eaLnBrk="1" hangingPunct="1">
              <a:lnSpc>
                <a:spcPct val="90000"/>
              </a:lnSpc>
            </a:pPr>
            <a:r>
              <a:rPr lang="en-US" sz="3600" dirty="0"/>
              <a:t>Over time the cost of continued maintenance will be greater than that of creating an entirely new system. At that point it becomes more feasible to perform a new systems study </a:t>
            </a:r>
          </a:p>
        </p:txBody>
      </p:sp>
      <p:sp>
        <p:nvSpPr>
          <p:cNvPr id="5" name="Title 1">
            <a:extLst>
              <a:ext uri="{FF2B5EF4-FFF2-40B4-BE49-F238E27FC236}">
                <a16:creationId xmlns:a16="http://schemas.microsoft.com/office/drawing/2014/main" id="{5D26C5CE-A5C8-F34B-B37A-1D9AF650E26B}"/>
              </a:ext>
            </a:extLst>
          </p:cNvPr>
          <p:cNvSpPr txBox="1">
            <a:spLocks noChangeArrowheads="1"/>
          </p:cNvSpPr>
          <p:nvPr/>
        </p:nvSpPr>
        <p:spPr bwMode="auto">
          <a:xfrm>
            <a:off x="332444" y="628431"/>
            <a:ext cx="11859556"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sz="5400" b="1" dirty="0">
                <a:solidFill>
                  <a:srgbClr val="840F3E"/>
                </a:solidFill>
              </a:rPr>
              <a:t>THE IMPACT OF MAINTENANCE</a:t>
            </a:r>
            <a:endParaRPr lang="en-US" altLang="en-US" sz="5400" b="1" dirty="0">
              <a:solidFill>
                <a:srgbClr val="840F3E"/>
              </a:solidFill>
              <a:latin typeface="Calibri Light" panose="020F0302020204030204" pitchFamily="34" charset="0"/>
            </a:endParaRPr>
          </a:p>
        </p:txBody>
      </p:sp>
      <p:pic>
        <p:nvPicPr>
          <p:cNvPr id="4098" name="Picture 2" descr="Image result for MAINTAINANCE">
            <a:extLst>
              <a:ext uri="{FF2B5EF4-FFF2-40B4-BE49-F238E27FC236}">
                <a16:creationId xmlns:a16="http://schemas.microsoft.com/office/drawing/2014/main" id="{7ED450AD-B549-C744-A6BD-3ACAE85F52E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10600" y="1599981"/>
            <a:ext cx="3175000" cy="2324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14291781"/>
      </p:ext>
    </p:extLst>
  </p:cSld>
  <p:clrMapOvr>
    <a:masterClrMapping/>
  </p:clrMapOvr>
  <p:transition advTm="25866"/>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pPr>
              <a:defRPr/>
            </a:pPr>
            <a:fld id="{7C40D79F-C51A-4C08-8074-211DC6804BF5}" type="slidenum">
              <a:rPr lang="en-MY" smtClean="0"/>
              <a:pPr>
                <a:defRPr/>
              </a:pPr>
              <a:t>49</a:t>
            </a:fld>
            <a:endParaRPr lang="en-MY" dirty="0"/>
          </a:p>
        </p:txBody>
      </p:sp>
      <p:pic>
        <p:nvPicPr>
          <p:cNvPr id="47108" name="Picture 5"/>
          <p:cNvPicPr>
            <a:picLocks noChangeAspect="1" noChangeArrowheads="1"/>
          </p:cNvPicPr>
          <p:nvPr/>
        </p:nvPicPr>
        <p:blipFill>
          <a:blip r:embed="rId3" cstate="print"/>
          <a:srcRect/>
          <a:stretch>
            <a:fillRect/>
          </a:stretch>
        </p:blipFill>
        <p:spPr bwMode="auto">
          <a:xfrm>
            <a:off x="1764551" y="1855678"/>
            <a:ext cx="8307388" cy="4244975"/>
          </a:xfrm>
          <a:prstGeom prst="rect">
            <a:avLst/>
          </a:prstGeom>
          <a:noFill/>
          <a:ln w="9525">
            <a:noFill/>
            <a:miter lim="800000"/>
            <a:headEnd/>
            <a:tailEnd/>
          </a:ln>
        </p:spPr>
      </p:pic>
      <p:sp>
        <p:nvSpPr>
          <p:cNvPr id="6" name="Title 1">
            <a:extLst>
              <a:ext uri="{FF2B5EF4-FFF2-40B4-BE49-F238E27FC236}">
                <a16:creationId xmlns:a16="http://schemas.microsoft.com/office/drawing/2014/main" id="{D6CD9C18-CD6B-F147-871D-14A027CA7B1B}"/>
              </a:ext>
            </a:extLst>
          </p:cNvPr>
          <p:cNvSpPr txBox="1">
            <a:spLocks noChangeArrowheads="1"/>
          </p:cNvSpPr>
          <p:nvPr/>
        </p:nvSpPr>
        <p:spPr bwMode="auto">
          <a:xfrm>
            <a:off x="332444" y="628431"/>
            <a:ext cx="11859556"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sz="5400" b="1" dirty="0">
                <a:solidFill>
                  <a:srgbClr val="840F3E"/>
                </a:solidFill>
              </a:rPr>
              <a:t>RESOURCE CONSUMPTION OVER THE SYSTEM LIFE</a:t>
            </a:r>
            <a:endParaRPr lang="en-US" altLang="en-US" sz="5400" b="1" dirty="0">
              <a:solidFill>
                <a:srgbClr val="840F3E"/>
              </a:solidFill>
              <a:latin typeface="Calibri Light" panose="020F0302020204030204" pitchFamily="34" charset="0"/>
            </a:endParaRPr>
          </a:p>
        </p:txBody>
      </p:sp>
    </p:spTree>
    <p:extLst>
      <p:ext uri="{BB962C8B-B14F-4D97-AF65-F5344CB8AC3E}">
        <p14:creationId xmlns:p14="http://schemas.microsoft.com/office/powerpoint/2010/main" val="1317245956"/>
      </p:ext>
    </p:extLst>
  </p:cSld>
  <p:clrMapOvr>
    <a:masterClrMapping/>
  </p:clrMapOvr>
  <p:transition advTm="34433"/>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24DED6-3AA9-4DBB-84AF-6902AA84723E}"/>
              </a:ext>
            </a:extLst>
          </p:cNvPr>
          <p:cNvSpPr>
            <a:spLocks noGrp="1"/>
          </p:cNvSpPr>
          <p:nvPr>
            <p:ph type="ctrTitle"/>
          </p:nvPr>
        </p:nvSpPr>
        <p:spPr/>
        <p:txBody>
          <a:bodyPr/>
          <a:lstStyle/>
          <a:p>
            <a:r>
              <a:rPr lang="en-US" b="1" dirty="0">
                <a:solidFill>
                  <a:schemeClr val="bg1"/>
                </a:solidFill>
              </a:rPr>
              <a:t>PART 3</a:t>
            </a:r>
            <a:endParaRPr lang="en-MY" b="1" dirty="0">
              <a:solidFill>
                <a:schemeClr val="bg1"/>
              </a:solidFill>
            </a:endParaRPr>
          </a:p>
        </p:txBody>
      </p:sp>
      <p:sp>
        <p:nvSpPr>
          <p:cNvPr id="3" name="Subtitle 2">
            <a:extLst>
              <a:ext uri="{FF2B5EF4-FFF2-40B4-BE49-F238E27FC236}">
                <a16:creationId xmlns:a16="http://schemas.microsoft.com/office/drawing/2014/main" id="{26157C70-9B7A-4F4F-9478-D893D978A2B0}"/>
              </a:ext>
            </a:extLst>
          </p:cNvPr>
          <p:cNvSpPr>
            <a:spLocks noGrp="1"/>
          </p:cNvSpPr>
          <p:nvPr>
            <p:ph type="subTitle" idx="1"/>
          </p:nvPr>
        </p:nvSpPr>
        <p:spPr/>
        <p:txBody>
          <a:bodyPr/>
          <a:lstStyle/>
          <a:p>
            <a:pPr marL="457200" indent="-457200" algn="l">
              <a:buFont typeface="Arial" panose="020B0604020202020204" pitchFamily="34" charset="0"/>
              <a:buChar char="•"/>
            </a:pPr>
            <a:r>
              <a:rPr lang="en-US" sz="3200" dirty="0">
                <a:solidFill>
                  <a:schemeClr val="bg1"/>
                </a:solidFill>
              </a:rPr>
              <a:t>Types, trend and approach towards developing information system</a:t>
            </a:r>
          </a:p>
          <a:p>
            <a:pPr marL="457200" indent="-457200" algn="l">
              <a:buFont typeface="Arial" panose="020B0604020202020204" pitchFamily="34" charset="0"/>
              <a:buChar char="•"/>
            </a:pPr>
            <a:r>
              <a:rPr lang="en-US" sz="3200" dirty="0">
                <a:solidFill>
                  <a:schemeClr val="bg1"/>
                </a:solidFill>
              </a:rPr>
              <a:t>Summary</a:t>
            </a:r>
            <a:endParaRPr lang="en-MY" sz="3200" dirty="0">
              <a:solidFill>
                <a:schemeClr val="bg1"/>
              </a:solidFill>
            </a:endParaRPr>
          </a:p>
        </p:txBody>
      </p:sp>
    </p:spTree>
    <p:extLst>
      <p:ext uri="{BB962C8B-B14F-4D97-AF65-F5344CB8AC3E}">
        <p14:creationId xmlns:p14="http://schemas.microsoft.com/office/powerpoint/2010/main" val="706424454"/>
      </p:ext>
    </p:extLst>
  </p:cSld>
  <p:clrMapOvr>
    <a:masterClrMapping/>
  </p:clrMapOvr>
  <mc:AlternateContent xmlns:mc="http://schemas.openxmlformats.org/markup-compatibility/2006" xmlns:p14="http://schemas.microsoft.com/office/powerpoint/2010/main">
    <mc:Choice Requires="p14">
      <p:transition spd="slow" p14:dur="2000" advTm="17048"/>
    </mc:Choice>
    <mc:Fallback xmlns="">
      <p:transition spd="slow" advTm="17048"/>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2" descr="Image result for QUOTE SYMBOL">
            <a:extLst>
              <a:ext uri="{FF2B5EF4-FFF2-40B4-BE49-F238E27FC236}">
                <a16:creationId xmlns:a16="http://schemas.microsoft.com/office/drawing/2014/main" id="{B9EAE9FF-6317-5243-B246-DDE78911ACB7}"/>
              </a:ext>
            </a:extLst>
          </p:cNvPr>
          <p:cNvPicPr>
            <a:picLocks noChangeAspect="1" noChangeArrowheads="1"/>
          </p:cNvPicPr>
          <p:nvPr/>
        </p:nvPicPr>
        <p:blipFill>
          <a:blip r:embed="rId3">
            <a:duotone>
              <a:schemeClr val="accent3">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rot="11267822">
            <a:off x="176576" y="1846965"/>
            <a:ext cx="1277177" cy="1277177"/>
          </a:xfrm>
          <a:prstGeom prst="rect">
            <a:avLst/>
          </a:prstGeom>
          <a:noFill/>
          <a:extLst>
            <a:ext uri="{909E8E84-426E-40DD-AFC4-6F175D3DCCD1}">
              <a14:hiddenFill xmlns:a14="http://schemas.microsoft.com/office/drawing/2010/main">
                <a:solidFill>
                  <a:srgbClr val="FFFFFF"/>
                </a:solidFill>
              </a14:hiddenFill>
            </a:ext>
          </a:extLst>
        </p:spPr>
      </p:pic>
      <p:pic>
        <p:nvPicPr>
          <p:cNvPr id="5122" name="Picture 2" descr="Image result for QUOTE SYMBOL">
            <a:extLst>
              <a:ext uri="{FF2B5EF4-FFF2-40B4-BE49-F238E27FC236}">
                <a16:creationId xmlns:a16="http://schemas.microsoft.com/office/drawing/2014/main" id="{7DA7AF43-C9FA-F34A-A887-2BEA32DEE97E}"/>
              </a:ext>
            </a:extLst>
          </p:cNvPr>
          <p:cNvPicPr>
            <a:picLocks noChangeAspect="1" noChangeArrowheads="1"/>
          </p:cNvPicPr>
          <p:nvPr/>
        </p:nvPicPr>
        <p:blipFill>
          <a:blip r:embed="rId3">
            <a:duotone>
              <a:schemeClr val="accent3">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rot="21030841">
            <a:off x="4387583" y="4369893"/>
            <a:ext cx="1096438" cy="1096438"/>
          </a:xfrm>
          <a:prstGeom prst="rect">
            <a:avLst/>
          </a:prstGeom>
          <a:noFill/>
          <a:extLst>
            <a:ext uri="{909E8E84-426E-40DD-AFC4-6F175D3DCCD1}">
              <a14:hiddenFill xmlns:a14="http://schemas.microsoft.com/office/drawing/2010/main">
                <a:solidFill>
                  <a:srgbClr val="FFFFFF"/>
                </a:solidFill>
              </a14:hiddenFill>
            </a:ext>
          </a:extLst>
        </p:spPr>
      </p:pic>
      <p:sp>
        <p:nvSpPr>
          <p:cNvPr id="10" name="Slide Number Placeholder 9"/>
          <p:cNvSpPr>
            <a:spLocks noGrp="1"/>
          </p:cNvSpPr>
          <p:nvPr>
            <p:ph type="sldNum" sz="quarter" idx="12"/>
          </p:nvPr>
        </p:nvSpPr>
        <p:spPr/>
        <p:txBody>
          <a:bodyPr/>
          <a:lstStyle/>
          <a:p>
            <a:pPr>
              <a:defRPr/>
            </a:pPr>
            <a:fld id="{7C40D79F-C51A-4C08-8074-211DC6804BF5}" type="slidenum">
              <a:rPr lang="en-MY" smtClean="0"/>
              <a:pPr>
                <a:defRPr/>
              </a:pPr>
              <a:t>51</a:t>
            </a:fld>
            <a:endParaRPr lang="en-MY" dirty="0"/>
          </a:p>
        </p:txBody>
      </p:sp>
      <p:sp>
        <p:nvSpPr>
          <p:cNvPr id="11" name="Title 1">
            <a:extLst>
              <a:ext uri="{FF2B5EF4-FFF2-40B4-BE49-F238E27FC236}">
                <a16:creationId xmlns:a16="http://schemas.microsoft.com/office/drawing/2014/main" id="{311DFED6-E948-C545-AB3A-91F89C499016}"/>
              </a:ext>
            </a:extLst>
          </p:cNvPr>
          <p:cNvSpPr txBox="1">
            <a:spLocks noChangeArrowheads="1"/>
          </p:cNvSpPr>
          <p:nvPr/>
        </p:nvSpPr>
        <p:spPr bwMode="auto">
          <a:xfrm>
            <a:off x="332444" y="628431"/>
            <a:ext cx="11859556"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sz="5400" b="1" dirty="0">
                <a:solidFill>
                  <a:srgbClr val="840F3E"/>
                </a:solidFill>
              </a:rPr>
              <a:t>IS DEVELOPMENT METHODOLOGIES</a:t>
            </a:r>
            <a:endParaRPr lang="en-US" altLang="en-US" sz="5400" b="1" dirty="0">
              <a:solidFill>
                <a:srgbClr val="840F3E"/>
              </a:solidFill>
              <a:latin typeface="Calibri Light" panose="020F0302020204030204" pitchFamily="34" charset="0"/>
            </a:endParaRPr>
          </a:p>
        </p:txBody>
      </p:sp>
      <p:sp>
        <p:nvSpPr>
          <p:cNvPr id="2" name="TextBox 1">
            <a:extLst>
              <a:ext uri="{FF2B5EF4-FFF2-40B4-BE49-F238E27FC236}">
                <a16:creationId xmlns:a16="http://schemas.microsoft.com/office/drawing/2014/main" id="{8CC05242-7061-EE4F-886C-176902E77E34}"/>
              </a:ext>
            </a:extLst>
          </p:cNvPr>
          <p:cNvSpPr txBox="1"/>
          <p:nvPr/>
        </p:nvSpPr>
        <p:spPr>
          <a:xfrm>
            <a:off x="457525" y="1308814"/>
            <a:ext cx="6591290" cy="5047536"/>
          </a:xfrm>
          <a:prstGeom prst="rect">
            <a:avLst/>
          </a:prstGeom>
          <a:solidFill>
            <a:srgbClr val="840F3E">
              <a:alpha val="57000"/>
            </a:srgbClr>
          </a:solidFill>
        </p:spPr>
        <p:txBody>
          <a:bodyPr wrap="square" rtlCol="0" anchor="ctr">
            <a:spAutoFit/>
          </a:bodyPr>
          <a:lstStyle/>
          <a:p>
            <a:pPr algn="ctr"/>
            <a:endParaRPr lang="en-US" sz="2800" dirty="0">
              <a:latin typeface="Arial" panose="020B0604020202020204" pitchFamily="34" charset="0"/>
              <a:cs typeface="Arial" panose="020B0604020202020204" pitchFamily="34" charset="0"/>
            </a:endParaRPr>
          </a:p>
          <a:p>
            <a:pPr algn="ctr"/>
            <a:endParaRPr lang="en-US" sz="2800" dirty="0">
              <a:latin typeface="Arial" panose="020B0604020202020204" pitchFamily="34" charset="0"/>
              <a:cs typeface="Arial" panose="020B0604020202020204" pitchFamily="34" charset="0"/>
            </a:endParaRPr>
          </a:p>
          <a:p>
            <a:pPr algn="ctr">
              <a:lnSpc>
                <a:spcPct val="150000"/>
              </a:lnSpc>
            </a:pPr>
            <a:r>
              <a:rPr lang="en-US" sz="2800" dirty="0">
                <a:latin typeface="Arial" panose="020B0604020202020204" pitchFamily="34" charset="0"/>
                <a:cs typeface="Arial" panose="020B0604020202020204" pitchFamily="34" charset="0"/>
              </a:rPr>
              <a:t>    Comprehensive guidelines to follow for completing every activity in the systems development life cycle, including specific models, tools and techniques</a:t>
            </a:r>
          </a:p>
          <a:p>
            <a:pPr algn="ctr"/>
            <a:endParaRPr lang="en-US" sz="2800" dirty="0">
              <a:latin typeface="Arial" panose="020B0604020202020204" pitchFamily="34" charset="0"/>
              <a:cs typeface="Arial" panose="020B0604020202020204" pitchFamily="34" charset="0"/>
            </a:endParaRPr>
          </a:p>
          <a:p>
            <a:pPr algn="ctr"/>
            <a:endParaRPr lang="en-US" sz="2800" dirty="0">
              <a:latin typeface="Arial" panose="020B0604020202020204" pitchFamily="34" charset="0"/>
              <a:cs typeface="Arial" panose="020B0604020202020204" pitchFamily="34" charset="0"/>
            </a:endParaRPr>
          </a:p>
        </p:txBody>
      </p:sp>
      <p:pic>
        <p:nvPicPr>
          <p:cNvPr id="5124" name="Picture 4" descr="Image result for methodology symbol">
            <a:extLst>
              <a:ext uri="{FF2B5EF4-FFF2-40B4-BE49-F238E27FC236}">
                <a16:creationId xmlns:a16="http://schemas.microsoft.com/office/drawing/2014/main" id="{9DABF1F4-76A2-A34C-B213-5EE68E08E57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74010" y="1694427"/>
            <a:ext cx="4470400" cy="4114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55732413"/>
      </p:ext>
    </p:extLst>
  </p:cSld>
  <p:clrMapOvr>
    <a:masterClrMapping/>
  </p:clrMapOvr>
  <mc:AlternateContent xmlns:mc="http://schemas.openxmlformats.org/markup-compatibility/2006" xmlns:p14="http://schemas.microsoft.com/office/powerpoint/2010/main">
    <mc:Choice Requires="p14">
      <p:transition spd="slow" p14:dur="2000" advTm="15624"/>
    </mc:Choice>
    <mc:Fallback xmlns="">
      <p:transition spd="slow" advTm="15624"/>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pPr>
              <a:defRPr/>
            </a:pPr>
            <a:fld id="{7C40D79F-C51A-4C08-8074-211DC6804BF5}" type="slidenum">
              <a:rPr lang="en-MY" smtClean="0"/>
              <a:pPr>
                <a:defRPr/>
              </a:pPr>
              <a:t>52</a:t>
            </a:fld>
            <a:endParaRPr lang="en-MY" dirty="0"/>
          </a:p>
        </p:txBody>
      </p:sp>
      <p:graphicFrame>
        <p:nvGraphicFramePr>
          <p:cNvPr id="4" name="Diagram 3">
            <a:extLst>
              <a:ext uri="{FF2B5EF4-FFF2-40B4-BE49-F238E27FC236}">
                <a16:creationId xmlns:a16="http://schemas.microsoft.com/office/drawing/2014/main" id="{432A43CE-706A-6E4B-BCB9-FF1DEC6647E3}"/>
              </a:ext>
            </a:extLst>
          </p:cNvPr>
          <p:cNvGraphicFramePr/>
          <p:nvPr>
            <p:extLst>
              <p:ext uri="{D42A27DB-BD31-4B8C-83A1-F6EECF244321}">
                <p14:modId xmlns:p14="http://schemas.microsoft.com/office/powerpoint/2010/main" val="753729334"/>
              </p:ext>
            </p:extLst>
          </p:nvPr>
        </p:nvGraphicFramePr>
        <p:xfrm>
          <a:off x="503434" y="1500027"/>
          <a:ext cx="11599523" cy="513332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Title 1">
            <a:extLst>
              <a:ext uri="{FF2B5EF4-FFF2-40B4-BE49-F238E27FC236}">
                <a16:creationId xmlns:a16="http://schemas.microsoft.com/office/drawing/2014/main" id="{5F5B104D-F351-AE42-8191-2E398C92CA8E}"/>
              </a:ext>
            </a:extLst>
          </p:cNvPr>
          <p:cNvSpPr txBox="1">
            <a:spLocks noChangeArrowheads="1"/>
          </p:cNvSpPr>
          <p:nvPr/>
        </p:nvSpPr>
        <p:spPr bwMode="auto">
          <a:xfrm>
            <a:off x="332444" y="628431"/>
            <a:ext cx="11859556"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sz="5400" b="1" dirty="0">
                <a:solidFill>
                  <a:srgbClr val="840F3E"/>
                </a:solidFill>
              </a:rPr>
              <a:t>IS DEVELOPMENT METHODOLOGIES</a:t>
            </a:r>
            <a:endParaRPr lang="en-US" altLang="en-US" sz="5400" b="1" dirty="0">
              <a:solidFill>
                <a:srgbClr val="840F3E"/>
              </a:solidFill>
              <a:latin typeface="Calibri Light" panose="020F0302020204030204" pitchFamily="34" charset="0"/>
            </a:endParaRPr>
          </a:p>
        </p:txBody>
      </p:sp>
    </p:spTree>
    <p:extLst>
      <p:ext uri="{BB962C8B-B14F-4D97-AF65-F5344CB8AC3E}">
        <p14:creationId xmlns:p14="http://schemas.microsoft.com/office/powerpoint/2010/main" val="1265004174"/>
      </p:ext>
    </p:extLst>
  </p:cSld>
  <p:clrMapOvr>
    <a:masterClrMapping/>
  </p:clrMapOvr>
  <mc:AlternateContent xmlns:mc="http://schemas.openxmlformats.org/markup-compatibility/2006" xmlns:p14="http://schemas.microsoft.com/office/powerpoint/2010/main">
    <mc:Choice Requires="p14">
      <p:transition spd="slow" p14:dur="2000" advTm="77569"/>
    </mc:Choice>
    <mc:Fallback xmlns="">
      <p:transition spd="slow" advTm="77569"/>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D54FE0B7-8658-DA4E-ADF8-A64390677CB1}"/>
              </a:ext>
            </a:extLst>
          </p:cNvPr>
          <p:cNvSpPr txBox="1">
            <a:spLocks noChangeArrowheads="1"/>
          </p:cNvSpPr>
          <p:nvPr/>
        </p:nvSpPr>
        <p:spPr bwMode="auto">
          <a:xfrm>
            <a:off x="473291" y="1074122"/>
            <a:ext cx="3457572" cy="39845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sz="4000" b="1" dirty="0">
                <a:solidFill>
                  <a:srgbClr val="840F3E"/>
                </a:solidFill>
              </a:rPr>
              <a:t>SDLC APPROACHES</a:t>
            </a:r>
            <a:endParaRPr lang="en-US" altLang="en-US" sz="4000" b="1" dirty="0">
              <a:solidFill>
                <a:srgbClr val="840F3E"/>
              </a:solidFill>
              <a:latin typeface="Calibri Light" panose="020F0302020204030204" pitchFamily="34" charset="0"/>
            </a:endParaRPr>
          </a:p>
        </p:txBody>
      </p:sp>
      <p:sp>
        <p:nvSpPr>
          <p:cNvPr id="6" name="Rectangle 3">
            <a:extLst>
              <a:ext uri="{FF2B5EF4-FFF2-40B4-BE49-F238E27FC236}">
                <a16:creationId xmlns:a16="http://schemas.microsoft.com/office/drawing/2014/main" id="{F85F1ECA-9F7B-EC4F-8EC1-04EF37D31036}"/>
              </a:ext>
            </a:extLst>
          </p:cNvPr>
          <p:cNvSpPr txBox="1">
            <a:spLocks noChangeArrowheads="1"/>
          </p:cNvSpPr>
          <p:nvPr/>
        </p:nvSpPr>
        <p:spPr>
          <a:xfrm>
            <a:off x="3962400" y="881009"/>
            <a:ext cx="8229600" cy="4525963"/>
          </a:xfrm>
          <a:prstGeom prst="rect">
            <a:avLst/>
          </a:prstGeom>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4400" dirty="0">
                <a:solidFill>
                  <a:schemeClr val="bg1"/>
                </a:solidFill>
              </a:rPr>
              <a:t>Traditional Systems Development Life Cycle </a:t>
            </a:r>
            <a:r>
              <a:rPr lang="en-US" sz="2000" dirty="0">
                <a:solidFill>
                  <a:schemeClr val="bg1"/>
                </a:solidFill>
              </a:rPr>
              <a:t>(discussed in previous Part 2)</a:t>
            </a:r>
            <a:endParaRPr lang="en-US" sz="4400" dirty="0">
              <a:solidFill>
                <a:schemeClr val="bg1"/>
              </a:solidFill>
            </a:endParaRPr>
          </a:p>
          <a:p>
            <a:r>
              <a:rPr lang="en-US" sz="4400" dirty="0">
                <a:solidFill>
                  <a:schemeClr val="bg1"/>
                </a:solidFill>
              </a:rPr>
              <a:t>Object-Oriented Systems Analysis and Design </a:t>
            </a:r>
          </a:p>
          <a:p>
            <a:r>
              <a:rPr lang="en-US" sz="4400" dirty="0">
                <a:solidFill>
                  <a:schemeClr val="bg1"/>
                </a:solidFill>
              </a:rPr>
              <a:t>CASE Systems Development Life Cycle </a:t>
            </a:r>
          </a:p>
        </p:txBody>
      </p:sp>
    </p:spTree>
    <p:extLst>
      <p:ext uri="{BB962C8B-B14F-4D97-AF65-F5344CB8AC3E}">
        <p14:creationId xmlns:p14="http://schemas.microsoft.com/office/powerpoint/2010/main" val="3497566169"/>
      </p:ext>
    </p:extLst>
  </p:cSld>
  <p:clrMapOvr>
    <a:masterClrMapping/>
  </p:clrMapOvr>
  <mc:AlternateContent xmlns:mc="http://schemas.openxmlformats.org/markup-compatibility/2006" xmlns:p14="http://schemas.microsoft.com/office/powerpoint/2010/main">
    <mc:Choice Requires="p14">
      <p:transition spd="slow" p14:dur="2000" advTm="15047"/>
    </mc:Choice>
    <mc:Fallback xmlns="">
      <p:transition spd="slow" advTm="15047"/>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2" descr="Image result for QUOTE SYMBOL">
            <a:extLst>
              <a:ext uri="{FF2B5EF4-FFF2-40B4-BE49-F238E27FC236}">
                <a16:creationId xmlns:a16="http://schemas.microsoft.com/office/drawing/2014/main" id="{1ED560E2-7B5D-1E4B-9EE7-FFD213A6A521}"/>
              </a:ext>
            </a:extLst>
          </p:cNvPr>
          <p:cNvPicPr>
            <a:picLocks noChangeAspect="1" noChangeArrowheads="1"/>
          </p:cNvPicPr>
          <p:nvPr/>
        </p:nvPicPr>
        <p:blipFill>
          <a:blip r:embed="rId3">
            <a:duotone>
              <a:schemeClr val="accent3">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rot="11267822">
            <a:off x="3235715" y="4138128"/>
            <a:ext cx="749070" cy="749070"/>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2" descr="Image result for QUOTE SYMBOL">
            <a:extLst>
              <a:ext uri="{FF2B5EF4-FFF2-40B4-BE49-F238E27FC236}">
                <a16:creationId xmlns:a16="http://schemas.microsoft.com/office/drawing/2014/main" id="{ADCA0900-F746-FE4F-8A00-7B8062D48643}"/>
              </a:ext>
            </a:extLst>
          </p:cNvPr>
          <p:cNvPicPr>
            <a:picLocks noChangeAspect="1" noChangeArrowheads="1"/>
          </p:cNvPicPr>
          <p:nvPr/>
        </p:nvPicPr>
        <p:blipFill>
          <a:blip r:embed="rId3">
            <a:duotone>
              <a:schemeClr val="accent3">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rot="825888">
            <a:off x="6998616" y="5711482"/>
            <a:ext cx="749070" cy="749070"/>
          </a:xfrm>
          <a:prstGeom prst="rect">
            <a:avLst/>
          </a:prstGeom>
          <a:noFill/>
          <a:extLst>
            <a:ext uri="{909E8E84-426E-40DD-AFC4-6F175D3DCCD1}">
              <a14:hiddenFill xmlns:a14="http://schemas.microsoft.com/office/drawing/2010/main">
                <a:solidFill>
                  <a:srgbClr val="FFFFFF"/>
                </a:solidFill>
              </a14:hiddenFill>
            </a:ext>
          </a:extLst>
        </p:spPr>
      </p:pic>
      <p:sp>
        <p:nvSpPr>
          <p:cNvPr id="11" name="Slide Number Placeholder 10"/>
          <p:cNvSpPr>
            <a:spLocks noGrp="1"/>
          </p:cNvSpPr>
          <p:nvPr>
            <p:ph type="sldNum" sz="quarter" idx="12"/>
          </p:nvPr>
        </p:nvSpPr>
        <p:spPr/>
        <p:txBody>
          <a:bodyPr/>
          <a:lstStyle/>
          <a:p>
            <a:pPr>
              <a:defRPr/>
            </a:pPr>
            <a:fld id="{7C40D79F-C51A-4C08-8074-211DC6804BF5}" type="slidenum">
              <a:rPr lang="en-MY" smtClean="0"/>
              <a:pPr>
                <a:defRPr/>
              </a:pPr>
              <a:t>54</a:t>
            </a:fld>
            <a:endParaRPr lang="en-MY" dirty="0"/>
          </a:p>
        </p:txBody>
      </p:sp>
      <p:graphicFrame>
        <p:nvGraphicFramePr>
          <p:cNvPr id="4" name="Diagram 3">
            <a:extLst>
              <a:ext uri="{FF2B5EF4-FFF2-40B4-BE49-F238E27FC236}">
                <a16:creationId xmlns:a16="http://schemas.microsoft.com/office/drawing/2014/main" id="{1796EFA1-CBAD-6041-8A01-95645D6DE433}"/>
              </a:ext>
            </a:extLst>
          </p:cNvPr>
          <p:cNvGraphicFramePr/>
          <p:nvPr>
            <p:extLst>
              <p:ext uri="{D42A27DB-BD31-4B8C-83A1-F6EECF244321}">
                <p14:modId xmlns:p14="http://schemas.microsoft.com/office/powerpoint/2010/main" val="2665601660"/>
              </p:ext>
            </p:extLst>
          </p:nvPr>
        </p:nvGraphicFramePr>
        <p:xfrm>
          <a:off x="2171700" y="1537648"/>
          <a:ext cx="7848600" cy="339689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87054" name="Text Box 14"/>
          <p:cNvSpPr txBox="1">
            <a:spLocks noChangeArrowheads="1"/>
          </p:cNvSpPr>
          <p:nvPr/>
        </p:nvSpPr>
        <p:spPr bwMode="auto">
          <a:xfrm>
            <a:off x="185272" y="2324630"/>
            <a:ext cx="2133600" cy="830997"/>
          </a:xfrm>
          <a:prstGeom prst="rect">
            <a:avLst/>
          </a:prstGeom>
          <a:noFill/>
          <a:ln w="9525">
            <a:noFill/>
            <a:miter lim="800000"/>
            <a:headEnd/>
            <a:tailEnd/>
          </a:ln>
        </p:spPr>
        <p:txBody>
          <a:bodyPr>
            <a:spAutoFit/>
          </a:bodyPr>
          <a:lstStyle/>
          <a:p>
            <a:pPr algn="ctr">
              <a:spcBef>
                <a:spcPct val="50000"/>
              </a:spcBef>
            </a:pPr>
            <a:r>
              <a:rPr lang="en-US" sz="2400" b="1" dirty="0">
                <a:latin typeface="Verdana" pitchFamily="34" charset="0"/>
              </a:rPr>
              <a:t>Structured Approach</a:t>
            </a:r>
          </a:p>
        </p:txBody>
      </p:sp>
      <p:sp>
        <p:nvSpPr>
          <p:cNvPr id="12" name="Title 1">
            <a:extLst>
              <a:ext uri="{FF2B5EF4-FFF2-40B4-BE49-F238E27FC236}">
                <a16:creationId xmlns:a16="http://schemas.microsoft.com/office/drawing/2014/main" id="{8E4ED4E3-6108-084F-97CA-554344639A04}"/>
              </a:ext>
            </a:extLst>
          </p:cNvPr>
          <p:cNvSpPr txBox="1">
            <a:spLocks noChangeArrowheads="1"/>
          </p:cNvSpPr>
          <p:nvPr/>
        </p:nvSpPr>
        <p:spPr bwMode="auto">
          <a:xfrm>
            <a:off x="332444" y="628431"/>
            <a:ext cx="11859556"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sz="5400" b="1" dirty="0">
                <a:solidFill>
                  <a:srgbClr val="840F3E"/>
                </a:solidFill>
              </a:rPr>
              <a:t>2 GENERAL APPROACHES</a:t>
            </a:r>
            <a:endParaRPr lang="en-US" altLang="en-US" sz="5400" b="1" dirty="0">
              <a:solidFill>
                <a:srgbClr val="840F3E"/>
              </a:solidFill>
              <a:latin typeface="Calibri Light" panose="020F0302020204030204" pitchFamily="34" charset="0"/>
            </a:endParaRPr>
          </a:p>
        </p:txBody>
      </p:sp>
      <p:sp>
        <p:nvSpPr>
          <p:cNvPr id="16" name="TextBox 15">
            <a:extLst>
              <a:ext uri="{FF2B5EF4-FFF2-40B4-BE49-F238E27FC236}">
                <a16:creationId xmlns:a16="http://schemas.microsoft.com/office/drawing/2014/main" id="{A05CD264-D072-A84B-8DDD-BA5A3C48FAD5}"/>
              </a:ext>
            </a:extLst>
          </p:cNvPr>
          <p:cNvSpPr txBox="1"/>
          <p:nvPr/>
        </p:nvSpPr>
        <p:spPr>
          <a:xfrm>
            <a:off x="3409148" y="4350856"/>
            <a:ext cx="5373703" cy="1938992"/>
          </a:xfrm>
          <a:prstGeom prst="rect">
            <a:avLst/>
          </a:prstGeom>
          <a:solidFill>
            <a:srgbClr val="840F3E">
              <a:alpha val="57000"/>
            </a:srgbClr>
          </a:solidFill>
        </p:spPr>
        <p:txBody>
          <a:bodyPr wrap="square" rtlCol="0" anchor="ctr">
            <a:spAutoFit/>
          </a:bodyPr>
          <a:lstStyle/>
          <a:p>
            <a:pPr algn="ctr"/>
            <a:r>
              <a:rPr lang="en-US" sz="2000" b="1" dirty="0">
                <a:solidFill>
                  <a:schemeClr val="bg1"/>
                </a:solidFill>
                <a:latin typeface="Verdana" pitchFamily="34" charset="0"/>
              </a:rPr>
              <a:t>All system developers should be familiar with two very general approaches (STRUCTURED &amp; OO) to system development, because they form the basis of virtually all methodologies</a:t>
            </a:r>
            <a:endParaRPr lang="en-US" sz="2000" dirty="0">
              <a:solidFill>
                <a:schemeClr val="bg1"/>
              </a:solidFill>
              <a:latin typeface="Arial" panose="020B0604020202020204" pitchFamily="34" charset="0"/>
              <a:cs typeface="Arial" panose="020B0604020202020204" pitchFamily="34" charset="0"/>
            </a:endParaRPr>
          </a:p>
        </p:txBody>
      </p:sp>
      <p:pic>
        <p:nvPicPr>
          <p:cNvPr id="6" name="Picture 5" descr="A screenshot of a cell phone&#10;&#10;Description automatically generated">
            <a:extLst>
              <a:ext uri="{FF2B5EF4-FFF2-40B4-BE49-F238E27FC236}">
                <a16:creationId xmlns:a16="http://schemas.microsoft.com/office/drawing/2014/main" id="{F6568DC9-F7D6-9142-93CB-77A1DDCD6685}"/>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0065242" y="1788772"/>
            <a:ext cx="1645624" cy="1478491"/>
          </a:xfrm>
          <a:prstGeom prst="rect">
            <a:avLst/>
          </a:prstGeom>
        </p:spPr>
      </p:pic>
      <p:pic>
        <p:nvPicPr>
          <p:cNvPr id="8" name="Picture 7" descr="A screenshot of a cell phone&#10;&#10;Description automatically generated">
            <a:extLst>
              <a:ext uri="{FF2B5EF4-FFF2-40B4-BE49-F238E27FC236}">
                <a16:creationId xmlns:a16="http://schemas.microsoft.com/office/drawing/2014/main" id="{4B15153E-6E1C-084D-8AFF-07A242BCD207}"/>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364592" y="3134348"/>
            <a:ext cx="1774961" cy="1681987"/>
          </a:xfrm>
          <a:prstGeom prst="rect">
            <a:avLst/>
          </a:prstGeom>
        </p:spPr>
      </p:pic>
      <p:pic>
        <p:nvPicPr>
          <p:cNvPr id="10" name="Picture 9" descr="A picture containing text, map&#10;&#10;Description automatically generated">
            <a:extLst>
              <a:ext uri="{FF2B5EF4-FFF2-40B4-BE49-F238E27FC236}">
                <a16:creationId xmlns:a16="http://schemas.microsoft.com/office/drawing/2014/main" id="{ABE69170-46C0-BE45-810D-032F5D273407}"/>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10243603" y="3421858"/>
            <a:ext cx="1516254" cy="1528740"/>
          </a:xfrm>
          <a:prstGeom prst="rect">
            <a:avLst/>
          </a:prstGeom>
        </p:spPr>
      </p:pic>
    </p:spTree>
    <p:extLst>
      <p:ext uri="{BB962C8B-B14F-4D97-AF65-F5344CB8AC3E}">
        <p14:creationId xmlns:p14="http://schemas.microsoft.com/office/powerpoint/2010/main" val="4083847227"/>
      </p:ext>
    </p:extLst>
  </p:cSld>
  <p:clrMapOvr>
    <a:masterClrMapping/>
  </p:clrMapOvr>
  <mc:AlternateContent xmlns:mc="http://schemas.openxmlformats.org/markup-compatibility/2006" xmlns:p14="http://schemas.microsoft.com/office/powerpoint/2010/main">
    <mc:Choice Requires="p14">
      <p:transition spd="slow" p14:dur="2000" advTm="22161"/>
    </mc:Choice>
    <mc:Fallback xmlns="">
      <p:transition spd="slow" advTm="22161"/>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pPr>
              <a:defRPr/>
            </a:pPr>
            <a:r>
              <a:rPr lang="en-US"/>
              <a:t>1-</a:t>
            </a:r>
            <a:fld id="{33F40BBF-B27C-4714-A7F5-C5AE19BBC896}" type="slidenum">
              <a:rPr lang="en-US"/>
              <a:pPr>
                <a:defRPr/>
              </a:pPr>
              <a:t>55</a:t>
            </a:fld>
            <a:endParaRPr lang="en-US"/>
          </a:p>
        </p:txBody>
      </p:sp>
      <p:sp>
        <p:nvSpPr>
          <p:cNvPr id="62469" name="Rectangle 3"/>
          <p:cNvSpPr>
            <a:spLocks noGrp="1" noChangeArrowheads="1"/>
          </p:cNvSpPr>
          <p:nvPr>
            <p:ph idx="4294967295"/>
          </p:nvPr>
        </p:nvSpPr>
        <p:spPr>
          <a:xfrm>
            <a:off x="332443" y="2079625"/>
            <a:ext cx="11729417" cy="4641850"/>
          </a:xfrm>
        </p:spPr>
        <p:txBody>
          <a:bodyPr/>
          <a:lstStyle/>
          <a:p>
            <a:pPr eaLnBrk="1" hangingPunct="1">
              <a:lnSpc>
                <a:spcPct val="90000"/>
              </a:lnSpc>
            </a:pPr>
            <a:r>
              <a:rPr lang="en-US" sz="3600" dirty="0"/>
              <a:t>Alternate approach to the structured approach of the SDLC that is intended to facilitate the development of systems that must change rapidly in response to dynamic business environments</a:t>
            </a:r>
          </a:p>
          <a:p>
            <a:pPr eaLnBrk="1" hangingPunct="1">
              <a:lnSpc>
                <a:spcPct val="90000"/>
              </a:lnSpc>
            </a:pPr>
            <a:r>
              <a:rPr lang="en-US" sz="3600" dirty="0"/>
              <a:t>Analysis is performed on a small part of the system followed by design and implementation. The cycle repeats with analysis, design and implementation of the next part and this repeats until the project is complete</a:t>
            </a:r>
          </a:p>
        </p:txBody>
      </p:sp>
      <p:sp>
        <p:nvSpPr>
          <p:cNvPr id="6" name="Title 1">
            <a:extLst>
              <a:ext uri="{FF2B5EF4-FFF2-40B4-BE49-F238E27FC236}">
                <a16:creationId xmlns:a16="http://schemas.microsoft.com/office/drawing/2014/main" id="{28C1DF22-9075-9141-90E5-CD3B4D73D6C3}"/>
              </a:ext>
            </a:extLst>
          </p:cNvPr>
          <p:cNvSpPr txBox="1">
            <a:spLocks noChangeArrowheads="1"/>
          </p:cNvSpPr>
          <p:nvPr/>
        </p:nvSpPr>
        <p:spPr bwMode="auto">
          <a:xfrm>
            <a:off x="332444" y="628431"/>
            <a:ext cx="11859556"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sz="5400" b="1" dirty="0">
                <a:solidFill>
                  <a:srgbClr val="840F3E"/>
                </a:solidFill>
              </a:rPr>
              <a:t>OBJECT ORIENTED SYSTEM ANALYSIS &amp; DESIGN</a:t>
            </a:r>
            <a:endParaRPr lang="en-US" altLang="en-US" sz="3600" b="1" dirty="0">
              <a:solidFill>
                <a:srgbClr val="840F3E"/>
              </a:solidFill>
              <a:latin typeface="Calibri Light" panose="020F0302020204030204" pitchFamily="34" charset="0"/>
            </a:endParaRPr>
          </a:p>
        </p:txBody>
      </p:sp>
    </p:spTree>
    <p:extLst>
      <p:ext uri="{BB962C8B-B14F-4D97-AF65-F5344CB8AC3E}">
        <p14:creationId xmlns:p14="http://schemas.microsoft.com/office/powerpoint/2010/main" val="1487045421"/>
      </p:ext>
    </p:extLst>
  </p:cSld>
  <p:clrMapOvr>
    <a:masterClrMapping/>
  </p:clrMapOvr>
  <p:transition advTm="33360"/>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Slide Number Placeholder 8"/>
          <p:cNvSpPr>
            <a:spLocks noGrp="1"/>
          </p:cNvSpPr>
          <p:nvPr>
            <p:ph type="sldNum" sz="quarter" idx="12"/>
          </p:nvPr>
        </p:nvSpPr>
        <p:spPr/>
        <p:txBody>
          <a:bodyPr/>
          <a:lstStyle/>
          <a:p>
            <a:pPr>
              <a:defRPr/>
            </a:pPr>
            <a:fld id="{7C40D79F-C51A-4C08-8074-211DC6804BF5}" type="slidenum">
              <a:rPr lang="en-MY" smtClean="0"/>
              <a:pPr>
                <a:defRPr/>
              </a:pPr>
              <a:t>56</a:t>
            </a:fld>
            <a:endParaRPr lang="en-MY" dirty="0"/>
          </a:p>
        </p:txBody>
      </p:sp>
      <p:grpSp>
        <p:nvGrpSpPr>
          <p:cNvPr id="54275" name="Group 13"/>
          <p:cNvGrpSpPr>
            <a:grpSpLocks/>
          </p:cNvGrpSpPr>
          <p:nvPr/>
        </p:nvGrpSpPr>
        <p:grpSpPr bwMode="auto">
          <a:xfrm>
            <a:off x="1466636" y="2542556"/>
            <a:ext cx="3276600" cy="2527300"/>
            <a:chOff x="288" y="1584"/>
            <a:chExt cx="2064" cy="1592"/>
          </a:xfrm>
        </p:grpSpPr>
        <p:sp>
          <p:nvSpPr>
            <p:cNvPr id="54279" name="Text Box 5"/>
            <p:cNvSpPr txBox="1">
              <a:spLocks noChangeArrowheads="1"/>
            </p:cNvSpPr>
            <p:nvPr/>
          </p:nvSpPr>
          <p:spPr bwMode="auto">
            <a:xfrm>
              <a:off x="288" y="1584"/>
              <a:ext cx="1344" cy="407"/>
            </a:xfrm>
            <a:prstGeom prst="rect">
              <a:avLst/>
            </a:prstGeom>
            <a:solidFill>
              <a:srgbClr val="FFFF99"/>
            </a:solidFill>
            <a:ln w="38100">
              <a:solidFill>
                <a:schemeClr val="tx1"/>
              </a:solidFill>
              <a:miter lim="800000"/>
              <a:headEnd/>
              <a:tailEnd/>
            </a:ln>
          </p:spPr>
          <p:txBody>
            <a:bodyPr>
              <a:spAutoFit/>
            </a:bodyPr>
            <a:lstStyle/>
            <a:p>
              <a:pPr algn="ctr">
                <a:spcBef>
                  <a:spcPct val="50000"/>
                </a:spcBef>
              </a:pPr>
              <a:r>
                <a:rPr lang="en-US" b="1" dirty="0">
                  <a:latin typeface="Verdana" pitchFamily="34" charset="0"/>
                </a:rPr>
                <a:t>Structured Methodologies</a:t>
              </a:r>
            </a:p>
          </p:txBody>
        </p:sp>
        <p:sp>
          <p:nvSpPr>
            <p:cNvPr id="54280" name="Text Box 8"/>
            <p:cNvSpPr txBox="1">
              <a:spLocks noChangeArrowheads="1"/>
            </p:cNvSpPr>
            <p:nvPr/>
          </p:nvSpPr>
          <p:spPr bwMode="auto">
            <a:xfrm>
              <a:off x="288" y="2016"/>
              <a:ext cx="2064" cy="1160"/>
            </a:xfrm>
            <a:prstGeom prst="rect">
              <a:avLst/>
            </a:prstGeom>
            <a:solidFill>
              <a:srgbClr val="FFFF99"/>
            </a:solidFill>
            <a:ln w="38100">
              <a:solidFill>
                <a:schemeClr val="tx1"/>
              </a:solidFill>
              <a:miter lim="800000"/>
              <a:headEnd/>
              <a:tailEnd/>
            </a:ln>
          </p:spPr>
          <p:txBody>
            <a:bodyPr>
              <a:spAutoFit/>
            </a:bodyPr>
            <a:lstStyle/>
            <a:p>
              <a:pPr marL="457200" indent="-457200">
                <a:spcBef>
                  <a:spcPct val="50000"/>
                </a:spcBef>
                <a:buFontTx/>
                <a:buAutoNum type="arabicPeriod"/>
              </a:pPr>
              <a:r>
                <a:rPr lang="en-US" sz="1600" b="1">
                  <a:latin typeface="Verdana" pitchFamily="34" charset="0"/>
                </a:rPr>
                <a:t>STRADIS</a:t>
              </a:r>
            </a:p>
            <a:p>
              <a:pPr marL="457200" indent="-457200">
                <a:spcBef>
                  <a:spcPct val="50000"/>
                </a:spcBef>
                <a:buFontTx/>
                <a:buAutoNum type="arabicPeriod"/>
              </a:pPr>
              <a:r>
                <a:rPr lang="en-US" sz="1600" b="1">
                  <a:latin typeface="Verdana" pitchFamily="34" charset="0"/>
                </a:rPr>
                <a:t>SSADM</a:t>
              </a:r>
            </a:p>
            <a:p>
              <a:pPr marL="457200" indent="-457200">
                <a:spcBef>
                  <a:spcPct val="50000"/>
                </a:spcBef>
                <a:buFontTx/>
                <a:buAutoNum type="arabicPeriod"/>
              </a:pPr>
              <a:r>
                <a:rPr lang="en-US" sz="1600" b="1">
                  <a:latin typeface="Verdana" pitchFamily="34" charset="0"/>
                </a:rPr>
                <a:t>JSD</a:t>
              </a:r>
            </a:p>
            <a:p>
              <a:pPr marL="457200" indent="-457200">
                <a:spcBef>
                  <a:spcPct val="50000"/>
                </a:spcBef>
                <a:buFontTx/>
                <a:buAutoNum type="arabicPeriod"/>
              </a:pPr>
              <a:r>
                <a:rPr lang="en-US" sz="1600" b="1">
                  <a:latin typeface="Verdana" pitchFamily="34" charset="0"/>
                </a:rPr>
                <a:t>YSM</a:t>
              </a:r>
            </a:p>
            <a:p>
              <a:pPr marL="457200" indent="-457200">
                <a:spcBef>
                  <a:spcPct val="50000"/>
                </a:spcBef>
                <a:buFontTx/>
                <a:buAutoNum type="arabicPeriod"/>
              </a:pPr>
              <a:r>
                <a:rPr lang="en-US" sz="1600" b="1">
                  <a:latin typeface="Verdana" pitchFamily="34" charset="0"/>
                </a:rPr>
                <a:t>More…</a:t>
              </a:r>
            </a:p>
          </p:txBody>
        </p:sp>
      </p:grpSp>
      <p:grpSp>
        <p:nvGrpSpPr>
          <p:cNvPr id="54276" name="Group 14"/>
          <p:cNvGrpSpPr>
            <a:grpSpLocks/>
          </p:cNvGrpSpPr>
          <p:nvPr/>
        </p:nvGrpSpPr>
        <p:grpSpPr bwMode="auto">
          <a:xfrm>
            <a:off x="6726149" y="2408921"/>
            <a:ext cx="3276600" cy="3138488"/>
            <a:chOff x="3120" y="1585"/>
            <a:chExt cx="2064" cy="1977"/>
          </a:xfrm>
        </p:grpSpPr>
        <p:sp>
          <p:nvSpPr>
            <p:cNvPr id="54277" name="Text Box 11"/>
            <p:cNvSpPr txBox="1">
              <a:spLocks noChangeArrowheads="1"/>
            </p:cNvSpPr>
            <p:nvPr/>
          </p:nvSpPr>
          <p:spPr bwMode="auto">
            <a:xfrm>
              <a:off x="3120" y="1585"/>
              <a:ext cx="1344" cy="407"/>
            </a:xfrm>
            <a:prstGeom prst="rect">
              <a:avLst/>
            </a:prstGeom>
            <a:solidFill>
              <a:srgbClr val="FFFF99"/>
            </a:solidFill>
            <a:ln w="38100">
              <a:solidFill>
                <a:schemeClr val="tx1"/>
              </a:solidFill>
              <a:miter lim="800000"/>
              <a:headEnd/>
              <a:tailEnd/>
            </a:ln>
          </p:spPr>
          <p:txBody>
            <a:bodyPr>
              <a:spAutoFit/>
            </a:bodyPr>
            <a:lstStyle/>
            <a:p>
              <a:pPr algn="ctr">
                <a:spcBef>
                  <a:spcPct val="50000"/>
                </a:spcBef>
              </a:pPr>
              <a:r>
                <a:rPr lang="en-US" b="1">
                  <a:latin typeface="Verdana" pitchFamily="34" charset="0"/>
                </a:rPr>
                <a:t>O-Oriented Methodologies</a:t>
              </a:r>
            </a:p>
          </p:txBody>
        </p:sp>
        <p:sp>
          <p:nvSpPr>
            <p:cNvPr id="54278" name="Text Box 12"/>
            <p:cNvSpPr txBox="1">
              <a:spLocks noChangeArrowheads="1"/>
            </p:cNvSpPr>
            <p:nvPr/>
          </p:nvSpPr>
          <p:spPr bwMode="auto">
            <a:xfrm>
              <a:off x="3120" y="2017"/>
              <a:ext cx="2064" cy="1545"/>
            </a:xfrm>
            <a:prstGeom prst="rect">
              <a:avLst/>
            </a:prstGeom>
            <a:solidFill>
              <a:srgbClr val="FFFF99"/>
            </a:solidFill>
            <a:ln w="38100">
              <a:solidFill>
                <a:schemeClr val="tx1"/>
              </a:solidFill>
              <a:miter lim="800000"/>
              <a:headEnd/>
              <a:tailEnd/>
            </a:ln>
          </p:spPr>
          <p:txBody>
            <a:bodyPr>
              <a:spAutoFit/>
            </a:bodyPr>
            <a:lstStyle/>
            <a:p>
              <a:pPr marL="457200" indent="-457200">
                <a:spcBef>
                  <a:spcPct val="50000"/>
                </a:spcBef>
                <a:buFontTx/>
                <a:buAutoNum type="arabicPeriod"/>
              </a:pPr>
              <a:r>
                <a:rPr lang="en-US" sz="1600" b="1" dirty="0" err="1">
                  <a:latin typeface="Verdana" pitchFamily="34" charset="0"/>
                </a:rPr>
                <a:t>Booch</a:t>
              </a:r>
              <a:endParaRPr lang="en-US" sz="1600" b="1" dirty="0">
                <a:latin typeface="Verdana" pitchFamily="34" charset="0"/>
              </a:endParaRPr>
            </a:p>
            <a:p>
              <a:pPr marL="457200" indent="-457200">
                <a:spcBef>
                  <a:spcPct val="50000"/>
                </a:spcBef>
                <a:buFontTx/>
                <a:buAutoNum type="arabicPeriod"/>
              </a:pPr>
              <a:r>
                <a:rPr lang="en-US" sz="1600" b="1" dirty="0">
                  <a:latin typeface="Verdana" pitchFamily="34" charset="0"/>
                </a:rPr>
                <a:t>OMT</a:t>
              </a:r>
            </a:p>
            <a:p>
              <a:pPr marL="457200" indent="-457200">
                <a:spcBef>
                  <a:spcPct val="50000"/>
                </a:spcBef>
                <a:buFontTx/>
                <a:buAutoNum type="arabicPeriod"/>
              </a:pPr>
              <a:r>
                <a:rPr lang="en-US" sz="1600" b="1" dirty="0">
                  <a:latin typeface="Verdana" pitchFamily="34" charset="0"/>
                </a:rPr>
                <a:t>OOSE</a:t>
              </a:r>
            </a:p>
            <a:p>
              <a:pPr marL="457200" indent="-457200">
                <a:spcBef>
                  <a:spcPct val="50000"/>
                </a:spcBef>
                <a:buFontTx/>
                <a:buAutoNum type="arabicPeriod"/>
              </a:pPr>
              <a:r>
                <a:rPr lang="en-US" sz="1600" b="1" dirty="0">
                  <a:latin typeface="Verdana" pitchFamily="34" charset="0"/>
                </a:rPr>
                <a:t>Unified Approach</a:t>
              </a:r>
            </a:p>
            <a:p>
              <a:pPr marL="457200" indent="-457200">
                <a:spcBef>
                  <a:spcPct val="50000"/>
                </a:spcBef>
                <a:buFontTx/>
                <a:buAutoNum type="arabicPeriod"/>
              </a:pPr>
              <a:r>
                <a:rPr lang="en-US" sz="1600" b="1" dirty="0">
                  <a:latin typeface="Verdana" pitchFamily="34" charset="0"/>
                </a:rPr>
                <a:t>Rational Unified Process</a:t>
              </a:r>
            </a:p>
            <a:p>
              <a:pPr marL="457200" indent="-457200">
                <a:spcBef>
                  <a:spcPct val="50000"/>
                </a:spcBef>
                <a:buFontTx/>
                <a:buAutoNum type="arabicPeriod"/>
              </a:pPr>
              <a:r>
                <a:rPr lang="en-US" sz="1600" b="1" dirty="0">
                  <a:latin typeface="Verdana" pitchFamily="34" charset="0"/>
                </a:rPr>
                <a:t>More…</a:t>
              </a:r>
            </a:p>
          </p:txBody>
        </p:sp>
      </p:grpSp>
      <p:sp>
        <p:nvSpPr>
          <p:cNvPr id="11" name="Title 1">
            <a:extLst>
              <a:ext uri="{FF2B5EF4-FFF2-40B4-BE49-F238E27FC236}">
                <a16:creationId xmlns:a16="http://schemas.microsoft.com/office/drawing/2014/main" id="{FE0D26D3-818E-F84C-84E1-3F49533B5338}"/>
              </a:ext>
            </a:extLst>
          </p:cNvPr>
          <p:cNvSpPr txBox="1">
            <a:spLocks noChangeArrowheads="1"/>
          </p:cNvSpPr>
          <p:nvPr/>
        </p:nvSpPr>
        <p:spPr bwMode="auto">
          <a:xfrm>
            <a:off x="332444" y="628431"/>
            <a:ext cx="11859556"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sz="5400" b="1" dirty="0">
                <a:solidFill>
                  <a:srgbClr val="840F3E"/>
                </a:solidFill>
              </a:rPr>
              <a:t>STRUCTURED vs OBJECT ORIENTED </a:t>
            </a:r>
            <a:endParaRPr lang="en-US" altLang="en-US" sz="5400" b="1" dirty="0">
              <a:solidFill>
                <a:srgbClr val="840F3E"/>
              </a:solidFill>
              <a:latin typeface="Calibri Light" panose="020F0302020204030204" pitchFamily="34" charset="0"/>
            </a:endParaRPr>
          </a:p>
        </p:txBody>
      </p:sp>
    </p:spTree>
    <p:extLst>
      <p:ext uri="{BB962C8B-B14F-4D97-AF65-F5344CB8AC3E}">
        <p14:creationId xmlns:p14="http://schemas.microsoft.com/office/powerpoint/2010/main" val="565696427"/>
      </p:ext>
    </p:extLst>
  </p:cSld>
  <p:clrMapOvr>
    <a:masterClrMapping/>
  </p:clrMapOvr>
  <mc:AlternateContent xmlns:mc="http://schemas.openxmlformats.org/markup-compatibility/2006" xmlns:p14="http://schemas.microsoft.com/office/powerpoint/2010/main">
    <mc:Choice Requires="p14">
      <p:transition spd="slow" p14:dur="2000" advTm="20903"/>
    </mc:Choice>
    <mc:Fallback xmlns="">
      <p:transition spd="slow" advTm="20903"/>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ChangeArrowheads="1"/>
          </p:cNvSpPr>
          <p:nvPr/>
        </p:nvSpPr>
        <p:spPr bwMode="auto">
          <a:xfrm>
            <a:off x="260668" y="2648625"/>
            <a:ext cx="2743200" cy="2514600"/>
          </a:xfrm>
          <a:prstGeom prst="rect">
            <a:avLst/>
          </a:prstGeom>
          <a:solidFill>
            <a:srgbClr val="840F3E"/>
          </a:solidFill>
          <a:ln w="9525">
            <a:solidFill>
              <a:schemeClr val="tx1"/>
            </a:solidFill>
            <a:miter lim="800000"/>
            <a:headEnd/>
            <a:tailEnd/>
          </a:ln>
          <a:effectLst>
            <a:outerShdw dist="107763" dir="2700000" algn="ctr" rotWithShape="0">
              <a:schemeClr val="bg2"/>
            </a:outerShdw>
          </a:effectLst>
        </p:spPr>
        <p:txBody>
          <a:bodyPr wrap="none" anchor="ctr"/>
          <a:lstStyle/>
          <a:p>
            <a:pPr algn="ctr"/>
            <a:r>
              <a:rPr lang="en-US">
                <a:solidFill>
                  <a:schemeClr val="bg1"/>
                </a:solidFill>
                <a:latin typeface="Jester" pitchFamily="2" charset="0"/>
              </a:rPr>
              <a:t>?????</a:t>
            </a:r>
          </a:p>
          <a:p>
            <a:pPr algn="ctr"/>
            <a:r>
              <a:rPr lang="en-US">
                <a:solidFill>
                  <a:schemeClr val="bg1"/>
                </a:solidFill>
                <a:latin typeface="Jester" pitchFamily="2" charset="0"/>
              </a:rPr>
              <a:t>Problem</a:t>
            </a:r>
          </a:p>
        </p:txBody>
      </p:sp>
      <p:grpSp>
        <p:nvGrpSpPr>
          <p:cNvPr id="55299" name="Group 3"/>
          <p:cNvGrpSpPr>
            <a:grpSpLocks/>
          </p:cNvGrpSpPr>
          <p:nvPr/>
        </p:nvGrpSpPr>
        <p:grpSpPr bwMode="auto">
          <a:xfrm>
            <a:off x="7407602" y="1379056"/>
            <a:ext cx="3267076" cy="2579688"/>
            <a:chOff x="3510" y="247"/>
            <a:chExt cx="2058" cy="1625"/>
          </a:xfrm>
          <a:solidFill>
            <a:schemeClr val="accent2">
              <a:lumMod val="40000"/>
              <a:lumOff val="60000"/>
            </a:schemeClr>
          </a:solidFill>
        </p:grpSpPr>
        <p:sp>
          <p:nvSpPr>
            <p:cNvPr id="55309" name="AutoShape 4"/>
            <p:cNvSpPr>
              <a:spLocks noChangeArrowheads="1"/>
            </p:cNvSpPr>
            <p:nvPr/>
          </p:nvSpPr>
          <p:spPr bwMode="auto">
            <a:xfrm>
              <a:off x="3655" y="1059"/>
              <a:ext cx="1769" cy="813"/>
            </a:xfrm>
            <a:prstGeom prst="triangle">
              <a:avLst>
                <a:gd name="adj" fmla="val 50000"/>
              </a:avLst>
            </a:prstGeom>
            <a:grpFill/>
            <a:ln w="9525">
              <a:solidFill>
                <a:schemeClr val="tx1"/>
              </a:solidFill>
              <a:miter lim="800000"/>
              <a:headEnd/>
              <a:tailEnd/>
            </a:ln>
          </p:spPr>
          <p:txBody>
            <a:bodyPr wrap="none" anchor="ctr"/>
            <a:lstStyle/>
            <a:p>
              <a:pPr algn="ctr"/>
              <a:r>
                <a:rPr lang="en-US" sz="2000">
                  <a:latin typeface="Jester" pitchFamily="2" charset="0"/>
                </a:rPr>
                <a:t>PROCESS 3</a:t>
              </a:r>
            </a:p>
          </p:txBody>
        </p:sp>
        <p:sp>
          <p:nvSpPr>
            <p:cNvPr id="55310" name="AutoShape 5"/>
            <p:cNvSpPr>
              <a:spLocks noChangeArrowheads="1"/>
            </p:cNvSpPr>
            <p:nvPr/>
          </p:nvSpPr>
          <p:spPr bwMode="auto">
            <a:xfrm rot="5460778">
              <a:off x="3234" y="572"/>
              <a:ext cx="1505" cy="954"/>
            </a:xfrm>
            <a:prstGeom prst="triangle">
              <a:avLst>
                <a:gd name="adj" fmla="val 50000"/>
              </a:avLst>
            </a:prstGeom>
            <a:grpFill/>
            <a:ln w="9525">
              <a:solidFill>
                <a:schemeClr val="tx1"/>
              </a:solidFill>
              <a:miter lim="800000"/>
              <a:headEnd/>
              <a:tailEnd/>
            </a:ln>
          </p:spPr>
          <p:txBody>
            <a:bodyPr rot="10800000" vert="eaVert" wrap="none" anchor="ctr"/>
            <a:lstStyle/>
            <a:p>
              <a:pPr algn="ctr"/>
              <a:r>
                <a:rPr lang="en-US" sz="2000" dirty="0">
                  <a:latin typeface="Jester" pitchFamily="2" charset="0"/>
                </a:rPr>
                <a:t>PROCESS 4</a:t>
              </a:r>
            </a:p>
          </p:txBody>
        </p:sp>
        <p:sp>
          <p:nvSpPr>
            <p:cNvPr id="55311" name="AutoShape 6"/>
            <p:cNvSpPr>
              <a:spLocks noChangeArrowheads="1"/>
            </p:cNvSpPr>
            <p:nvPr/>
          </p:nvSpPr>
          <p:spPr bwMode="auto">
            <a:xfrm rot="-5317921">
              <a:off x="4339" y="571"/>
              <a:ext cx="1504" cy="955"/>
            </a:xfrm>
            <a:prstGeom prst="triangle">
              <a:avLst>
                <a:gd name="adj" fmla="val 50000"/>
              </a:avLst>
            </a:prstGeom>
            <a:grpFill/>
            <a:ln w="9525">
              <a:solidFill>
                <a:schemeClr val="tx1"/>
              </a:solidFill>
              <a:miter lim="800000"/>
              <a:headEnd/>
              <a:tailEnd/>
            </a:ln>
          </p:spPr>
          <p:txBody>
            <a:bodyPr vert="eaVert" wrap="none" anchor="ctr"/>
            <a:lstStyle/>
            <a:p>
              <a:pPr algn="ctr"/>
              <a:r>
                <a:rPr lang="en-US" sz="2000">
                  <a:latin typeface="Jester" pitchFamily="2" charset="0"/>
                </a:rPr>
                <a:t>PROCESS 2</a:t>
              </a:r>
            </a:p>
          </p:txBody>
        </p:sp>
        <p:sp>
          <p:nvSpPr>
            <p:cNvPr id="55312" name="AutoShape 7"/>
            <p:cNvSpPr>
              <a:spLocks noChangeArrowheads="1"/>
            </p:cNvSpPr>
            <p:nvPr/>
          </p:nvSpPr>
          <p:spPr bwMode="auto">
            <a:xfrm rot="-10656267">
              <a:off x="3654" y="247"/>
              <a:ext cx="1770" cy="798"/>
            </a:xfrm>
            <a:prstGeom prst="triangle">
              <a:avLst>
                <a:gd name="adj" fmla="val 50000"/>
              </a:avLst>
            </a:prstGeom>
            <a:grpFill/>
            <a:ln w="9525">
              <a:solidFill>
                <a:schemeClr val="tx1"/>
              </a:solidFill>
              <a:miter lim="800000"/>
              <a:headEnd/>
              <a:tailEnd/>
            </a:ln>
          </p:spPr>
          <p:txBody>
            <a:bodyPr rot="10800000" wrap="none" anchor="ctr"/>
            <a:lstStyle/>
            <a:p>
              <a:pPr algn="ctr"/>
              <a:r>
                <a:rPr lang="en-US" sz="2000">
                  <a:latin typeface="Jester" pitchFamily="2" charset="0"/>
                </a:rPr>
                <a:t>PROCESS 1</a:t>
              </a:r>
            </a:p>
          </p:txBody>
        </p:sp>
      </p:grpSp>
      <p:sp>
        <p:nvSpPr>
          <p:cNvPr id="55300" name="AutoShape 8"/>
          <p:cNvSpPr>
            <a:spLocks noChangeArrowheads="1"/>
          </p:cNvSpPr>
          <p:nvPr/>
        </p:nvSpPr>
        <p:spPr bwMode="auto">
          <a:xfrm rot="20358620">
            <a:off x="3103179" y="2499869"/>
            <a:ext cx="4150808" cy="685800"/>
          </a:xfrm>
          <a:custGeom>
            <a:avLst/>
            <a:gdLst>
              <a:gd name="T0" fmla="*/ 88911113 w 21600"/>
              <a:gd name="T1" fmla="*/ 0 h 21600"/>
              <a:gd name="T2" fmla="*/ 0 w 21600"/>
              <a:gd name="T3" fmla="*/ 10887075 h 21600"/>
              <a:gd name="T4" fmla="*/ 88911113 w 21600"/>
              <a:gd name="T5" fmla="*/ 21774150 h 21600"/>
              <a:gd name="T6" fmla="*/ 118548150 w 21600"/>
              <a:gd name="T7" fmla="*/ 10887075 h 21600"/>
              <a:gd name="T8" fmla="*/ 17694720 60000 65536"/>
              <a:gd name="T9" fmla="*/ 11796480 60000 65536"/>
              <a:gd name="T10" fmla="*/ 5898240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chemeClr val="accent2"/>
          </a:solidFill>
          <a:ln w="9525">
            <a:solidFill>
              <a:schemeClr val="tx1"/>
            </a:solidFill>
            <a:miter lim="800000"/>
            <a:headEnd/>
            <a:tailEnd/>
          </a:ln>
          <a:effectLst>
            <a:outerShdw dist="35921" dir="2700000" algn="ctr" rotWithShape="0">
              <a:schemeClr val="bg2"/>
            </a:outerShdw>
          </a:effectLst>
        </p:spPr>
        <p:txBody>
          <a:bodyPr wrap="none" anchor="ctr"/>
          <a:lstStyle/>
          <a:p>
            <a:endParaRPr lang="en-MY"/>
          </a:p>
        </p:txBody>
      </p:sp>
      <p:sp>
        <p:nvSpPr>
          <p:cNvPr id="55301" name="AutoShape 9"/>
          <p:cNvSpPr>
            <a:spLocks noChangeArrowheads="1"/>
          </p:cNvSpPr>
          <p:nvPr/>
        </p:nvSpPr>
        <p:spPr bwMode="auto">
          <a:xfrm rot="391231">
            <a:off x="3114003" y="4547208"/>
            <a:ext cx="2030685" cy="685800"/>
          </a:xfrm>
          <a:custGeom>
            <a:avLst/>
            <a:gdLst>
              <a:gd name="T0" fmla="*/ 88911113 w 21600"/>
              <a:gd name="T1" fmla="*/ 0 h 21600"/>
              <a:gd name="T2" fmla="*/ 0 w 21600"/>
              <a:gd name="T3" fmla="*/ 10887075 h 21600"/>
              <a:gd name="T4" fmla="*/ 88911113 w 21600"/>
              <a:gd name="T5" fmla="*/ 21774150 h 21600"/>
              <a:gd name="T6" fmla="*/ 118548150 w 21600"/>
              <a:gd name="T7" fmla="*/ 10887075 h 21600"/>
              <a:gd name="T8" fmla="*/ 17694720 60000 65536"/>
              <a:gd name="T9" fmla="*/ 11796480 60000 65536"/>
              <a:gd name="T10" fmla="*/ 5898240 60000 65536"/>
              <a:gd name="T11" fmla="*/ 0 60000 65536"/>
              <a:gd name="T12" fmla="*/ 3375 w 21600"/>
              <a:gd name="T13" fmla="*/ 5400 h 21600"/>
              <a:gd name="T14" fmla="*/ 18900 w 21600"/>
              <a:gd name="T15" fmla="*/ 16200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lnTo>
                  <a:pt x="16200" y="0"/>
                </a:lnTo>
                <a:close/>
              </a:path>
              <a:path w="21600" h="21600">
                <a:moveTo>
                  <a:pt x="1350" y="5400"/>
                </a:moveTo>
                <a:lnTo>
                  <a:pt x="1350" y="16200"/>
                </a:lnTo>
                <a:lnTo>
                  <a:pt x="2700" y="16200"/>
                </a:lnTo>
                <a:lnTo>
                  <a:pt x="2700" y="5400"/>
                </a:lnTo>
                <a:lnTo>
                  <a:pt x="1350" y="5400"/>
                </a:lnTo>
                <a:close/>
              </a:path>
              <a:path w="21600" h="21600">
                <a:moveTo>
                  <a:pt x="0" y="5400"/>
                </a:moveTo>
                <a:lnTo>
                  <a:pt x="0" y="16200"/>
                </a:lnTo>
                <a:lnTo>
                  <a:pt x="675" y="16200"/>
                </a:lnTo>
                <a:lnTo>
                  <a:pt x="675" y="5400"/>
                </a:lnTo>
                <a:lnTo>
                  <a:pt x="0" y="5400"/>
                </a:lnTo>
                <a:close/>
              </a:path>
            </a:pathLst>
          </a:custGeom>
          <a:solidFill>
            <a:schemeClr val="bg2">
              <a:lumMod val="75000"/>
            </a:schemeClr>
          </a:solidFill>
          <a:ln w="9525">
            <a:solidFill>
              <a:schemeClr val="tx1"/>
            </a:solidFill>
            <a:miter lim="800000"/>
            <a:headEnd/>
            <a:tailEnd/>
          </a:ln>
          <a:effectLst>
            <a:outerShdw dist="35921" dir="2700000" algn="ctr" rotWithShape="0">
              <a:schemeClr val="bg2"/>
            </a:outerShdw>
          </a:effectLst>
        </p:spPr>
        <p:txBody>
          <a:bodyPr wrap="none" anchor="ctr"/>
          <a:lstStyle/>
          <a:p>
            <a:endParaRPr lang="en-MY"/>
          </a:p>
        </p:txBody>
      </p:sp>
      <p:grpSp>
        <p:nvGrpSpPr>
          <p:cNvPr id="55302" name="Group 10"/>
          <p:cNvGrpSpPr>
            <a:grpSpLocks/>
          </p:cNvGrpSpPr>
          <p:nvPr/>
        </p:nvGrpSpPr>
        <p:grpSpPr bwMode="auto">
          <a:xfrm>
            <a:off x="5344275" y="3964096"/>
            <a:ext cx="3267075" cy="2579687"/>
            <a:chOff x="3510" y="247"/>
            <a:chExt cx="2058" cy="1625"/>
          </a:xfrm>
        </p:grpSpPr>
        <p:sp>
          <p:nvSpPr>
            <p:cNvPr id="55305" name="AutoShape 11"/>
            <p:cNvSpPr>
              <a:spLocks noChangeArrowheads="1"/>
            </p:cNvSpPr>
            <p:nvPr/>
          </p:nvSpPr>
          <p:spPr bwMode="auto">
            <a:xfrm>
              <a:off x="3655" y="1059"/>
              <a:ext cx="1769" cy="813"/>
            </a:xfrm>
            <a:prstGeom prst="triangle">
              <a:avLst>
                <a:gd name="adj" fmla="val 50000"/>
              </a:avLst>
            </a:prstGeom>
            <a:solidFill>
              <a:srgbClr val="CACACA"/>
            </a:solidFill>
            <a:ln w="9525">
              <a:solidFill>
                <a:schemeClr val="tx1"/>
              </a:solidFill>
              <a:miter lim="800000"/>
              <a:headEnd/>
              <a:tailEnd/>
            </a:ln>
          </p:spPr>
          <p:txBody>
            <a:bodyPr wrap="none" anchor="ctr"/>
            <a:lstStyle/>
            <a:p>
              <a:pPr algn="ctr"/>
              <a:r>
                <a:rPr lang="en-US" sz="2000">
                  <a:latin typeface="Jester" pitchFamily="2" charset="0"/>
                </a:rPr>
                <a:t>OBJECT 3</a:t>
              </a:r>
            </a:p>
          </p:txBody>
        </p:sp>
        <p:sp>
          <p:nvSpPr>
            <p:cNvPr id="55306" name="AutoShape 12"/>
            <p:cNvSpPr>
              <a:spLocks noChangeArrowheads="1"/>
            </p:cNvSpPr>
            <p:nvPr/>
          </p:nvSpPr>
          <p:spPr bwMode="auto">
            <a:xfrm rot="5460778">
              <a:off x="3234" y="572"/>
              <a:ext cx="1505" cy="954"/>
            </a:xfrm>
            <a:prstGeom prst="triangle">
              <a:avLst>
                <a:gd name="adj" fmla="val 50000"/>
              </a:avLst>
            </a:prstGeom>
            <a:solidFill>
              <a:srgbClr val="CACACA"/>
            </a:solidFill>
            <a:ln w="9525">
              <a:solidFill>
                <a:schemeClr val="tx1"/>
              </a:solidFill>
              <a:miter lim="800000"/>
              <a:headEnd/>
              <a:tailEnd/>
            </a:ln>
          </p:spPr>
          <p:txBody>
            <a:bodyPr rot="10800000" vert="eaVert" wrap="none" anchor="ctr"/>
            <a:lstStyle/>
            <a:p>
              <a:pPr algn="ctr"/>
              <a:r>
                <a:rPr lang="en-US" sz="2000">
                  <a:latin typeface="Jester" pitchFamily="2" charset="0"/>
                </a:rPr>
                <a:t>OBJECT 4</a:t>
              </a:r>
            </a:p>
          </p:txBody>
        </p:sp>
        <p:sp>
          <p:nvSpPr>
            <p:cNvPr id="55307" name="AutoShape 13"/>
            <p:cNvSpPr>
              <a:spLocks noChangeArrowheads="1"/>
            </p:cNvSpPr>
            <p:nvPr/>
          </p:nvSpPr>
          <p:spPr bwMode="auto">
            <a:xfrm rot="-5317921">
              <a:off x="4339" y="571"/>
              <a:ext cx="1504" cy="955"/>
            </a:xfrm>
            <a:prstGeom prst="triangle">
              <a:avLst>
                <a:gd name="adj" fmla="val 50000"/>
              </a:avLst>
            </a:prstGeom>
            <a:solidFill>
              <a:srgbClr val="CACACA"/>
            </a:solidFill>
            <a:ln w="9525">
              <a:solidFill>
                <a:schemeClr val="tx1"/>
              </a:solidFill>
              <a:miter lim="800000"/>
              <a:headEnd/>
              <a:tailEnd/>
            </a:ln>
          </p:spPr>
          <p:txBody>
            <a:bodyPr vert="eaVert" wrap="none" anchor="ctr"/>
            <a:lstStyle/>
            <a:p>
              <a:pPr algn="ctr"/>
              <a:r>
                <a:rPr lang="en-US" sz="2000">
                  <a:latin typeface="Jester" pitchFamily="2" charset="0"/>
                </a:rPr>
                <a:t>OBJECT 2</a:t>
              </a:r>
            </a:p>
          </p:txBody>
        </p:sp>
        <p:sp>
          <p:nvSpPr>
            <p:cNvPr id="55308" name="AutoShape 14"/>
            <p:cNvSpPr>
              <a:spLocks noChangeArrowheads="1"/>
            </p:cNvSpPr>
            <p:nvPr/>
          </p:nvSpPr>
          <p:spPr bwMode="auto">
            <a:xfrm rot="-10656267">
              <a:off x="3654" y="247"/>
              <a:ext cx="1770" cy="798"/>
            </a:xfrm>
            <a:prstGeom prst="triangle">
              <a:avLst>
                <a:gd name="adj" fmla="val 50000"/>
              </a:avLst>
            </a:prstGeom>
            <a:solidFill>
              <a:srgbClr val="CACACA"/>
            </a:solidFill>
            <a:ln w="9525">
              <a:solidFill>
                <a:schemeClr val="tx1"/>
              </a:solidFill>
              <a:miter lim="800000"/>
              <a:headEnd/>
              <a:tailEnd/>
            </a:ln>
          </p:spPr>
          <p:txBody>
            <a:bodyPr rot="10800000" wrap="none" anchor="ctr"/>
            <a:lstStyle/>
            <a:p>
              <a:pPr algn="ctr"/>
              <a:r>
                <a:rPr lang="en-US" sz="2000">
                  <a:latin typeface="Jester" pitchFamily="2" charset="0"/>
                </a:rPr>
                <a:t>OBJECT 1</a:t>
              </a:r>
            </a:p>
          </p:txBody>
        </p:sp>
      </p:grpSp>
      <p:sp>
        <p:nvSpPr>
          <p:cNvPr id="55303" name="Text Box 15"/>
          <p:cNvSpPr txBox="1">
            <a:spLocks noChangeArrowheads="1"/>
          </p:cNvSpPr>
          <p:nvPr/>
        </p:nvSpPr>
        <p:spPr bwMode="auto">
          <a:xfrm rot="329736">
            <a:off x="3247928" y="4612449"/>
            <a:ext cx="1447800" cy="519112"/>
          </a:xfrm>
          <a:prstGeom prst="rect">
            <a:avLst/>
          </a:prstGeom>
          <a:noFill/>
          <a:ln w="9525">
            <a:noFill/>
            <a:miter lim="800000"/>
            <a:headEnd/>
            <a:tailEnd/>
          </a:ln>
        </p:spPr>
        <p:txBody>
          <a:bodyPr>
            <a:spAutoFit/>
          </a:bodyPr>
          <a:lstStyle/>
          <a:p>
            <a:pPr algn="ctr">
              <a:spcBef>
                <a:spcPct val="50000"/>
              </a:spcBef>
            </a:pPr>
            <a:r>
              <a:rPr lang="en-US" sz="2800" dirty="0">
                <a:latin typeface="Jester" pitchFamily="2" charset="0"/>
              </a:rPr>
              <a:t>OO</a:t>
            </a:r>
          </a:p>
        </p:txBody>
      </p:sp>
      <p:sp>
        <p:nvSpPr>
          <p:cNvPr id="55304" name="Text Box 16"/>
          <p:cNvSpPr txBox="1">
            <a:spLocks noChangeArrowheads="1"/>
          </p:cNvSpPr>
          <p:nvPr/>
        </p:nvSpPr>
        <p:spPr bwMode="auto">
          <a:xfrm rot="20303207">
            <a:off x="3841014" y="2687644"/>
            <a:ext cx="2133600" cy="519113"/>
          </a:xfrm>
          <a:prstGeom prst="rect">
            <a:avLst/>
          </a:prstGeom>
          <a:noFill/>
          <a:ln w="9525">
            <a:noFill/>
            <a:miter lim="800000"/>
            <a:headEnd/>
            <a:tailEnd/>
          </a:ln>
        </p:spPr>
        <p:txBody>
          <a:bodyPr>
            <a:spAutoFit/>
          </a:bodyPr>
          <a:lstStyle/>
          <a:p>
            <a:pPr algn="ctr">
              <a:spcBef>
                <a:spcPct val="50000"/>
              </a:spcBef>
            </a:pPr>
            <a:r>
              <a:rPr lang="en-US" sz="2800" dirty="0">
                <a:latin typeface="Jester" pitchFamily="2" charset="0"/>
              </a:rPr>
              <a:t>Structured</a:t>
            </a:r>
          </a:p>
        </p:txBody>
      </p:sp>
      <p:sp>
        <p:nvSpPr>
          <p:cNvPr id="17" name="Slide Number Placeholder 16"/>
          <p:cNvSpPr>
            <a:spLocks noGrp="1"/>
          </p:cNvSpPr>
          <p:nvPr>
            <p:ph type="sldNum" sz="quarter" idx="12"/>
          </p:nvPr>
        </p:nvSpPr>
        <p:spPr/>
        <p:txBody>
          <a:bodyPr/>
          <a:lstStyle/>
          <a:p>
            <a:pPr>
              <a:defRPr/>
            </a:pPr>
            <a:fld id="{B347869B-DEBC-45F0-B25C-5D576A944C7B}" type="slidenum">
              <a:rPr lang="en-MY" smtClean="0"/>
              <a:pPr>
                <a:defRPr/>
              </a:pPr>
              <a:t>57</a:t>
            </a:fld>
            <a:endParaRPr lang="en-MY" dirty="0"/>
          </a:p>
        </p:txBody>
      </p:sp>
      <p:sp>
        <p:nvSpPr>
          <p:cNvPr id="19" name="Title 1">
            <a:extLst>
              <a:ext uri="{FF2B5EF4-FFF2-40B4-BE49-F238E27FC236}">
                <a16:creationId xmlns:a16="http://schemas.microsoft.com/office/drawing/2014/main" id="{EA5E20E1-803F-9447-9ABE-1B6619F3F64F}"/>
              </a:ext>
            </a:extLst>
          </p:cNvPr>
          <p:cNvSpPr txBox="1">
            <a:spLocks noChangeArrowheads="1"/>
          </p:cNvSpPr>
          <p:nvPr/>
        </p:nvSpPr>
        <p:spPr bwMode="auto">
          <a:xfrm>
            <a:off x="332444" y="628431"/>
            <a:ext cx="11859556"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sz="5400" b="1" dirty="0">
                <a:solidFill>
                  <a:srgbClr val="840F3E"/>
                </a:solidFill>
              </a:rPr>
              <a:t>STRUCTURED vs OBJECT ORIENTED </a:t>
            </a:r>
            <a:endParaRPr lang="en-US" altLang="en-US" sz="5400" b="1" dirty="0">
              <a:solidFill>
                <a:srgbClr val="840F3E"/>
              </a:solidFill>
              <a:latin typeface="Calibri Light" panose="020F0302020204030204" pitchFamily="34" charset="0"/>
            </a:endParaRPr>
          </a:p>
        </p:txBody>
      </p:sp>
    </p:spTree>
    <p:extLst>
      <p:ext uri="{BB962C8B-B14F-4D97-AF65-F5344CB8AC3E}">
        <p14:creationId xmlns:p14="http://schemas.microsoft.com/office/powerpoint/2010/main" val="1577685520"/>
      </p:ext>
    </p:extLst>
  </p:cSld>
  <p:clrMapOvr>
    <a:masterClrMapping/>
  </p:clrMapOvr>
  <mc:AlternateContent xmlns:mc="http://schemas.openxmlformats.org/markup-compatibility/2006" xmlns:p14="http://schemas.microsoft.com/office/powerpoint/2010/main">
    <mc:Choice Requires="p14">
      <p:transition spd="slow" p14:dur="2000" advTm="19971"/>
    </mc:Choice>
    <mc:Fallback xmlns="">
      <p:transition spd="slow" advTm="19971"/>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7C40D79F-C51A-4C08-8074-211DC6804BF5}" type="slidenum">
              <a:rPr lang="en-MY" smtClean="0"/>
              <a:pPr>
                <a:defRPr/>
              </a:pPr>
              <a:t>58</a:t>
            </a:fld>
            <a:endParaRPr lang="en-MY" dirty="0"/>
          </a:p>
        </p:txBody>
      </p:sp>
      <p:sp>
        <p:nvSpPr>
          <p:cNvPr id="57347" name="Rectangle 3"/>
          <p:cNvSpPr>
            <a:spLocks noGrp="1" noChangeArrowheads="1"/>
          </p:cNvSpPr>
          <p:nvPr>
            <p:ph idx="4294967295"/>
          </p:nvPr>
        </p:nvSpPr>
        <p:spPr>
          <a:xfrm>
            <a:off x="202414" y="1444322"/>
            <a:ext cx="11859555" cy="4568825"/>
          </a:xfrm>
        </p:spPr>
        <p:txBody>
          <a:bodyPr/>
          <a:lstStyle/>
          <a:p>
            <a:pPr eaLnBrk="1" hangingPunct="1">
              <a:lnSpc>
                <a:spcPct val="90000"/>
              </a:lnSpc>
            </a:pPr>
            <a:r>
              <a:rPr lang="en-US" sz="3600" dirty="0"/>
              <a:t>CASE tools are productivity tools for systems analysts that have been created explicitly to improve their routine work through the use of automated support</a:t>
            </a:r>
          </a:p>
          <a:p>
            <a:pPr eaLnBrk="1" hangingPunct="1">
              <a:lnSpc>
                <a:spcPct val="90000"/>
              </a:lnSpc>
            </a:pPr>
            <a:r>
              <a:rPr lang="en-US" sz="3600" dirty="0"/>
              <a:t>Reasons for using CASE tools</a:t>
            </a:r>
          </a:p>
          <a:p>
            <a:pPr lvl="1" eaLnBrk="1" hangingPunct="1">
              <a:lnSpc>
                <a:spcPct val="90000"/>
              </a:lnSpc>
            </a:pPr>
            <a:r>
              <a:rPr lang="en-US" sz="3200" dirty="0"/>
              <a:t>Increasing Analyst Productivity</a:t>
            </a:r>
          </a:p>
          <a:p>
            <a:pPr lvl="1" eaLnBrk="1" hangingPunct="1">
              <a:lnSpc>
                <a:spcPct val="90000"/>
              </a:lnSpc>
            </a:pPr>
            <a:r>
              <a:rPr lang="en-US" sz="3200" dirty="0"/>
              <a:t>Improving Analyst-User Communication</a:t>
            </a:r>
          </a:p>
          <a:p>
            <a:pPr lvl="1" eaLnBrk="1" hangingPunct="1">
              <a:lnSpc>
                <a:spcPct val="90000"/>
              </a:lnSpc>
            </a:pPr>
            <a:r>
              <a:rPr lang="en-US" sz="3200" dirty="0"/>
              <a:t>Integrating Life Cycle Activities</a:t>
            </a:r>
          </a:p>
          <a:p>
            <a:pPr lvl="1" eaLnBrk="1" hangingPunct="1">
              <a:lnSpc>
                <a:spcPct val="90000"/>
              </a:lnSpc>
            </a:pPr>
            <a:r>
              <a:rPr lang="en-US" sz="3200" dirty="0"/>
              <a:t>Accurately Assessing Maintenance Changes</a:t>
            </a:r>
          </a:p>
        </p:txBody>
      </p:sp>
      <p:sp>
        <p:nvSpPr>
          <p:cNvPr id="5" name="Title 1">
            <a:extLst>
              <a:ext uri="{FF2B5EF4-FFF2-40B4-BE49-F238E27FC236}">
                <a16:creationId xmlns:a16="http://schemas.microsoft.com/office/drawing/2014/main" id="{9F7AE865-4036-9849-BC50-D923AA07D809}"/>
              </a:ext>
            </a:extLst>
          </p:cNvPr>
          <p:cNvSpPr txBox="1">
            <a:spLocks noChangeArrowheads="1"/>
          </p:cNvSpPr>
          <p:nvPr/>
        </p:nvSpPr>
        <p:spPr bwMode="auto">
          <a:xfrm>
            <a:off x="332444" y="628431"/>
            <a:ext cx="11859556"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sz="5400" b="1" dirty="0">
                <a:solidFill>
                  <a:srgbClr val="840F3E"/>
                </a:solidFill>
              </a:rPr>
              <a:t>CASE TOOLS</a:t>
            </a:r>
            <a:endParaRPr lang="en-US" altLang="en-US" sz="5400" b="1" dirty="0">
              <a:solidFill>
                <a:srgbClr val="840F3E"/>
              </a:solidFill>
              <a:latin typeface="Calibri Light" panose="020F0302020204030204" pitchFamily="34" charset="0"/>
            </a:endParaRPr>
          </a:p>
        </p:txBody>
      </p:sp>
    </p:spTree>
    <p:extLst>
      <p:ext uri="{BB962C8B-B14F-4D97-AF65-F5344CB8AC3E}">
        <p14:creationId xmlns:p14="http://schemas.microsoft.com/office/powerpoint/2010/main" val="3861210679"/>
      </p:ext>
    </p:extLst>
  </p:cSld>
  <p:clrMapOvr>
    <a:masterClrMapping/>
  </p:clrMapOvr>
  <p:transition advTm="34627"/>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8371" name="Rectangle 3"/>
          <p:cNvSpPr>
            <a:spLocks noGrp="1" noChangeArrowheads="1"/>
          </p:cNvSpPr>
          <p:nvPr>
            <p:ph idx="4294967295"/>
          </p:nvPr>
        </p:nvSpPr>
        <p:spPr>
          <a:xfrm>
            <a:off x="430566" y="1419032"/>
            <a:ext cx="5665434" cy="4681517"/>
          </a:xfrm>
        </p:spPr>
        <p:txBody>
          <a:bodyPr vert="horz" lIns="91440" tIns="45720" rIns="91440" bIns="45720" rtlCol="0">
            <a:normAutofit/>
          </a:bodyPr>
          <a:lstStyle/>
          <a:p>
            <a:pPr eaLnBrk="1" hangingPunct="1"/>
            <a:r>
              <a:rPr lang="en-US" sz="3200" dirty="0"/>
              <a:t>Upper CASE tools perform analysis and design (mainly for analyst &amp; designers)</a:t>
            </a:r>
          </a:p>
          <a:p>
            <a:pPr eaLnBrk="1" hangingPunct="1"/>
            <a:r>
              <a:rPr lang="en-US" sz="3200" dirty="0"/>
              <a:t>Lower CASE tools generate programs from CASE design (use by programmers)</a:t>
            </a:r>
          </a:p>
          <a:p>
            <a:pPr eaLnBrk="1" hangingPunct="1"/>
            <a:r>
              <a:rPr lang="en-US" sz="3200" dirty="0"/>
              <a:t>Integrated CASE tools perform both upper and lower CASE functions</a:t>
            </a:r>
          </a:p>
        </p:txBody>
      </p:sp>
      <p:pic>
        <p:nvPicPr>
          <p:cNvPr id="5" name="Picture 4" descr="A close up of text on a black background&#10;&#10;Description automatically generated">
            <a:extLst>
              <a:ext uri="{FF2B5EF4-FFF2-40B4-BE49-F238E27FC236}">
                <a16:creationId xmlns:a16="http://schemas.microsoft.com/office/drawing/2014/main" id="{A93DFB7D-DBB0-8D4D-AB65-93D5359A48F6}"/>
              </a:ext>
            </a:extLst>
          </p:cNvPr>
          <p:cNvPicPr>
            <a:picLocks noChangeAspect="1"/>
          </p:cNvPicPr>
          <p:nvPr/>
        </p:nvPicPr>
        <p:blipFill rotWithShape="1">
          <a:blip r:embed="rId3">
            <a:extLst>
              <a:ext uri="{28A0092B-C50C-407E-A947-70E740481C1C}">
                <a14:useLocalDpi xmlns:a14="http://schemas.microsoft.com/office/drawing/2010/main" val="0"/>
              </a:ext>
            </a:extLst>
          </a:blip>
          <a:srcRect r="601" b="-2"/>
          <a:stretch/>
        </p:blipFill>
        <p:spPr>
          <a:xfrm>
            <a:off x="6416043" y="1419032"/>
            <a:ext cx="4704766" cy="4804787"/>
          </a:xfrm>
          <a:prstGeom prst="rect">
            <a:avLst/>
          </a:prstGeom>
          <a:effectLst/>
        </p:spPr>
      </p:pic>
      <p:sp>
        <p:nvSpPr>
          <p:cNvPr id="4" name="Slide Number Placeholder 3"/>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defRPr/>
            </a:pPr>
            <a:fld id="{7C40D79F-C51A-4C08-8074-211DC6804BF5}" type="slidenum">
              <a:rPr lang="en-US" smtClean="0">
                <a:solidFill>
                  <a:prstClr val="black">
                    <a:tint val="75000"/>
                  </a:prstClr>
                </a:solidFill>
                <a:latin typeface="Calibri" panose="020F0502020204030204"/>
              </a:rPr>
              <a:pPr>
                <a:spcAft>
                  <a:spcPts val="600"/>
                </a:spcAft>
                <a:defRPr/>
              </a:pPr>
              <a:t>59</a:t>
            </a:fld>
            <a:endParaRPr lang="en-US">
              <a:solidFill>
                <a:prstClr val="black">
                  <a:tint val="75000"/>
                </a:prstClr>
              </a:solidFill>
              <a:latin typeface="Calibri" panose="020F0502020204030204"/>
            </a:endParaRPr>
          </a:p>
        </p:txBody>
      </p:sp>
      <p:sp>
        <p:nvSpPr>
          <p:cNvPr id="6" name="Title 1">
            <a:extLst>
              <a:ext uri="{FF2B5EF4-FFF2-40B4-BE49-F238E27FC236}">
                <a16:creationId xmlns:a16="http://schemas.microsoft.com/office/drawing/2014/main" id="{D0CC2FFD-A734-7E47-8DB3-6112D6466D9D}"/>
              </a:ext>
            </a:extLst>
          </p:cNvPr>
          <p:cNvSpPr txBox="1">
            <a:spLocks noChangeArrowheads="1"/>
          </p:cNvSpPr>
          <p:nvPr/>
        </p:nvSpPr>
        <p:spPr bwMode="auto">
          <a:xfrm>
            <a:off x="332444" y="628431"/>
            <a:ext cx="11859556"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sz="5400" b="1" dirty="0">
                <a:solidFill>
                  <a:srgbClr val="840F3E"/>
                </a:solidFill>
              </a:rPr>
              <a:t>CASE TOOLS CLASSIFICATION</a:t>
            </a:r>
            <a:endParaRPr lang="en-US" altLang="en-US" sz="5400" b="1" dirty="0">
              <a:solidFill>
                <a:srgbClr val="840F3E"/>
              </a:solidFill>
              <a:latin typeface="Calibri Light" panose="020F0302020204030204" pitchFamily="34" charset="0"/>
            </a:endParaRPr>
          </a:p>
        </p:txBody>
      </p:sp>
    </p:spTree>
    <p:extLst>
      <p:ext uri="{BB962C8B-B14F-4D97-AF65-F5344CB8AC3E}">
        <p14:creationId xmlns:p14="http://schemas.microsoft.com/office/powerpoint/2010/main" val="3435022454"/>
      </p:ext>
    </p:extLst>
  </p:cSld>
  <p:clrMapOvr>
    <a:masterClrMapping/>
  </p:clrMapOvr>
  <p:transition advTm="50159"/>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5884182-AE74-BB4D-8B6F-A922552461F3}"/>
              </a:ext>
            </a:extLst>
          </p:cNvPr>
          <p:cNvSpPr/>
          <p:nvPr/>
        </p:nvSpPr>
        <p:spPr>
          <a:xfrm>
            <a:off x="226031" y="1387011"/>
            <a:ext cx="2845942" cy="2572720"/>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Slide Number Placeholder 4"/>
          <p:cNvSpPr>
            <a:spLocks noGrp="1"/>
          </p:cNvSpPr>
          <p:nvPr>
            <p:ph type="sldNum" sz="quarter" idx="12"/>
          </p:nvPr>
        </p:nvSpPr>
        <p:spPr/>
        <p:txBody>
          <a:bodyPr/>
          <a:lstStyle/>
          <a:p>
            <a:pPr>
              <a:defRPr/>
            </a:pPr>
            <a:fld id="{7C40D79F-C51A-4C08-8074-211DC6804BF5}" type="slidenum">
              <a:rPr lang="en-MY" smtClean="0"/>
              <a:pPr>
                <a:defRPr/>
              </a:pPr>
              <a:t>60</a:t>
            </a:fld>
            <a:endParaRPr lang="en-MY" dirty="0"/>
          </a:p>
        </p:txBody>
      </p:sp>
      <p:sp>
        <p:nvSpPr>
          <p:cNvPr id="59396" name="Rectangle 3"/>
          <p:cNvSpPr>
            <a:spLocks noGrp="1" noChangeArrowheads="1"/>
          </p:cNvSpPr>
          <p:nvPr>
            <p:ph idx="4294967295"/>
          </p:nvPr>
        </p:nvSpPr>
        <p:spPr>
          <a:xfrm>
            <a:off x="5087082" y="1557338"/>
            <a:ext cx="7104918" cy="4568825"/>
          </a:xfrm>
        </p:spPr>
        <p:txBody>
          <a:bodyPr/>
          <a:lstStyle/>
          <a:p>
            <a:pPr eaLnBrk="1" hangingPunct="1"/>
            <a:r>
              <a:rPr lang="en-US" sz="3500" dirty="0"/>
              <a:t>Create and modify the system design</a:t>
            </a:r>
          </a:p>
          <a:p>
            <a:pPr eaLnBrk="1" hangingPunct="1"/>
            <a:r>
              <a:rPr lang="en-US" sz="3500" dirty="0"/>
              <a:t>Help in modeling organizational requirements and defining system boundaries</a:t>
            </a:r>
          </a:p>
          <a:p>
            <a:pPr eaLnBrk="1" hangingPunct="1"/>
            <a:r>
              <a:rPr lang="en-US" sz="3500" dirty="0"/>
              <a:t>Can also support prototyping of screen and report designs</a:t>
            </a:r>
          </a:p>
        </p:txBody>
      </p:sp>
      <p:sp>
        <p:nvSpPr>
          <p:cNvPr id="6" name="Title 1">
            <a:extLst>
              <a:ext uri="{FF2B5EF4-FFF2-40B4-BE49-F238E27FC236}">
                <a16:creationId xmlns:a16="http://schemas.microsoft.com/office/drawing/2014/main" id="{726FEBF7-03FC-D941-AD31-DA0F811A9F4A}"/>
              </a:ext>
            </a:extLst>
          </p:cNvPr>
          <p:cNvSpPr txBox="1">
            <a:spLocks noChangeArrowheads="1"/>
          </p:cNvSpPr>
          <p:nvPr/>
        </p:nvSpPr>
        <p:spPr bwMode="auto">
          <a:xfrm>
            <a:off x="332444" y="628431"/>
            <a:ext cx="11859556"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sz="5400" b="1" dirty="0">
                <a:solidFill>
                  <a:srgbClr val="840F3E"/>
                </a:solidFill>
              </a:rPr>
              <a:t>UPPER CASE TOOLS</a:t>
            </a:r>
            <a:endParaRPr lang="en-US" altLang="en-US" sz="5400" b="1" dirty="0">
              <a:solidFill>
                <a:srgbClr val="840F3E"/>
              </a:solidFill>
              <a:latin typeface="Calibri Light" panose="020F0302020204030204" pitchFamily="34" charset="0"/>
            </a:endParaRPr>
          </a:p>
        </p:txBody>
      </p:sp>
      <p:pic>
        <p:nvPicPr>
          <p:cNvPr id="8" name="Picture 7" descr="A close up of text on a black background&#10;&#10;Description automatically generated">
            <a:extLst>
              <a:ext uri="{FF2B5EF4-FFF2-40B4-BE49-F238E27FC236}">
                <a16:creationId xmlns:a16="http://schemas.microsoft.com/office/drawing/2014/main" id="{CB6C53D4-774F-7B4D-8C43-7AFBDD4A7F9B}"/>
              </a:ext>
            </a:extLst>
          </p:cNvPr>
          <p:cNvPicPr>
            <a:picLocks noChangeAspect="1"/>
          </p:cNvPicPr>
          <p:nvPr/>
        </p:nvPicPr>
        <p:blipFill rotWithShape="1">
          <a:blip r:embed="rId3">
            <a:extLst>
              <a:ext uri="{28A0092B-C50C-407E-A947-70E740481C1C}">
                <a14:useLocalDpi xmlns:a14="http://schemas.microsoft.com/office/drawing/2010/main" val="0"/>
              </a:ext>
            </a:extLst>
          </a:blip>
          <a:srcRect r="601" b="-2"/>
          <a:stretch/>
        </p:blipFill>
        <p:spPr>
          <a:xfrm>
            <a:off x="382316" y="1557338"/>
            <a:ext cx="4704766" cy="4804787"/>
          </a:xfrm>
          <a:prstGeom prst="rect">
            <a:avLst/>
          </a:prstGeom>
          <a:effectLst/>
        </p:spPr>
      </p:pic>
    </p:spTree>
    <p:extLst>
      <p:ext uri="{BB962C8B-B14F-4D97-AF65-F5344CB8AC3E}">
        <p14:creationId xmlns:p14="http://schemas.microsoft.com/office/powerpoint/2010/main" val="1686598345"/>
      </p:ext>
    </p:extLst>
  </p:cSld>
  <p:clrMapOvr>
    <a:masterClrMapping/>
  </p:clrMapOvr>
  <p:transition advTm="24342"/>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E22195E1-5378-D547-BFFF-0ED6E5597FBB}"/>
              </a:ext>
            </a:extLst>
          </p:cNvPr>
          <p:cNvSpPr/>
          <p:nvPr/>
        </p:nvSpPr>
        <p:spPr>
          <a:xfrm>
            <a:off x="174660" y="3721986"/>
            <a:ext cx="2845942" cy="2572720"/>
          </a:xfrm>
          <a:prstGeom prst="rec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Slide Number Placeholder 4"/>
          <p:cNvSpPr>
            <a:spLocks noGrp="1"/>
          </p:cNvSpPr>
          <p:nvPr>
            <p:ph type="sldNum" sz="quarter" idx="12"/>
          </p:nvPr>
        </p:nvSpPr>
        <p:spPr/>
        <p:txBody>
          <a:bodyPr/>
          <a:lstStyle/>
          <a:p>
            <a:pPr>
              <a:defRPr/>
            </a:pPr>
            <a:fld id="{7C40D79F-C51A-4C08-8074-211DC6804BF5}" type="slidenum">
              <a:rPr lang="en-MY" smtClean="0"/>
              <a:pPr>
                <a:defRPr/>
              </a:pPr>
              <a:t>61</a:t>
            </a:fld>
            <a:endParaRPr lang="en-MY" dirty="0"/>
          </a:p>
        </p:txBody>
      </p:sp>
      <p:sp>
        <p:nvSpPr>
          <p:cNvPr id="60420" name="Rectangle 3"/>
          <p:cNvSpPr>
            <a:spLocks noGrp="1" noChangeArrowheads="1"/>
          </p:cNvSpPr>
          <p:nvPr>
            <p:ph idx="4294967295"/>
          </p:nvPr>
        </p:nvSpPr>
        <p:spPr>
          <a:xfrm>
            <a:off x="5404207" y="1557338"/>
            <a:ext cx="6787793" cy="4568825"/>
          </a:xfrm>
        </p:spPr>
        <p:txBody>
          <a:bodyPr/>
          <a:lstStyle/>
          <a:p>
            <a:pPr eaLnBrk="1" hangingPunct="1"/>
            <a:r>
              <a:rPr lang="en-US" sz="3500" dirty="0"/>
              <a:t>Lower CASE tools generate computer source code from the CASE design</a:t>
            </a:r>
          </a:p>
          <a:p>
            <a:pPr eaLnBrk="1" hangingPunct="1"/>
            <a:r>
              <a:rPr lang="en-US" sz="3500" dirty="0"/>
              <a:t>Source code is usually generated in several languages</a:t>
            </a:r>
          </a:p>
        </p:txBody>
      </p:sp>
      <p:pic>
        <p:nvPicPr>
          <p:cNvPr id="7" name="Picture 6" descr="A close up of text on a black background&#10;&#10;Description automatically generated">
            <a:extLst>
              <a:ext uri="{FF2B5EF4-FFF2-40B4-BE49-F238E27FC236}">
                <a16:creationId xmlns:a16="http://schemas.microsoft.com/office/drawing/2014/main" id="{D32C7178-B6A4-6844-8888-635CBEB83DC7}"/>
              </a:ext>
            </a:extLst>
          </p:cNvPr>
          <p:cNvPicPr>
            <a:picLocks noChangeAspect="1"/>
          </p:cNvPicPr>
          <p:nvPr/>
        </p:nvPicPr>
        <p:blipFill rotWithShape="1">
          <a:blip r:embed="rId3">
            <a:extLst>
              <a:ext uri="{28A0092B-C50C-407E-A947-70E740481C1C}">
                <a14:useLocalDpi xmlns:a14="http://schemas.microsoft.com/office/drawing/2010/main" val="0"/>
              </a:ext>
            </a:extLst>
          </a:blip>
          <a:srcRect r="601" b="-2"/>
          <a:stretch/>
        </p:blipFill>
        <p:spPr>
          <a:xfrm>
            <a:off x="364564" y="1321376"/>
            <a:ext cx="4704766" cy="4804787"/>
          </a:xfrm>
          <a:prstGeom prst="rect">
            <a:avLst/>
          </a:prstGeom>
          <a:effectLst/>
        </p:spPr>
      </p:pic>
      <p:sp>
        <p:nvSpPr>
          <p:cNvPr id="9" name="Title 1">
            <a:extLst>
              <a:ext uri="{FF2B5EF4-FFF2-40B4-BE49-F238E27FC236}">
                <a16:creationId xmlns:a16="http://schemas.microsoft.com/office/drawing/2014/main" id="{FD03A606-46B8-C946-BE65-F54814DB150E}"/>
              </a:ext>
            </a:extLst>
          </p:cNvPr>
          <p:cNvSpPr txBox="1">
            <a:spLocks noChangeArrowheads="1"/>
          </p:cNvSpPr>
          <p:nvPr/>
        </p:nvSpPr>
        <p:spPr bwMode="auto">
          <a:xfrm>
            <a:off x="332444" y="628431"/>
            <a:ext cx="11859556"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sz="5400" b="1" dirty="0">
                <a:solidFill>
                  <a:srgbClr val="840F3E"/>
                </a:solidFill>
              </a:rPr>
              <a:t>LOWER CASE TOOLS</a:t>
            </a:r>
            <a:endParaRPr lang="en-US" altLang="en-US" sz="5400" b="1" dirty="0">
              <a:solidFill>
                <a:srgbClr val="840F3E"/>
              </a:solidFill>
              <a:latin typeface="Calibri Light" panose="020F0302020204030204" pitchFamily="34" charset="0"/>
            </a:endParaRPr>
          </a:p>
        </p:txBody>
      </p:sp>
    </p:spTree>
    <p:extLst>
      <p:ext uri="{BB962C8B-B14F-4D97-AF65-F5344CB8AC3E}">
        <p14:creationId xmlns:p14="http://schemas.microsoft.com/office/powerpoint/2010/main" val="2218562862"/>
      </p:ext>
    </p:extLst>
  </p:cSld>
  <p:clrMapOvr>
    <a:masterClrMapping/>
  </p:clrMapOvr>
  <p:transition advTm="14394"/>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7C40D79F-C51A-4C08-8074-211DC6804BF5}" type="slidenum">
              <a:rPr lang="en-MY" smtClean="0"/>
              <a:pPr>
                <a:defRPr/>
              </a:pPr>
              <a:t>62</a:t>
            </a:fld>
            <a:endParaRPr lang="en-MY" dirty="0"/>
          </a:p>
        </p:txBody>
      </p:sp>
      <p:pic>
        <p:nvPicPr>
          <p:cNvPr id="61443" name="Picture 7"/>
          <p:cNvPicPr>
            <a:picLocks noGrp="1" noChangeAspect="1" noChangeArrowheads="1"/>
          </p:cNvPicPr>
          <p:nvPr>
            <p:ph idx="4294967295"/>
          </p:nvPr>
        </p:nvPicPr>
        <p:blipFill>
          <a:blip r:embed="rId2" cstate="print"/>
          <a:srcRect/>
          <a:stretch>
            <a:fillRect/>
          </a:stretch>
        </p:blipFill>
        <p:spPr>
          <a:xfrm>
            <a:off x="0" y="1773238"/>
            <a:ext cx="8331200" cy="4237037"/>
          </a:xfrm>
          <a:noFill/>
        </p:spPr>
      </p:pic>
      <p:sp>
        <p:nvSpPr>
          <p:cNvPr id="5" name="Title 1">
            <a:extLst>
              <a:ext uri="{FF2B5EF4-FFF2-40B4-BE49-F238E27FC236}">
                <a16:creationId xmlns:a16="http://schemas.microsoft.com/office/drawing/2014/main" id="{B33B0B25-9192-794A-B3C5-C7FCC6044A1C}"/>
              </a:ext>
            </a:extLst>
          </p:cNvPr>
          <p:cNvSpPr txBox="1">
            <a:spLocks noChangeArrowheads="1"/>
          </p:cNvSpPr>
          <p:nvPr/>
        </p:nvSpPr>
        <p:spPr bwMode="auto">
          <a:xfrm>
            <a:off x="332444" y="628431"/>
            <a:ext cx="11859556"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sz="5400" b="1" dirty="0">
                <a:solidFill>
                  <a:srgbClr val="840F3E"/>
                </a:solidFill>
              </a:rPr>
              <a:t>TRADITIONAL vs CASE SDLC</a:t>
            </a:r>
            <a:endParaRPr lang="en-US" altLang="en-US" sz="5400" b="1" dirty="0">
              <a:solidFill>
                <a:srgbClr val="840F3E"/>
              </a:solidFill>
              <a:latin typeface="Calibri Light" panose="020F0302020204030204" pitchFamily="34" charset="0"/>
            </a:endParaRPr>
          </a:p>
        </p:txBody>
      </p:sp>
      <p:pic>
        <p:nvPicPr>
          <p:cNvPr id="6" name="Picture 7">
            <a:extLst>
              <a:ext uri="{FF2B5EF4-FFF2-40B4-BE49-F238E27FC236}">
                <a16:creationId xmlns:a16="http://schemas.microsoft.com/office/drawing/2014/main" id="{B39F5AF0-0911-4146-8C71-25D105D94B23}"/>
              </a:ext>
            </a:extLst>
          </p:cNvPr>
          <p:cNvPicPr>
            <a:picLocks noChangeAspect="1" noChangeArrowheads="1"/>
          </p:cNvPicPr>
          <p:nvPr/>
        </p:nvPicPr>
        <p:blipFill>
          <a:blip r:embed="rId2" cstate="print"/>
          <a:srcRect/>
          <a:stretch>
            <a:fillRect/>
          </a:stretch>
        </p:blipFill>
        <p:spPr>
          <a:xfrm>
            <a:off x="1814530" y="1575241"/>
            <a:ext cx="8331200" cy="4237037"/>
          </a:xfrm>
          <a:prstGeom prst="rect">
            <a:avLst/>
          </a:prstGeom>
          <a:noFill/>
        </p:spPr>
      </p:pic>
    </p:spTree>
    <p:extLst>
      <p:ext uri="{BB962C8B-B14F-4D97-AF65-F5344CB8AC3E}">
        <p14:creationId xmlns:p14="http://schemas.microsoft.com/office/powerpoint/2010/main" val="1382523724"/>
      </p:ext>
    </p:extLst>
  </p:cSld>
  <p:clrMapOvr>
    <a:masterClrMapping/>
  </p:clrMapOvr>
  <p:transition advTm="54063"/>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D54FE0B7-8658-DA4E-ADF8-A64390677CB1}"/>
              </a:ext>
            </a:extLst>
          </p:cNvPr>
          <p:cNvSpPr txBox="1">
            <a:spLocks noChangeArrowheads="1"/>
          </p:cNvSpPr>
          <p:nvPr/>
        </p:nvSpPr>
        <p:spPr bwMode="auto">
          <a:xfrm>
            <a:off x="473291" y="1074122"/>
            <a:ext cx="3457572" cy="39845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sz="4000" b="1" dirty="0">
                <a:solidFill>
                  <a:srgbClr val="840F3E"/>
                </a:solidFill>
              </a:rPr>
              <a:t>ALTERNATE SDLC APPROACHES</a:t>
            </a:r>
            <a:endParaRPr lang="en-US" altLang="en-US" sz="4000" b="1" dirty="0">
              <a:solidFill>
                <a:srgbClr val="840F3E"/>
              </a:solidFill>
              <a:latin typeface="Calibri Light" panose="020F0302020204030204" pitchFamily="34" charset="0"/>
            </a:endParaRPr>
          </a:p>
        </p:txBody>
      </p:sp>
      <p:sp>
        <p:nvSpPr>
          <p:cNvPr id="4" name="Rectangle 3">
            <a:extLst>
              <a:ext uri="{FF2B5EF4-FFF2-40B4-BE49-F238E27FC236}">
                <a16:creationId xmlns:a16="http://schemas.microsoft.com/office/drawing/2014/main" id="{9A4A9054-4BAC-8940-BFCA-A100844F1FF1}"/>
              </a:ext>
            </a:extLst>
          </p:cNvPr>
          <p:cNvSpPr txBox="1">
            <a:spLocks noChangeArrowheads="1"/>
          </p:cNvSpPr>
          <p:nvPr/>
        </p:nvSpPr>
        <p:spPr>
          <a:xfrm>
            <a:off x="4044469" y="817685"/>
            <a:ext cx="8075612" cy="4497388"/>
          </a:xfrm>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r>
              <a:rPr lang="en-US" sz="4800">
                <a:solidFill>
                  <a:schemeClr val="bg1"/>
                </a:solidFill>
              </a:rPr>
              <a:t>Agile approach</a:t>
            </a:r>
          </a:p>
          <a:p>
            <a:pPr eaLnBrk="1" hangingPunct="1"/>
            <a:r>
              <a:rPr lang="en-US" sz="4400">
                <a:solidFill>
                  <a:schemeClr val="bg1"/>
                </a:solidFill>
              </a:rPr>
              <a:t>Prototyping</a:t>
            </a:r>
          </a:p>
          <a:p>
            <a:pPr eaLnBrk="1" hangingPunct="1"/>
            <a:r>
              <a:rPr lang="en-US" sz="4400">
                <a:solidFill>
                  <a:schemeClr val="bg1"/>
                </a:solidFill>
              </a:rPr>
              <a:t>ETHICS</a:t>
            </a:r>
          </a:p>
          <a:p>
            <a:pPr eaLnBrk="1" hangingPunct="1"/>
            <a:r>
              <a:rPr lang="en-US" sz="4400">
                <a:solidFill>
                  <a:schemeClr val="bg1"/>
                </a:solidFill>
              </a:rPr>
              <a:t>Project champion</a:t>
            </a:r>
          </a:p>
          <a:p>
            <a:pPr eaLnBrk="1" hangingPunct="1"/>
            <a:r>
              <a:rPr lang="en-US" sz="4400">
                <a:solidFill>
                  <a:schemeClr val="bg1"/>
                </a:solidFill>
              </a:rPr>
              <a:t>Soft Systems Methodology</a:t>
            </a:r>
          </a:p>
          <a:p>
            <a:pPr eaLnBrk="1" hangingPunct="1"/>
            <a:r>
              <a:rPr lang="en-US" sz="4400">
                <a:solidFill>
                  <a:schemeClr val="bg1"/>
                </a:solidFill>
              </a:rPr>
              <a:t>Multiview</a:t>
            </a:r>
            <a:endParaRPr lang="en-US" sz="4000" dirty="0">
              <a:solidFill>
                <a:schemeClr val="bg1"/>
              </a:solidFill>
            </a:endParaRPr>
          </a:p>
        </p:txBody>
      </p:sp>
    </p:spTree>
    <p:extLst>
      <p:ext uri="{BB962C8B-B14F-4D97-AF65-F5344CB8AC3E}">
        <p14:creationId xmlns:p14="http://schemas.microsoft.com/office/powerpoint/2010/main" val="2117078075"/>
      </p:ext>
    </p:extLst>
  </p:cSld>
  <p:clrMapOvr>
    <a:masterClrMapping/>
  </p:clrMapOvr>
  <mc:AlternateContent xmlns:mc="http://schemas.openxmlformats.org/markup-compatibility/2006" xmlns:p14="http://schemas.microsoft.com/office/powerpoint/2010/main">
    <mc:Choice Requires="p14">
      <p:transition spd="slow" p14:dur="2000" advTm="14798"/>
    </mc:Choice>
    <mc:Fallback xmlns="">
      <p:transition spd="slow" advTm="14798"/>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Doughnut 27">
            <a:extLst>
              <a:ext uri="{FF2B5EF4-FFF2-40B4-BE49-F238E27FC236}">
                <a16:creationId xmlns:a16="http://schemas.microsoft.com/office/drawing/2014/main" id="{62BAAE9B-C014-4542-85AB-3E4C4D279F47}"/>
              </a:ext>
            </a:extLst>
          </p:cNvPr>
          <p:cNvSpPr/>
          <p:nvPr/>
        </p:nvSpPr>
        <p:spPr>
          <a:xfrm>
            <a:off x="4749161" y="4553528"/>
            <a:ext cx="2630185" cy="2321960"/>
          </a:xfrm>
          <a:prstGeom prst="donu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Doughnut 1">
            <a:extLst>
              <a:ext uri="{FF2B5EF4-FFF2-40B4-BE49-F238E27FC236}">
                <a16:creationId xmlns:a16="http://schemas.microsoft.com/office/drawing/2014/main" id="{1D9288BD-049D-4048-A793-64719EA5ADE8}"/>
              </a:ext>
            </a:extLst>
          </p:cNvPr>
          <p:cNvSpPr/>
          <p:nvPr/>
        </p:nvSpPr>
        <p:spPr>
          <a:xfrm>
            <a:off x="472611" y="2363056"/>
            <a:ext cx="2630185" cy="2321960"/>
          </a:xfrm>
          <a:prstGeom prst="donu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 name="Slide Number Placeholder 10"/>
          <p:cNvSpPr>
            <a:spLocks noGrp="1"/>
          </p:cNvSpPr>
          <p:nvPr>
            <p:ph type="sldNum" sz="quarter" idx="12"/>
          </p:nvPr>
        </p:nvSpPr>
        <p:spPr/>
        <p:txBody>
          <a:bodyPr/>
          <a:lstStyle/>
          <a:p>
            <a:pPr>
              <a:defRPr/>
            </a:pPr>
            <a:fld id="{A7514B2B-DAD7-42CE-A255-1ED1D4D3CA61}" type="slidenum">
              <a:rPr lang="en-MY" smtClean="0"/>
              <a:pPr>
                <a:defRPr/>
              </a:pPr>
              <a:t>64</a:t>
            </a:fld>
            <a:endParaRPr lang="en-MY" dirty="0"/>
          </a:p>
        </p:txBody>
      </p:sp>
      <p:grpSp>
        <p:nvGrpSpPr>
          <p:cNvPr id="51203" name="Group 15"/>
          <p:cNvGrpSpPr>
            <a:grpSpLocks/>
          </p:cNvGrpSpPr>
          <p:nvPr/>
        </p:nvGrpSpPr>
        <p:grpSpPr bwMode="auto">
          <a:xfrm>
            <a:off x="3297285" y="1510301"/>
            <a:ext cx="5446879" cy="3284664"/>
            <a:chOff x="432" y="1392"/>
            <a:chExt cx="4800" cy="2496"/>
          </a:xfrm>
        </p:grpSpPr>
        <p:sp>
          <p:nvSpPr>
            <p:cNvPr id="51204" name="Rectangle 9"/>
            <p:cNvSpPr>
              <a:spLocks noChangeArrowheads="1"/>
            </p:cNvSpPr>
            <p:nvPr/>
          </p:nvSpPr>
          <p:spPr bwMode="auto">
            <a:xfrm>
              <a:off x="432" y="1392"/>
              <a:ext cx="4800" cy="2496"/>
            </a:xfrm>
            <a:prstGeom prst="rect">
              <a:avLst/>
            </a:prstGeom>
            <a:noFill/>
            <a:ln w="9525">
              <a:solidFill>
                <a:schemeClr val="tx1"/>
              </a:solidFill>
              <a:miter lim="800000"/>
              <a:headEnd/>
              <a:tailEnd/>
            </a:ln>
          </p:spPr>
          <p:txBody>
            <a:bodyPr wrap="none" anchor="ctr"/>
            <a:lstStyle/>
            <a:p>
              <a:pPr algn="ctr"/>
              <a:r>
                <a:rPr lang="en-US" b="1">
                  <a:latin typeface="Jester" pitchFamily="2" charset="0"/>
                </a:rPr>
                <a:t>METHODOLOGY</a:t>
              </a:r>
            </a:p>
          </p:txBody>
        </p:sp>
        <p:sp>
          <p:nvSpPr>
            <p:cNvPr id="51205" name="Rectangle 3"/>
            <p:cNvSpPr>
              <a:spLocks noChangeArrowheads="1"/>
            </p:cNvSpPr>
            <p:nvPr/>
          </p:nvSpPr>
          <p:spPr bwMode="auto">
            <a:xfrm>
              <a:off x="864" y="1728"/>
              <a:ext cx="1296" cy="624"/>
            </a:xfrm>
            <a:prstGeom prst="rect">
              <a:avLst/>
            </a:prstGeom>
            <a:solidFill>
              <a:srgbClr val="FFFF99"/>
            </a:solidFill>
            <a:ln w="9525">
              <a:solidFill>
                <a:schemeClr val="tx1"/>
              </a:solidFill>
              <a:miter lim="800000"/>
              <a:headEnd/>
              <a:tailEnd/>
            </a:ln>
            <a:effectLst>
              <a:outerShdw dist="35921" dir="2700000" algn="ctr" rotWithShape="0">
                <a:schemeClr val="bg2"/>
              </a:outerShdw>
            </a:effectLst>
          </p:spPr>
          <p:txBody>
            <a:bodyPr wrap="none" anchor="ctr"/>
            <a:lstStyle/>
            <a:p>
              <a:pPr algn="ctr"/>
              <a:r>
                <a:rPr lang="en-US" dirty="0">
                  <a:latin typeface="Jester" pitchFamily="2" charset="0"/>
                </a:rPr>
                <a:t>Techniques</a:t>
              </a:r>
            </a:p>
          </p:txBody>
        </p:sp>
        <p:sp>
          <p:nvSpPr>
            <p:cNvPr id="51206" name="Rectangle 4"/>
            <p:cNvSpPr>
              <a:spLocks noChangeArrowheads="1"/>
            </p:cNvSpPr>
            <p:nvPr/>
          </p:nvSpPr>
          <p:spPr bwMode="auto">
            <a:xfrm>
              <a:off x="2208" y="2928"/>
              <a:ext cx="1296" cy="624"/>
            </a:xfrm>
            <a:prstGeom prst="rect">
              <a:avLst/>
            </a:prstGeom>
            <a:solidFill>
              <a:srgbClr val="FFFF99"/>
            </a:solidFill>
            <a:ln w="9525">
              <a:solidFill>
                <a:schemeClr val="tx1"/>
              </a:solidFill>
              <a:miter lim="800000"/>
              <a:headEnd/>
              <a:tailEnd/>
            </a:ln>
            <a:effectLst>
              <a:outerShdw dist="35921" dir="2700000" algn="ctr" rotWithShape="0">
                <a:schemeClr val="bg2"/>
              </a:outerShdw>
            </a:effectLst>
          </p:spPr>
          <p:txBody>
            <a:bodyPr wrap="none" anchor="ctr"/>
            <a:lstStyle/>
            <a:p>
              <a:pPr algn="ctr"/>
              <a:r>
                <a:rPr lang="en-US">
                  <a:latin typeface="Jester" pitchFamily="2" charset="0"/>
                </a:rPr>
                <a:t>Models</a:t>
              </a:r>
            </a:p>
          </p:txBody>
        </p:sp>
        <p:sp>
          <p:nvSpPr>
            <p:cNvPr id="51207" name="Rectangle 5"/>
            <p:cNvSpPr>
              <a:spLocks noChangeArrowheads="1"/>
            </p:cNvSpPr>
            <p:nvPr/>
          </p:nvSpPr>
          <p:spPr bwMode="auto">
            <a:xfrm>
              <a:off x="3504" y="1728"/>
              <a:ext cx="1296" cy="624"/>
            </a:xfrm>
            <a:prstGeom prst="rect">
              <a:avLst/>
            </a:prstGeom>
            <a:solidFill>
              <a:srgbClr val="FFFF99"/>
            </a:solidFill>
            <a:ln w="9525">
              <a:solidFill>
                <a:schemeClr val="tx1"/>
              </a:solidFill>
              <a:miter lim="800000"/>
              <a:headEnd/>
              <a:tailEnd/>
            </a:ln>
            <a:effectLst>
              <a:outerShdw dist="35921" dir="2700000" algn="ctr" rotWithShape="0">
                <a:schemeClr val="bg2"/>
              </a:outerShdw>
            </a:effectLst>
          </p:spPr>
          <p:txBody>
            <a:bodyPr wrap="none" anchor="ctr"/>
            <a:lstStyle/>
            <a:p>
              <a:pPr algn="ctr"/>
              <a:r>
                <a:rPr lang="en-US">
                  <a:latin typeface="Jester" pitchFamily="2" charset="0"/>
                </a:rPr>
                <a:t>Tools</a:t>
              </a:r>
            </a:p>
          </p:txBody>
        </p:sp>
        <p:sp>
          <p:nvSpPr>
            <p:cNvPr id="51208" name="AutoShape 6"/>
            <p:cNvSpPr>
              <a:spLocks noChangeArrowheads="1"/>
            </p:cNvSpPr>
            <p:nvPr/>
          </p:nvSpPr>
          <p:spPr bwMode="auto">
            <a:xfrm>
              <a:off x="2496" y="1872"/>
              <a:ext cx="673" cy="384"/>
            </a:xfrm>
            <a:prstGeom prst="leftRightArrow">
              <a:avLst>
                <a:gd name="adj1" fmla="val 50000"/>
                <a:gd name="adj2" fmla="val 35003"/>
              </a:avLst>
            </a:prstGeom>
            <a:solidFill>
              <a:schemeClr val="accent2"/>
            </a:solidFill>
            <a:ln w="9525">
              <a:solidFill>
                <a:schemeClr val="tx1"/>
              </a:solidFill>
              <a:miter lim="800000"/>
              <a:headEnd/>
              <a:tailEnd/>
            </a:ln>
            <a:effectLst>
              <a:outerShdw dist="35921" dir="2700000" algn="ctr" rotWithShape="0">
                <a:schemeClr val="bg2"/>
              </a:outerShdw>
            </a:effectLst>
          </p:spPr>
          <p:txBody>
            <a:bodyPr wrap="none" anchor="ctr"/>
            <a:lstStyle/>
            <a:p>
              <a:endParaRPr lang="en-US"/>
            </a:p>
          </p:txBody>
        </p:sp>
        <p:sp>
          <p:nvSpPr>
            <p:cNvPr id="51209" name="AutoShape 7"/>
            <p:cNvSpPr>
              <a:spLocks noChangeArrowheads="1"/>
            </p:cNvSpPr>
            <p:nvPr/>
          </p:nvSpPr>
          <p:spPr bwMode="auto">
            <a:xfrm rot="-2551303">
              <a:off x="3648" y="2592"/>
              <a:ext cx="672" cy="384"/>
            </a:xfrm>
            <a:prstGeom prst="leftRightArrow">
              <a:avLst>
                <a:gd name="adj1" fmla="val 50000"/>
                <a:gd name="adj2" fmla="val 35000"/>
              </a:avLst>
            </a:prstGeom>
            <a:solidFill>
              <a:schemeClr val="accent2"/>
            </a:solidFill>
            <a:ln w="9525">
              <a:solidFill>
                <a:schemeClr val="tx1"/>
              </a:solidFill>
              <a:miter lim="800000"/>
              <a:headEnd/>
              <a:tailEnd/>
            </a:ln>
            <a:effectLst>
              <a:outerShdw dist="35921" dir="2700000" algn="ctr" rotWithShape="0">
                <a:schemeClr val="bg2"/>
              </a:outerShdw>
            </a:effectLst>
          </p:spPr>
          <p:txBody>
            <a:bodyPr wrap="none" anchor="ctr"/>
            <a:lstStyle/>
            <a:p>
              <a:endParaRPr lang="en-US"/>
            </a:p>
          </p:txBody>
        </p:sp>
        <p:sp>
          <p:nvSpPr>
            <p:cNvPr id="51210" name="AutoShape 8"/>
            <p:cNvSpPr>
              <a:spLocks noChangeArrowheads="1"/>
            </p:cNvSpPr>
            <p:nvPr/>
          </p:nvSpPr>
          <p:spPr bwMode="auto">
            <a:xfrm rot="2725383">
              <a:off x="1392" y="2640"/>
              <a:ext cx="672" cy="384"/>
            </a:xfrm>
            <a:prstGeom prst="leftRightArrow">
              <a:avLst>
                <a:gd name="adj1" fmla="val 50000"/>
                <a:gd name="adj2" fmla="val 35000"/>
              </a:avLst>
            </a:prstGeom>
            <a:solidFill>
              <a:schemeClr val="accent2"/>
            </a:solidFill>
            <a:ln w="9525">
              <a:solidFill>
                <a:schemeClr val="tx1"/>
              </a:solidFill>
              <a:miter lim="800000"/>
              <a:headEnd/>
              <a:tailEnd/>
            </a:ln>
            <a:effectLst>
              <a:outerShdw dist="35921" dir="2700000" algn="ctr" rotWithShape="0">
                <a:schemeClr val="bg2"/>
              </a:outerShdw>
            </a:effectLst>
          </p:spPr>
          <p:txBody>
            <a:bodyPr wrap="none" anchor="ctr"/>
            <a:lstStyle/>
            <a:p>
              <a:endParaRPr lang="en-US"/>
            </a:p>
          </p:txBody>
        </p:sp>
      </p:grpSp>
      <p:sp>
        <p:nvSpPr>
          <p:cNvPr id="12" name="Title 1">
            <a:extLst>
              <a:ext uri="{FF2B5EF4-FFF2-40B4-BE49-F238E27FC236}">
                <a16:creationId xmlns:a16="http://schemas.microsoft.com/office/drawing/2014/main" id="{0E72F7C0-000C-B746-937C-91599538CAC3}"/>
              </a:ext>
            </a:extLst>
          </p:cNvPr>
          <p:cNvSpPr txBox="1">
            <a:spLocks noChangeArrowheads="1"/>
          </p:cNvSpPr>
          <p:nvPr/>
        </p:nvSpPr>
        <p:spPr bwMode="auto">
          <a:xfrm>
            <a:off x="332444" y="628431"/>
            <a:ext cx="11859556"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sz="5400" b="1" dirty="0">
                <a:solidFill>
                  <a:srgbClr val="840F3E"/>
                </a:solidFill>
              </a:rPr>
              <a:t>MAIN COMPONENTS OF METHODOLOGY</a:t>
            </a:r>
            <a:endParaRPr lang="en-US" altLang="en-US" sz="5400" b="1" dirty="0">
              <a:solidFill>
                <a:srgbClr val="840F3E"/>
              </a:solidFill>
              <a:latin typeface="Calibri Light" panose="020F0302020204030204" pitchFamily="34" charset="0"/>
            </a:endParaRPr>
          </a:p>
        </p:txBody>
      </p:sp>
      <p:grpSp>
        <p:nvGrpSpPr>
          <p:cNvPr id="13" name="Group 12">
            <a:extLst>
              <a:ext uri="{FF2B5EF4-FFF2-40B4-BE49-F238E27FC236}">
                <a16:creationId xmlns:a16="http://schemas.microsoft.com/office/drawing/2014/main" id="{D3B9673E-EFF5-2B44-BCED-BBCFFA43EEA7}"/>
              </a:ext>
            </a:extLst>
          </p:cNvPr>
          <p:cNvGrpSpPr/>
          <p:nvPr/>
        </p:nvGrpSpPr>
        <p:grpSpPr>
          <a:xfrm>
            <a:off x="792987" y="1578101"/>
            <a:ext cx="2001738" cy="1764031"/>
            <a:chOff x="6697" y="1175384"/>
            <a:chExt cx="2001738" cy="1764031"/>
          </a:xfrm>
        </p:grpSpPr>
        <p:sp>
          <p:nvSpPr>
            <p:cNvPr id="14" name="Rounded Rectangle 13">
              <a:extLst>
                <a:ext uri="{FF2B5EF4-FFF2-40B4-BE49-F238E27FC236}">
                  <a16:creationId xmlns:a16="http://schemas.microsoft.com/office/drawing/2014/main" id="{0990D2F4-FE42-A741-BB94-B82468F48CE7}"/>
                </a:ext>
              </a:extLst>
            </p:cNvPr>
            <p:cNvSpPr/>
            <p:nvPr/>
          </p:nvSpPr>
          <p:spPr>
            <a:xfrm>
              <a:off x="6697" y="1175384"/>
              <a:ext cx="2001738" cy="1764031"/>
            </a:xfrm>
            <a:prstGeom prst="roundRect">
              <a:avLst>
                <a:gd name="adj" fmla="val 10000"/>
              </a:avLst>
            </a:pr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sp>
        <p:sp>
          <p:nvSpPr>
            <p:cNvPr id="15" name="Rounded Rectangle 4">
              <a:extLst>
                <a:ext uri="{FF2B5EF4-FFF2-40B4-BE49-F238E27FC236}">
                  <a16:creationId xmlns:a16="http://schemas.microsoft.com/office/drawing/2014/main" id="{728C732C-6F17-3847-A25F-71EFAA333990}"/>
                </a:ext>
              </a:extLst>
            </p:cNvPr>
            <p:cNvSpPr txBox="1"/>
            <p:nvPr/>
          </p:nvSpPr>
          <p:spPr>
            <a:xfrm>
              <a:off x="58364" y="1227051"/>
              <a:ext cx="1898404" cy="166069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Techniques is a collection of guidelines that help an analyst complete a system development.</a:t>
              </a:r>
              <a:endParaRPr lang="en-MY" sz="1800" kern="1200" dirty="0"/>
            </a:p>
          </p:txBody>
        </p:sp>
      </p:grpSp>
      <p:grpSp>
        <p:nvGrpSpPr>
          <p:cNvPr id="17" name="Group 16">
            <a:extLst>
              <a:ext uri="{FF2B5EF4-FFF2-40B4-BE49-F238E27FC236}">
                <a16:creationId xmlns:a16="http://schemas.microsoft.com/office/drawing/2014/main" id="{E3B8E3B6-89B0-CA46-A0C8-B740E5A04EC4}"/>
              </a:ext>
            </a:extLst>
          </p:cNvPr>
          <p:cNvGrpSpPr/>
          <p:nvPr/>
        </p:nvGrpSpPr>
        <p:grpSpPr>
          <a:xfrm>
            <a:off x="792987" y="3490904"/>
            <a:ext cx="2001738" cy="2321960"/>
            <a:chOff x="6697" y="1175384"/>
            <a:chExt cx="2001738" cy="1764031"/>
          </a:xfrm>
        </p:grpSpPr>
        <p:sp>
          <p:nvSpPr>
            <p:cNvPr id="18" name="Rounded Rectangle 17">
              <a:extLst>
                <a:ext uri="{FF2B5EF4-FFF2-40B4-BE49-F238E27FC236}">
                  <a16:creationId xmlns:a16="http://schemas.microsoft.com/office/drawing/2014/main" id="{6AB1A0A3-EA61-954A-ACC2-CCD60ACB239F}"/>
                </a:ext>
              </a:extLst>
            </p:cNvPr>
            <p:cNvSpPr/>
            <p:nvPr/>
          </p:nvSpPr>
          <p:spPr>
            <a:xfrm>
              <a:off x="6697" y="1175384"/>
              <a:ext cx="2001738" cy="1764031"/>
            </a:xfrm>
            <a:prstGeom prst="roundRect">
              <a:avLst>
                <a:gd name="adj" fmla="val 10000"/>
              </a:avLst>
            </a:pr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sp>
        <p:sp>
          <p:nvSpPr>
            <p:cNvPr id="19" name="Rounded Rectangle 4">
              <a:extLst>
                <a:ext uri="{FF2B5EF4-FFF2-40B4-BE49-F238E27FC236}">
                  <a16:creationId xmlns:a16="http://schemas.microsoft.com/office/drawing/2014/main" id="{A889078F-519C-F248-B8F2-139B3F3243D3}"/>
                </a:ext>
              </a:extLst>
            </p:cNvPr>
            <p:cNvSpPr txBox="1"/>
            <p:nvPr/>
          </p:nvSpPr>
          <p:spPr>
            <a:xfrm>
              <a:off x="58364" y="1227051"/>
              <a:ext cx="1898404" cy="166069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68580" tIns="68580" rIns="68580" bIns="68580" numCol="1" spcCol="1270" anchor="ctr" anchorCtr="0">
              <a:noAutofit/>
            </a:bodyPr>
            <a:lstStyle/>
            <a:p>
              <a:pPr marL="457200" indent="-457200">
                <a:spcBef>
                  <a:spcPct val="50000"/>
                </a:spcBef>
                <a:buFontTx/>
                <a:buAutoNum type="arabicPeriod"/>
              </a:pPr>
              <a:r>
                <a:rPr lang="en-US" sz="1100" dirty="0"/>
                <a:t>Strategic Planning</a:t>
              </a:r>
            </a:p>
            <a:p>
              <a:pPr marL="457200" indent="-457200">
                <a:spcBef>
                  <a:spcPct val="50000"/>
                </a:spcBef>
                <a:buFontTx/>
                <a:buAutoNum type="arabicPeriod"/>
              </a:pPr>
              <a:r>
                <a:rPr lang="en-US" sz="1100" dirty="0"/>
                <a:t>User interviewing techniques</a:t>
              </a:r>
            </a:p>
            <a:p>
              <a:pPr marL="457200" indent="-457200">
                <a:spcBef>
                  <a:spcPct val="50000"/>
                </a:spcBef>
                <a:buFontTx/>
                <a:buAutoNum type="arabicPeriod"/>
              </a:pPr>
              <a:r>
                <a:rPr lang="en-US" sz="1100" dirty="0"/>
                <a:t>Data-Modeling techniques</a:t>
              </a:r>
            </a:p>
            <a:p>
              <a:pPr marL="457200" indent="-457200">
                <a:spcBef>
                  <a:spcPct val="50000"/>
                </a:spcBef>
                <a:buFontTx/>
                <a:buAutoNum type="arabicPeriod"/>
              </a:pPr>
              <a:r>
                <a:rPr lang="en-US" sz="1100" dirty="0"/>
                <a:t>Software-testing techniques</a:t>
              </a:r>
            </a:p>
            <a:p>
              <a:pPr marL="457200" indent="-457200">
                <a:spcBef>
                  <a:spcPct val="50000"/>
                </a:spcBef>
                <a:buFontTx/>
                <a:buAutoNum type="arabicPeriod"/>
              </a:pPr>
              <a:r>
                <a:rPr lang="en-US" sz="1100" dirty="0"/>
                <a:t>Project Mgt techniques</a:t>
              </a:r>
            </a:p>
            <a:p>
              <a:pPr marL="457200" indent="-457200">
                <a:spcBef>
                  <a:spcPct val="50000"/>
                </a:spcBef>
                <a:buFontTx/>
                <a:buAutoNum type="arabicPeriod"/>
              </a:pPr>
              <a:r>
                <a:rPr lang="en-US" sz="1100" dirty="0"/>
                <a:t>Structured analysis &amp; design techniques</a:t>
              </a:r>
            </a:p>
          </p:txBody>
        </p:sp>
      </p:grpSp>
      <p:grpSp>
        <p:nvGrpSpPr>
          <p:cNvPr id="21" name="Group 20">
            <a:extLst>
              <a:ext uri="{FF2B5EF4-FFF2-40B4-BE49-F238E27FC236}">
                <a16:creationId xmlns:a16="http://schemas.microsoft.com/office/drawing/2014/main" id="{02394C87-4A3D-AE49-9357-3287C356B2D7}"/>
              </a:ext>
            </a:extLst>
          </p:cNvPr>
          <p:cNvGrpSpPr/>
          <p:nvPr/>
        </p:nvGrpSpPr>
        <p:grpSpPr>
          <a:xfrm>
            <a:off x="3943416" y="4862839"/>
            <a:ext cx="2001738" cy="1764031"/>
            <a:chOff x="2809130" y="1175384"/>
            <a:chExt cx="2001738" cy="1764031"/>
          </a:xfrm>
        </p:grpSpPr>
        <p:sp>
          <p:nvSpPr>
            <p:cNvPr id="22" name="Rounded Rectangle 21">
              <a:extLst>
                <a:ext uri="{FF2B5EF4-FFF2-40B4-BE49-F238E27FC236}">
                  <a16:creationId xmlns:a16="http://schemas.microsoft.com/office/drawing/2014/main" id="{43785794-A36E-574C-AFFE-0B532D5C139A}"/>
                </a:ext>
              </a:extLst>
            </p:cNvPr>
            <p:cNvSpPr/>
            <p:nvPr/>
          </p:nvSpPr>
          <p:spPr>
            <a:xfrm>
              <a:off x="2809130" y="1175384"/>
              <a:ext cx="2001738" cy="1764031"/>
            </a:xfrm>
            <a:prstGeom prst="roundRect">
              <a:avLst>
                <a:gd name="adj" fmla="val 10000"/>
              </a:avLst>
            </a:prstGeom>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sp>
        <p:sp>
          <p:nvSpPr>
            <p:cNvPr id="23" name="Rounded Rectangle 4">
              <a:extLst>
                <a:ext uri="{FF2B5EF4-FFF2-40B4-BE49-F238E27FC236}">
                  <a16:creationId xmlns:a16="http://schemas.microsoft.com/office/drawing/2014/main" id="{4EECF122-75A0-E748-9CC6-1D4B3AA2611E}"/>
                </a:ext>
              </a:extLst>
            </p:cNvPr>
            <p:cNvSpPr txBox="1"/>
            <p:nvPr/>
          </p:nvSpPr>
          <p:spPr>
            <a:xfrm>
              <a:off x="2860797" y="1227051"/>
              <a:ext cx="1898404" cy="166069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Model is a representation of some important aspect of the real world</a:t>
              </a:r>
              <a:endParaRPr lang="en-MY" sz="1800" kern="1200" dirty="0"/>
            </a:p>
          </p:txBody>
        </p:sp>
      </p:grpSp>
      <p:sp>
        <p:nvSpPr>
          <p:cNvPr id="3" name="TextBox 2">
            <a:extLst>
              <a:ext uri="{FF2B5EF4-FFF2-40B4-BE49-F238E27FC236}">
                <a16:creationId xmlns:a16="http://schemas.microsoft.com/office/drawing/2014/main" id="{1B06E27B-0C44-8540-888E-A354724A39D2}"/>
              </a:ext>
            </a:extLst>
          </p:cNvPr>
          <p:cNvSpPr txBox="1"/>
          <p:nvPr/>
        </p:nvSpPr>
        <p:spPr>
          <a:xfrm rot="5400000">
            <a:off x="1641814" y="4533333"/>
            <a:ext cx="2531565" cy="369332"/>
          </a:xfrm>
          <a:prstGeom prst="rect">
            <a:avLst/>
          </a:prstGeom>
          <a:noFill/>
        </p:spPr>
        <p:txBody>
          <a:bodyPr wrap="square" rtlCol="0">
            <a:spAutoFit/>
          </a:bodyPr>
          <a:lstStyle/>
          <a:p>
            <a:pPr algn="ctr"/>
            <a:r>
              <a:rPr lang="en-US" dirty="0"/>
              <a:t>TECHNIQUE SAMPLES</a:t>
            </a:r>
          </a:p>
        </p:txBody>
      </p:sp>
      <p:grpSp>
        <p:nvGrpSpPr>
          <p:cNvPr id="25" name="Group 24">
            <a:extLst>
              <a:ext uri="{FF2B5EF4-FFF2-40B4-BE49-F238E27FC236}">
                <a16:creationId xmlns:a16="http://schemas.microsoft.com/office/drawing/2014/main" id="{721AFD31-54BA-4340-B59E-28AF9C1CE9D5}"/>
              </a:ext>
            </a:extLst>
          </p:cNvPr>
          <p:cNvGrpSpPr/>
          <p:nvPr/>
        </p:nvGrpSpPr>
        <p:grpSpPr>
          <a:xfrm>
            <a:off x="6246847" y="4835686"/>
            <a:ext cx="2001738" cy="1764031"/>
            <a:chOff x="2809130" y="1175384"/>
            <a:chExt cx="2001738" cy="1764031"/>
          </a:xfrm>
        </p:grpSpPr>
        <p:sp>
          <p:nvSpPr>
            <p:cNvPr id="26" name="Rounded Rectangle 25">
              <a:extLst>
                <a:ext uri="{FF2B5EF4-FFF2-40B4-BE49-F238E27FC236}">
                  <a16:creationId xmlns:a16="http://schemas.microsoft.com/office/drawing/2014/main" id="{9E5DE2F7-37F7-A842-ACCD-2772EBF27FAE}"/>
                </a:ext>
              </a:extLst>
            </p:cNvPr>
            <p:cNvSpPr/>
            <p:nvPr/>
          </p:nvSpPr>
          <p:spPr>
            <a:xfrm>
              <a:off x="2809130" y="1175384"/>
              <a:ext cx="2001738" cy="1764031"/>
            </a:xfrm>
            <a:prstGeom prst="roundRect">
              <a:avLst>
                <a:gd name="adj" fmla="val 10000"/>
              </a:avLst>
            </a:prstGeom>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sp>
        <p:sp>
          <p:nvSpPr>
            <p:cNvPr id="27" name="Rounded Rectangle 4">
              <a:extLst>
                <a:ext uri="{FF2B5EF4-FFF2-40B4-BE49-F238E27FC236}">
                  <a16:creationId xmlns:a16="http://schemas.microsoft.com/office/drawing/2014/main" id="{3CF5D90D-E334-C848-821E-6FCFDB81B88D}"/>
                </a:ext>
              </a:extLst>
            </p:cNvPr>
            <p:cNvSpPr txBox="1"/>
            <p:nvPr/>
          </p:nvSpPr>
          <p:spPr>
            <a:xfrm>
              <a:off x="2860797" y="1227051"/>
              <a:ext cx="1898404" cy="166069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68580" tIns="68580" rIns="68580" bIns="68580" numCol="1" spcCol="1270" anchor="ctr" anchorCtr="0">
              <a:noAutofit/>
            </a:bodyPr>
            <a:lstStyle/>
            <a:p>
              <a:pPr marL="457200" indent="-457200">
                <a:spcBef>
                  <a:spcPct val="50000"/>
                </a:spcBef>
                <a:buFontTx/>
                <a:buAutoNum type="arabicPeriod"/>
              </a:pPr>
              <a:r>
                <a:rPr lang="en-US" sz="1050" dirty="0"/>
                <a:t>Flowchart</a:t>
              </a:r>
            </a:p>
            <a:p>
              <a:pPr marL="457200" indent="-457200">
                <a:spcBef>
                  <a:spcPct val="50000"/>
                </a:spcBef>
                <a:buFontTx/>
                <a:buAutoNum type="arabicPeriod"/>
              </a:pPr>
              <a:r>
                <a:rPr lang="en-US" sz="1050" dirty="0"/>
                <a:t>Data Flow Diagram (DFD)</a:t>
              </a:r>
            </a:p>
            <a:p>
              <a:pPr marL="457200" indent="-457200">
                <a:spcBef>
                  <a:spcPct val="50000"/>
                </a:spcBef>
                <a:buFontTx/>
                <a:buAutoNum type="arabicPeriod"/>
              </a:pPr>
              <a:r>
                <a:rPr lang="en-US" sz="1050" dirty="0"/>
                <a:t>Entity-Relationship Diagram (ERD)</a:t>
              </a:r>
            </a:p>
            <a:p>
              <a:pPr marL="457200" indent="-457200">
                <a:spcBef>
                  <a:spcPct val="50000"/>
                </a:spcBef>
                <a:buFontTx/>
                <a:buAutoNum type="arabicPeriod"/>
              </a:pPr>
              <a:r>
                <a:rPr lang="en-US" sz="1050" dirty="0"/>
                <a:t>Structure Chart</a:t>
              </a:r>
            </a:p>
            <a:p>
              <a:pPr marL="457200" indent="-457200">
                <a:spcBef>
                  <a:spcPct val="50000"/>
                </a:spcBef>
                <a:buFontTx/>
                <a:buAutoNum type="arabicPeriod"/>
              </a:pPr>
              <a:r>
                <a:rPr lang="en-US" sz="1050" dirty="0"/>
                <a:t>Class diagram</a:t>
              </a:r>
            </a:p>
            <a:p>
              <a:pPr marL="457200" indent="-457200">
                <a:spcBef>
                  <a:spcPct val="50000"/>
                </a:spcBef>
                <a:buFontTx/>
                <a:buAutoNum type="arabicPeriod"/>
              </a:pPr>
              <a:r>
                <a:rPr lang="en-US" sz="1050" dirty="0"/>
                <a:t>Sequence diagram</a:t>
              </a:r>
            </a:p>
          </p:txBody>
        </p:sp>
      </p:grpSp>
      <p:sp>
        <p:nvSpPr>
          <p:cNvPr id="29" name="TextBox 28">
            <a:extLst>
              <a:ext uri="{FF2B5EF4-FFF2-40B4-BE49-F238E27FC236}">
                <a16:creationId xmlns:a16="http://schemas.microsoft.com/office/drawing/2014/main" id="{943A396D-4DA3-5C45-8652-8DB9019122DB}"/>
              </a:ext>
            </a:extLst>
          </p:cNvPr>
          <p:cNvSpPr txBox="1"/>
          <p:nvPr/>
        </p:nvSpPr>
        <p:spPr>
          <a:xfrm rot="5400000">
            <a:off x="7099829" y="5549914"/>
            <a:ext cx="2531565" cy="369332"/>
          </a:xfrm>
          <a:prstGeom prst="rect">
            <a:avLst/>
          </a:prstGeom>
          <a:noFill/>
        </p:spPr>
        <p:txBody>
          <a:bodyPr wrap="square" rtlCol="0">
            <a:spAutoFit/>
          </a:bodyPr>
          <a:lstStyle/>
          <a:p>
            <a:pPr algn="ctr"/>
            <a:r>
              <a:rPr lang="en-US" dirty="0"/>
              <a:t>MODEL SAMPLES</a:t>
            </a:r>
          </a:p>
        </p:txBody>
      </p:sp>
      <p:sp>
        <p:nvSpPr>
          <p:cNvPr id="36" name="Doughnut 35">
            <a:extLst>
              <a:ext uri="{FF2B5EF4-FFF2-40B4-BE49-F238E27FC236}">
                <a16:creationId xmlns:a16="http://schemas.microsoft.com/office/drawing/2014/main" id="{F5F6D769-27AD-D743-948A-F22632A9A234}"/>
              </a:ext>
            </a:extLst>
          </p:cNvPr>
          <p:cNvSpPr/>
          <p:nvPr/>
        </p:nvSpPr>
        <p:spPr>
          <a:xfrm>
            <a:off x="8909023" y="2401761"/>
            <a:ext cx="2630185" cy="2321960"/>
          </a:xfrm>
          <a:prstGeom prst="donut">
            <a:avLst/>
          </a:pr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grpSp>
        <p:nvGrpSpPr>
          <p:cNvPr id="30" name="Group 29">
            <a:extLst>
              <a:ext uri="{FF2B5EF4-FFF2-40B4-BE49-F238E27FC236}">
                <a16:creationId xmlns:a16="http://schemas.microsoft.com/office/drawing/2014/main" id="{DE826509-C752-304C-B9AA-D50F92507896}"/>
              </a:ext>
            </a:extLst>
          </p:cNvPr>
          <p:cNvGrpSpPr/>
          <p:nvPr/>
        </p:nvGrpSpPr>
        <p:grpSpPr>
          <a:xfrm>
            <a:off x="9234383" y="1599981"/>
            <a:ext cx="2001738" cy="1764031"/>
            <a:chOff x="5611564" y="1175384"/>
            <a:chExt cx="2001738" cy="1764031"/>
          </a:xfrm>
        </p:grpSpPr>
        <p:sp>
          <p:nvSpPr>
            <p:cNvPr id="31" name="Rounded Rectangle 30">
              <a:extLst>
                <a:ext uri="{FF2B5EF4-FFF2-40B4-BE49-F238E27FC236}">
                  <a16:creationId xmlns:a16="http://schemas.microsoft.com/office/drawing/2014/main" id="{157CFF12-F05C-074F-B45A-3A8BF84EE7D5}"/>
                </a:ext>
              </a:extLst>
            </p:cNvPr>
            <p:cNvSpPr/>
            <p:nvPr/>
          </p:nvSpPr>
          <p:spPr>
            <a:xfrm>
              <a:off x="5611564" y="1175384"/>
              <a:ext cx="2001738" cy="1764031"/>
            </a:xfrm>
            <a:prstGeom prst="roundRect">
              <a:avLst>
                <a:gd name="adj" fmla="val 10000"/>
              </a:avLst>
            </a:prstGeom>
          </p:spPr>
          <p:style>
            <a:lnRef idx="2">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sp>
        <p:sp>
          <p:nvSpPr>
            <p:cNvPr id="32" name="Rounded Rectangle 4">
              <a:extLst>
                <a:ext uri="{FF2B5EF4-FFF2-40B4-BE49-F238E27FC236}">
                  <a16:creationId xmlns:a16="http://schemas.microsoft.com/office/drawing/2014/main" id="{F139A405-71BB-F244-9CB6-36DF555E5D83}"/>
                </a:ext>
              </a:extLst>
            </p:cNvPr>
            <p:cNvSpPr txBox="1"/>
            <p:nvPr/>
          </p:nvSpPr>
          <p:spPr>
            <a:xfrm>
              <a:off x="5663231" y="1227051"/>
              <a:ext cx="1898404" cy="166069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a:t>Tool is software tool that helps create models or other components required in the project</a:t>
              </a:r>
              <a:endParaRPr lang="en-MY" sz="1800" kern="1200" dirty="0"/>
            </a:p>
          </p:txBody>
        </p:sp>
      </p:grpSp>
      <p:grpSp>
        <p:nvGrpSpPr>
          <p:cNvPr id="33" name="Group 32">
            <a:extLst>
              <a:ext uri="{FF2B5EF4-FFF2-40B4-BE49-F238E27FC236}">
                <a16:creationId xmlns:a16="http://schemas.microsoft.com/office/drawing/2014/main" id="{754DCC8E-5E25-7F40-B6BB-86285EF544C4}"/>
              </a:ext>
            </a:extLst>
          </p:cNvPr>
          <p:cNvGrpSpPr/>
          <p:nvPr/>
        </p:nvGrpSpPr>
        <p:grpSpPr>
          <a:xfrm>
            <a:off x="9234383" y="3493988"/>
            <a:ext cx="2001738" cy="2423948"/>
            <a:chOff x="5611564" y="1175384"/>
            <a:chExt cx="2001738" cy="1764031"/>
          </a:xfrm>
        </p:grpSpPr>
        <p:sp>
          <p:nvSpPr>
            <p:cNvPr id="34" name="Rounded Rectangle 33">
              <a:extLst>
                <a:ext uri="{FF2B5EF4-FFF2-40B4-BE49-F238E27FC236}">
                  <a16:creationId xmlns:a16="http://schemas.microsoft.com/office/drawing/2014/main" id="{4334A58B-8EF0-A94C-BF75-E0D19AFA1A9B}"/>
                </a:ext>
              </a:extLst>
            </p:cNvPr>
            <p:cNvSpPr/>
            <p:nvPr/>
          </p:nvSpPr>
          <p:spPr>
            <a:xfrm>
              <a:off x="5611564" y="1175384"/>
              <a:ext cx="2001738" cy="1764031"/>
            </a:xfrm>
            <a:prstGeom prst="roundRect">
              <a:avLst>
                <a:gd name="adj" fmla="val 10000"/>
              </a:avLst>
            </a:prstGeom>
          </p:spPr>
          <p:style>
            <a:lnRef idx="2">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sp>
        <p:sp>
          <p:nvSpPr>
            <p:cNvPr id="35" name="Rounded Rectangle 4">
              <a:extLst>
                <a:ext uri="{FF2B5EF4-FFF2-40B4-BE49-F238E27FC236}">
                  <a16:creationId xmlns:a16="http://schemas.microsoft.com/office/drawing/2014/main" id="{5A9DFA70-F0B0-FF46-ADA6-A24152A7208F}"/>
                </a:ext>
              </a:extLst>
            </p:cNvPr>
            <p:cNvSpPr txBox="1"/>
            <p:nvPr/>
          </p:nvSpPr>
          <p:spPr>
            <a:xfrm>
              <a:off x="5663231" y="1227051"/>
              <a:ext cx="1898404" cy="1660697"/>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68580" tIns="68580" rIns="68580" bIns="68580" numCol="1" spcCol="1270" anchor="ctr" anchorCtr="0">
              <a:noAutofit/>
            </a:bodyPr>
            <a:lstStyle/>
            <a:p>
              <a:pPr marL="457200" indent="-457200">
                <a:spcBef>
                  <a:spcPct val="50000"/>
                </a:spcBef>
                <a:buFontTx/>
                <a:buAutoNum type="arabicPeriod"/>
              </a:pPr>
              <a:r>
                <a:rPr lang="en-US" sz="1200" dirty="0"/>
                <a:t>CASE</a:t>
              </a:r>
            </a:p>
            <a:p>
              <a:pPr marL="457200" indent="-457200">
                <a:spcBef>
                  <a:spcPct val="50000"/>
                </a:spcBef>
                <a:buFontTx/>
                <a:buAutoNum type="arabicPeriod"/>
              </a:pPr>
              <a:r>
                <a:rPr lang="en-US" sz="1200" dirty="0"/>
                <a:t>Drawing/graphic applications</a:t>
              </a:r>
            </a:p>
            <a:p>
              <a:pPr marL="457200" indent="-457200">
                <a:spcBef>
                  <a:spcPct val="50000"/>
                </a:spcBef>
                <a:buFontTx/>
                <a:buAutoNum type="arabicPeriod"/>
              </a:pPr>
              <a:r>
                <a:rPr lang="en-US" sz="1200" dirty="0"/>
                <a:t>Reverse-engineering tool</a:t>
              </a:r>
            </a:p>
            <a:p>
              <a:pPr marL="457200" indent="-457200">
                <a:spcBef>
                  <a:spcPct val="50000"/>
                </a:spcBef>
                <a:buFontTx/>
                <a:buAutoNum type="arabicPeriod"/>
              </a:pPr>
              <a:r>
                <a:rPr lang="en-US" sz="1200" dirty="0"/>
                <a:t>Code generator tool</a:t>
              </a:r>
            </a:p>
            <a:p>
              <a:pPr marL="457200" indent="-457200">
                <a:spcBef>
                  <a:spcPct val="50000"/>
                </a:spcBef>
                <a:buFontTx/>
                <a:buAutoNum type="arabicPeriod"/>
              </a:pPr>
              <a:r>
                <a:rPr lang="en-US" sz="1200" dirty="0"/>
                <a:t>Database management application</a:t>
              </a:r>
            </a:p>
            <a:p>
              <a:pPr marL="457200" indent="-457200">
                <a:spcBef>
                  <a:spcPct val="50000"/>
                </a:spcBef>
                <a:buFontTx/>
                <a:buAutoNum type="arabicPeriod"/>
              </a:pPr>
              <a:r>
                <a:rPr lang="en-US" sz="1200" dirty="0"/>
                <a:t>Word processor</a:t>
              </a:r>
            </a:p>
          </p:txBody>
        </p:sp>
      </p:grpSp>
      <p:sp>
        <p:nvSpPr>
          <p:cNvPr id="37" name="TextBox 36">
            <a:extLst>
              <a:ext uri="{FF2B5EF4-FFF2-40B4-BE49-F238E27FC236}">
                <a16:creationId xmlns:a16="http://schemas.microsoft.com/office/drawing/2014/main" id="{B61CAE7E-7219-4A47-9A60-580AF61E4593}"/>
              </a:ext>
            </a:extLst>
          </p:cNvPr>
          <p:cNvSpPr txBox="1"/>
          <p:nvPr/>
        </p:nvSpPr>
        <p:spPr>
          <a:xfrm rot="5400000">
            <a:off x="10088017" y="4539055"/>
            <a:ext cx="2531565" cy="369332"/>
          </a:xfrm>
          <a:prstGeom prst="rect">
            <a:avLst/>
          </a:prstGeom>
          <a:noFill/>
        </p:spPr>
        <p:txBody>
          <a:bodyPr wrap="square" rtlCol="0">
            <a:spAutoFit/>
          </a:bodyPr>
          <a:lstStyle/>
          <a:p>
            <a:pPr algn="ctr"/>
            <a:r>
              <a:rPr lang="en-US" dirty="0"/>
              <a:t>TOOLS SAMPLES</a:t>
            </a:r>
          </a:p>
        </p:txBody>
      </p:sp>
    </p:spTree>
    <p:extLst>
      <p:ext uri="{BB962C8B-B14F-4D97-AF65-F5344CB8AC3E}">
        <p14:creationId xmlns:p14="http://schemas.microsoft.com/office/powerpoint/2010/main" val="3230883387"/>
      </p:ext>
    </p:extLst>
  </p:cSld>
  <p:clrMapOvr>
    <a:masterClrMapping/>
  </p:clrMapOvr>
  <mc:AlternateContent xmlns:mc="http://schemas.openxmlformats.org/markup-compatibility/2006" xmlns:p14="http://schemas.microsoft.com/office/powerpoint/2010/main">
    <mc:Choice Requires="p14">
      <p:transition spd="slow" p14:dur="2000" advTm="91788"/>
    </mc:Choice>
    <mc:Fallback xmlns="">
      <p:transition spd="slow" advTm="91788"/>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D54FE0B7-8658-DA4E-ADF8-A64390677CB1}"/>
              </a:ext>
            </a:extLst>
          </p:cNvPr>
          <p:cNvSpPr txBox="1">
            <a:spLocks noChangeArrowheads="1"/>
          </p:cNvSpPr>
          <p:nvPr/>
        </p:nvSpPr>
        <p:spPr bwMode="auto">
          <a:xfrm>
            <a:off x="473291" y="1074122"/>
            <a:ext cx="3457572" cy="39845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sz="4000" b="1" dirty="0">
                <a:solidFill>
                  <a:srgbClr val="840F3E"/>
                </a:solidFill>
              </a:rPr>
              <a:t>TOPIC SUMMARY</a:t>
            </a:r>
            <a:endParaRPr lang="en-US" altLang="en-US" sz="4000" b="1" dirty="0">
              <a:solidFill>
                <a:srgbClr val="840F3E"/>
              </a:solidFill>
              <a:latin typeface="Calibri Light" panose="020F0302020204030204" pitchFamily="34" charset="0"/>
            </a:endParaRPr>
          </a:p>
        </p:txBody>
      </p:sp>
      <p:sp>
        <p:nvSpPr>
          <p:cNvPr id="6" name="Rectangle 3">
            <a:extLst>
              <a:ext uri="{FF2B5EF4-FFF2-40B4-BE49-F238E27FC236}">
                <a16:creationId xmlns:a16="http://schemas.microsoft.com/office/drawing/2014/main" id="{A911DB54-9B75-8346-BB13-FBC4992A391D}"/>
              </a:ext>
            </a:extLst>
          </p:cNvPr>
          <p:cNvSpPr txBox="1">
            <a:spLocks noChangeArrowheads="1"/>
          </p:cNvSpPr>
          <p:nvPr/>
        </p:nvSpPr>
        <p:spPr>
          <a:xfrm>
            <a:off x="4044950" y="781966"/>
            <a:ext cx="8147050" cy="4568825"/>
          </a:xfrm>
        </p:spPr>
        <p:txBody>
          <a:bodyPr/>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lnSpc>
                <a:spcPct val="80000"/>
              </a:lnSpc>
            </a:pPr>
            <a:r>
              <a:rPr lang="en-US" sz="3200" dirty="0">
                <a:solidFill>
                  <a:schemeClr val="bg1"/>
                </a:solidFill>
              </a:rPr>
              <a:t>Information is a key resource</a:t>
            </a:r>
          </a:p>
          <a:p>
            <a:pPr eaLnBrk="1" hangingPunct="1">
              <a:lnSpc>
                <a:spcPct val="80000"/>
              </a:lnSpc>
            </a:pPr>
            <a:r>
              <a:rPr lang="en-US" sz="3200" dirty="0">
                <a:solidFill>
                  <a:schemeClr val="bg1"/>
                </a:solidFill>
              </a:rPr>
              <a:t>Systems analysts deal with many types of information systems</a:t>
            </a:r>
          </a:p>
          <a:p>
            <a:pPr eaLnBrk="1" hangingPunct="1">
              <a:lnSpc>
                <a:spcPct val="80000"/>
              </a:lnSpc>
            </a:pPr>
            <a:r>
              <a:rPr lang="en-US" sz="3200" dirty="0">
                <a:solidFill>
                  <a:schemeClr val="bg1"/>
                </a:solidFill>
              </a:rPr>
              <a:t>Integration of traditional systems with new technologies</a:t>
            </a:r>
          </a:p>
          <a:p>
            <a:pPr eaLnBrk="1" hangingPunct="1">
              <a:lnSpc>
                <a:spcPct val="80000"/>
              </a:lnSpc>
            </a:pPr>
            <a:r>
              <a:rPr lang="en-US" sz="3200" dirty="0">
                <a:solidFill>
                  <a:schemeClr val="bg1"/>
                </a:solidFill>
              </a:rPr>
              <a:t>Roles and qualities of the systems analyst</a:t>
            </a:r>
          </a:p>
          <a:p>
            <a:pPr eaLnBrk="1" hangingPunct="1">
              <a:lnSpc>
                <a:spcPct val="80000"/>
              </a:lnSpc>
            </a:pPr>
            <a:r>
              <a:rPr lang="en-US" sz="3200" dirty="0">
                <a:solidFill>
                  <a:schemeClr val="bg1"/>
                </a:solidFill>
              </a:rPr>
              <a:t>The systems Development Life Cycle</a:t>
            </a:r>
          </a:p>
          <a:p>
            <a:pPr eaLnBrk="1" hangingPunct="1">
              <a:lnSpc>
                <a:spcPct val="80000"/>
              </a:lnSpc>
            </a:pPr>
            <a:r>
              <a:rPr lang="en-US" sz="3200" dirty="0">
                <a:solidFill>
                  <a:schemeClr val="bg1"/>
                </a:solidFill>
              </a:rPr>
              <a:t>CASE tools</a:t>
            </a:r>
          </a:p>
          <a:p>
            <a:pPr eaLnBrk="1" hangingPunct="1">
              <a:lnSpc>
                <a:spcPct val="80000"/>
              </a:lnSpc>
            </a:pPr>
            <a:r>
              <a:rPr lang="en-US" sz="3200" dirty="0">
                <a:solidFill>
                  <a:schemeClr val="bg1"/>
                </a:solidFill>
              </a:rPr>
              <a:t>Alternatives to structured analysis and design and to the SDLC</a:t>
            </a:r>
          </a:p>
        </p:txBody>
      </p:sp>
    </p:spTree>
    <p:extLst>
      <p:ext uri="{BB962C8B-B14F-4D97-AF65-F5344CB8AC3E}">
        <p14:creationId xmlns:p14="http://schemas.microsoft.com/office/powerpoint/2010/main" val="488735172"/>
      </p:ext>
    </p:extLst>
  </p:cSld>
  <p:clrMapOvr>
    <a:masterClrMapping/>
  </p:clrMapOvr>
  <mc:AlternateContent xmlns:mc="http://schemas.openxmlformats.org/markup-compatibility/2006" xmlns:p14="http://schemas.microsoft.com/office/powerpoint/2010/main">
    <mc:Choice Requires="p14">
      <p:transition spd="slow" p14:dur="2000" advTm="43819"/>
    </mc:Choice>
    <mc:Fallback xmlns="">
      <p:transition spd="slow" advTm="43819"/>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83A0B602-6578-FD4B-A589-5C8BB251081A}"/>
              </a:ext>
            </a:extLst>
          </p:cNvPr>
          <p:cNvGrpSpPr/>
          <p:nvPr/>
        </p:nvGrpSpPr>
        <p:grpSpPr>
          <a:xfrm>
            <a:off x="2174161" y="1876"/>
            <a:ext cx="9440863" cy="6615112"/>
            <a:chOff x="1095375" y="90488"/>
            <a:chExt cx="9440863" cy="6615112"/>
          </a:xfrm>
        </p:grpSpPr>
        <p:pic>
          <p:nvPicPr>
            <p:cNvPr id="66565" name="Picture 3" descr="C:\Program Files\Common Files\Microsoft Shared\Clipart\cagcat50\pe02043_.wmf"/>
            <p:cNvPicPr>
              <a:picLocks noChangeAspect="1" noChangeArrowheads="1"/>
            </p:cNvPicPr>
            <p:nvPr/>
          </p:nvPicPr>
          <p:blipFill>
            <a:blip r:embed="rId3" cstate="print"/>
            <a:srcRect/>
            <a:stretch>
              <a:fillRect/>
            </a:stretch>
          </p:blipFill>
          <p:spPr bwMode="auto">
            <a:xfrm flipH="1">
              <a:off x="8174038" y="166688"/>
              <a:ext cx="685800" cy="990600"/>
            </a:xfrm>
            <a:prstGeom prst="rect">
              <a:avLst/>
            </a:prstGeom>
            <a:noFill/>
            <a:ln w="9525">
              <a:noFill/>
              <a:miter lim="800000"/>
              <a:headEnd/>
              <a:tailEnd/>
            </a:ln>
          </p:spPr>
        </p:pic>
        <p:grpSp>
          <p:nvGrpSpPr>
            <p:cNvPr id="66566" name="Group 4"/>
            <p:cNvGrpSpPr>
              <a:grpSpLocks/>
            </p:cNvGrpSpPr>
            <p:nvPr/>
          </p:nvGrpSpPr>
          <p:grpSpPr bwMode="auto">
            <a:xfrm>
              <a:off x="8936038" y="471488"/>
              <a:ext cx="469900" cy="228600"/>
              <a:chOff x="480" y="432"/>
              <a:chExt cx="296" cy="144"/>
            </a:xfrm>
          </p:grpSpPr>
          <p:sp>
            <p:nvSpPr>
              <p:cNvPr id="66760" name="Freeform 5"/>
              <p:cNvSpPr>
                <a:spLocks/>
              </p:cNvSpPr>
              <p:nvPr/>
            </p:nvSpPr>
            <p:spPr bwMode="auto">
              <a:xfrm>
                <a:off x="480" y="480"/>
                <a:ext cx="200" cy="48"/>
              </a:xfrm>
              <a:custGeom>
                <a:avLst/>
                <a:gdLst>
                  <a:gd name="T0" fmla="*/ 0 w 152"/>
                  <a:gd name="T1" fmla="*/ 0 h 192"/>
                  <a:gd name="T2" fmla="*/ 497 w 152"/>
                  <a:gd name="T3" fmla="*/ 0 h 192"/>
                  <a:gd name="T4" fmla="*/ 747 w 152"/>
                  <a:gd name="T5" fmla="*/ 0 h 192"/>
                  <a:gd name="T6" fmla="*/ 247 w 152"/>
                  <a:gd name="T7" fmla="*/ 0 h 192"/>
                  <a:gd name="T8" fmla="*/ 0 60000 65536"/>
                  <a:gd name="T9" fmla="*/ 0 60000 65536"/>
                  <a:gd name="T10" fmla="*/ 0 60000 65536"/>
                  <a:gd name="T11" fmla="*/ 0 60000 65536"/>
                  <a:gd name="T12" fmla="*/ 0 w 152"/>
                  <a:gd name="T13" fmla="*/ 0 h 192"/>
                  <a:gd name="T14" fmla="*/ 152 w 152"/>
                  <a:gd name="T15" fmla="*/ 192 h 192"/>
                </a:gdLst>
                <a:ahLst/>
                <a:cxnLst>
                  <a:cxn ang="T8">
                    <a:pos x="T0" y="T1"/>
                  </a:cxn>
                  <a:cxn ang="T9">
                    <a:pos x="T2" y="T3"/>
                  </a:cxn>
                  <a:cxn ang="T10">
                    <a:pos x="T4" y="T5"/>
                  </a:cxn>
                  <a:cxn ang="T11">
                    <a:pos x="T6" y="T7"/>
                  </a:cxn>
                </a:cxnLst>
                <a:rect l="T12" t="T13" r="T14" b="T15"/>
                <a:pathLst>
                  <a:path w="152" h="192">
                    <a:moveTo>
                      <a:pt x="0" y="0"/>
                    </a:moveTo>
                    <a:cubicBezTo>
                      <a:pt x="36" y="12"/>
                      <a:pt x="72" y="24"/>
                      <a:pt x="96" y="48"/>
                    </a:cubicBezTo>
                    <a:cubicBezTo>
                      <a:pt x="120" y="72"/>
                      <a:pt x="152" y="120"/>
                      <a:pt x="144" y="144"/>
                    </a:cubicBezTo>
                    <a:cubicBezTo>
                      <a:pt x="136" y="168"/>
                      <a:pt x="92" y="180"/>
                      <a:pt x="48" y="192"/>
                    </a:cubicBezTo>
                  </a:path>
                </a:pathLst>
              </a:custGeom>
              <a:noFill/>
              <a:ln w="28575">
                <a:solidFill>
                  <a:schemeClr val="tx1"/>
                </a:solidFill>
                <a:round/>
                <a:headEnd/>
                <a:tailEnd/>
              </a:ln>
            </p:spPr>
            <p:txBody>
              <a:bodyPr/>
              <a:lstStyle/>
              <a:p>
                <a:endParaRPr lang="en-MY"/>
              </a:p>
            </p:txBody>
          </p:sp>
          <p:sp>
            <p:nvSpPr>
              <p:cNvPr id="66761" name="Freeform 6"/>
              <p:cNvSpPr>
                <a:spLocks/>
              </p:cNvSpPr>
              <p:nvPr/>
            </p:nvSpPr>
            <p:spPr bwMode="auto">
              <a:xfrm>
                <a:off x="576" y="432"/>
                <a:ext cx="200" cy="144"/>
              </a:xfrm>
              <a:custGeom>
                <a:avLst/>
                <a:gdLst>
                  <a:gd name="T0" fmla="*/ 0 w 200"/>
                  <a:gd name="T1" fmla="*/ 0 h 288"/>
                  <a:gd name="T2" fmla="*/ 144 w 200"/>
                  <a:gd name="T3" fmla="*/ 2 h 288"/>
                  <a:gd name="T4" fmla="*/ 192 w 200"/>
                  <a:gd name="T5" fmla="*/ 3 h 288"/>
                  <a:gd name="T6" fmla="*/ 96 w 200"/>
                  <a:gd name="T7" fmla="*/ 5 h 288"/>
                  <a:gd name="T8" fmla="*/ 0 60000 65536"/>
                  <a:gd name="T9" fmla="*/ 0 60000 65536"/>
                  <a:gd name="T10" fmla="*/ 0 60000 65536"/>
                  <a:gd name="T11" fmla="*/ 0 60000 65536"/>
                  <a:gd name="T12" fmla="*/ 0 w 200"/>
                  <a:gd name="T13" fmla="*/ 0 h 288"/>
                  <a:gd name="T14" fmla="*/ 200 w 200"/>
                  <a:gd name="T15" fmla="*/ 288 h 288"/>
                </a:gdLst>
                <a:ahLst/>
                <a:cxnLst>
                  <a:cxn ang="T8">
                    <a:pos x="T0" y="T1"/>
                  </a:cxn>
                  <a:cxn ang="T9">
                    <a:pos x="T2" y="T3"/>
                  </a:cxn>
                  <a:cxn ang="T10">
                    <a:pos x="T4" y="T5"/>
                  </a:cxn>
                  <a:cxn ang="T11">
                    <a:pos x="T6" y="T7"/>
                  </a:cxn>
                </a:cxnLst>
                <a:rect l="T12" t="T13" r="T14" b="T15"/>
                <a:pathLst>
                  <a:path w="200" h="288">
                    <a:moveTo>
                      <a:pt x="0" y="0"/>
                    </a:moveTo>
                    <a:cubicBezTo>
                      <a:pt x="56" y="36"/>
                      <a:pt x="112" y="72"/>
                      <a:pt x="144" y="96"/>
                    </a:cubicBezTo>
                    <a:cubicBezTo>
                      <a:pt x="176" y="120"/>
                      <a:pt x="200" y="112"/>
                      <a:pt x="192" y="144"/>
                    </a:cubicBezTo>
                    <a:cubicBezTo>
                      <a:pt x="184" y="176"/>
                      <a:pt x="140" y="232"/>
                      <a:pt x="96" y="288"/>
                    </a:cubicBezTo>
                  </a:path>
                </a:pathLst>
              </a:custGeom>
              <a:noFill/>
              <a:ln w="28575">
                <a:solidFill>
                  <a:schemeClr val="tx1"/>
                </a:solidFill>
                <a:round/>
                <a:headEnd/>
                <a:tailEnd/>
              </a:ln>
            </p:spPr>
            <p:txBody>
              <a:bodyPr/>
              <a:lstStyle/>
              <a:p>
                <a:endParaRPr lang="en-MY"/>
              </a:p>
            </p:txBody>
          </p:sp>
        </p:grpSp>
        <p:grpSp>
          <p:nvGrpSpPr>
            <p:cNvPr id="66567" name="Group 7"/>
            <p:cNvGrpSpPr>
              <a:grpSpLocks/>
            </p:cNvGrpSpPr>
            <p:nvPr/>
          </p:nvGrpSpPr>
          <p:grpSpPr bwMode="auto">
            <a:xfrm>
              <a:off x="5888038" y="3443288"/>
              <a:ext cx="609600" cy="1066800"/>
              <a:chOff x="2448" y="2112"/>
              <a:chExt cx="384" cy="672"/>
            </a:xfrm>
          </p:grpSpPr>
          <p:pic>
            <p:nvPicPr>
              <p:cNvPr id="66758" name="Picture 8" descr="C:\Program Files\Common Files\Microsoft Shared\Clipart\cagcat50\bd05219_.wmf"/>
              <p:cNvPicPr>
                <a:picLocks noChangeAspect="1" noChangeArrowheads="1"/>
              </p:cNvPicPr>
              <p:nvPr/>
            </p:nvPicPr>
            <p:blipFill>
              <a:blip r:embed="rId4" cstate="print"/>
              <a:srcRect/>
              <a:stretch>
                <a:fillRect/>
              </a:stretch>
            </p:blipFill>
            <p:spPr bwMode="auto">
              <a:xfrm>
                <a:off x="2448" y="2112"/>
                <a:ext cx="384" cy="360"/>
              </a:xfrm>
              <a:prstGeom prst="rect">
                <a:avLst/>
              </a:prstGeom>
              <a:noFill/>
              <a:ln w="9525">
                <a:noFill/>
                <a:miter lim="800000"/>
                <a:headEnd/>
                <a:tailEnd/>
              </a:ln>
            </p:spPr>
          </p:pic>
          <p:pic>
            <p:nvPicPr>
              <p:cNvPr id="66759" name="Picture 9" descr="http://images.google.com/images?q=tbn:4jXqd7Qw6c8C:www.nycenet.edu/daa/Summer_School_2001/report.jpg">
                <a:hlinkClick r:id="rId5"/>
              </p:cNvPr>
              <p:cNvPicPr>
                <a:picLocks noChangeAspect="1" noChangeArrowheads="1"/>
              </p:cNvPicPr>
              <p:nvPr/>
            </p:nvPicPr>
            <p:blipFill>
              <a:blip r:embed="rId6" cstate="print"/>
              <a:srcRect/>
              <a:stretch>
                <a:fillRect/>
              </a:stretch>
            </p:blipFill>
            <p:spPr bwMode="auto">
              <a:xfrm>
                <a:off x="2448" y="2512"/>
                <a:ext cx="336" cy="272"/>
              </a:xfrm>
              <a:prstGeom prst="rect">
                <a:avLst/>
              </a:prstGeom>
              <a:noFill/>
              <a:ln w="9525">
                <a:noFill/>
                <a:miter lim="800000"/>
                <a:headEnd/>
                <a:tailEnd/>
              </a:ln>
            </p:spPr>
          </p:pic>
        </p:grpSp>
        <p:pic>
          <p:nvPicPr>
            <p:cNvPr id="66568" name="Picture 10" descr="C:\Program Files\Common Files\Microsoft Shared\Clipart\cagcat50\bd00028_.wmf"/>
            <p:cNvPicPr>
              <a:picLocks noChangeAspect="1" noChangeArrowheads="1"/>
            </p:cNvPicPr>
            <p:nvPr/>
          </p:nvPicPr>
          <p:blipFill>
            <a:blip r:embed="rId7" cstate="print"/>
            <a:srcRect/>
            <a:stretch>
              <a:fillRect/>
            </a:stretch>
          </p:blipFill>
          <p:spPr bwMode="auto">
            <a:xfrm>
              <a:off x="7564438" y="1766888"/>
              <a:ext cx="609600" cy="595312"/>
            </a:xfrm>
            <a:prstGeom prst="rect">
              <a:avLst/>
            </a:prstGeom>
            <a:noFill/>
            <a:ln w="9525">
              <a:noFill/>
              <a:miter lim="800000"/>
              <a:headEnd/>
              <a:tailEnd/>
            </a:ln>
          </p:spPr>
        </p:pic>
        <p:grpSp>
          <p:nvGrpSpPr>
            <p:cNvPr id="66569" name="Group 11"/>
            <p:cNvGrpSpPr>
              <a:grpSpLocks/>
            </p:cNvGrpSpPr>
            <p:nvPr/>
          </p:nvGrpSpPr>
          <p:grpSpPr bwMode="auto">
            <a:xfrm>
              <a:off x="9393238" y="5805488"/>
              <a:ext cx="1143000" cy="900112"/>
              <a:chOff x="4800" y="3648"/>
              <a:chExt cx="864" cy="567"/>
            </a:xfrm>
          </p:grpSpPr>
          <p:grpSp>
            <p:nvGrpSpPr>
              <p:cNvPr id="66689" name="Group 12"/>
              <p:cNvGrpSpPr>
                <a:grpSpLocks/>
              </p:cNvGrpSpPr>
              <p:nvPr/>
            </p:nvGrpSpPr>
            <p:grpSpPr bwMode="auto">
              <a:xfrm>
                <a:off x="4800" y="3648"/>
                <a:ext cx="356" cy="567"/>
                <a:chOff x="3815" y="3461"/>
                <a:chExt cx="356" cy="567"/>
              </a:xfrm>
            </p:grpSpPr>
            <p:sp>
              <p:nvSpPr>
                <p:cNvPr id="66692" name="Freeform 13"/>
                <p:cNvSpPr>
                  <a:spLocks/>
                </p:cNvSpPr>
                <p:nvPr/>
              </p:nvSpPr>
              <p:spPr bwMode="auto">
                <a:xfrm>
                  <a:off x="4046" y="3643"/>
                  <a:ext cx="73" cy="135"/>
                </a:xfrm>
                <a:custGeom>
                  <a:avLst/>
                  <a:gdLst>
                    <a:gd name="T0" fmla="*/ 0 w 295"/>
                    <a:gd name="T1" fmla="*/ 0 h 541"/>
                    <a:gd name="T2" fmla="*/ 0 w 295"/>
                    <a:gd name="T3" fmla="*/ 0 h 541"/>
                    <a:gd name="T4" fmla="*/ 0 w 295"/>
                    <a:gd name="T5" fmla="*/ 0 h 541"/>
                    <a:gd name="T6" fmla="*/ 0 w 295"/>
                    <a:gd name="T7" fmla="*/ 0 h 541"/>
                    <a:gd name="T8" fmla="*/ 0 w 295"/>
                    <a:gd name="T9" fmla="*/ 0 h 541"/>
                    <a:gd name="T10" fmla="*/ 0 w 295"/>
                    <a:gd name="T11" fmla="*/ 0 h 541"/>
                    <a:gd name="T12" fmla="*/ 0 w 295"/>
                    <a:gd name="T13" fmla="*/ 0 h 541"/>
                    <a:gd name="T14" fmla="*/ 0 w 295"/>
                    <a:gd name="T15" fmla="*/ 0 h 541"/>
                    <a:gd name="T16" fmla="*/ 0 w 295"/>
                    <a:gd name="T17" fmla="*/ 0 h 541"/>
                    <a:gd name="T18" fmla="*/ 0 w 295"/>
                    <a:gd name="T19" fmla="*/ 0 h 541"/>
                    <a:gd name="T20" fmla="*/ 0 w 295"/>
                    <a:gd name="T21" fmla="*/ 0 h 541"/>
                    <a:gd name="T22" fmla="*/ 0 w 295"/>
                    <a:gd name="T23" fmla="*/ 0 h 541"/>
                    <a:gd name="T24" fmla="*/ 0 w 295"/>
                    <a:gd name="T25" fmla="*/ 0 h 541"/>
                    <a:gd name="T26" fmla="*/ 0 w 295"/>
                    <a:gd name="T27" fmla="*/ 0 h 541"/>
                    <a:gd name="T28" fmla="*/ 0 w 295"/>
                    <a:gd name="T29" fmla="*/ 0 h 54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95"/>
                    <a:gd name="T46" fmla="*/ 0 h 541"/>
                    <a:gd name="T47" fmla="*/ 295 w 295"/>
                    <a:gd name="T48" fmla="*/ 541 h 541"/>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95" h="541">
                      <a:moveTo>
                        <a:pt x="0" y="41"/>
                      </a:moveTo>
                      <a:lnTo>
                        <a:pt x="79" y="248"/>
                      </a:lnTo>
                      <a:lnTo>
                        <a:pt x="116" y="346"/>
                      </a:lnTo>
                      <a:lnTo>
                        <a:pt x="126" y="403"/>
                      </a:lnTo>
                      <a:lnTo>
                        <a:pt x="128" y="458"/>
                      </a:lnTo>
                      <a:lnTo>
                        <a:pt x="161" y="539"/>
                      </a:lnTo>
                      <a:lnTo>
                        <a:pt x="208" y="541"/>
                      </a:lnTo>
                      <a:lnTo>
                        <a:pt x="243" y="531"/>
                      </a:lnTo>
                      <a:lnTo>
                        <a:pt x="275" y="504"/>
                      </a:lnTo>
                      <a:lnTo>
                        <a:pt x="295" y="454"/>
                      </a:lnTo>
                      <a:lnTo>
                        <a:pt x="220" y="368"/>
                      </a:lnTo>
                      <a:lnTo>
                        <a:pt x="183" y="96"/>
                      </a:lnTo>
                      <a:lnTo>
                        <a:pt x="86" y="0"/>
                      </a:lnTo>
                      <a:lnTo>
                        <a:pt x="0" y="41"/>
                      </a:lnTo>
                      <a:close/>
                    </a:path>
                  </a:pathLst>
                </a:custGeom>
                <a:solidFill>
                  <a:srgbClr val="FFFFFF"/>
                </a:solidFill>
                <a:ln w="9525">
                  <a:noFill/>
                  <a:round/>
                  <a:headEnd/>
                  <a:tailEnd/>
                </a:ln>
              </p:spPr>
              <p:txBody>
                <a:bodyPr/>
                <a:lstStyle/>
                <a:p>
                  <a:endParaRPr lang="en-MY"/>
                </a:p>
              </p:txBody>
            </p:sp>
            <p:sp>
              <p:nvSpPr>
                <p:cNvPr id="66693" name="Freeform 14"/>
                <p:cNvSpPr>
                  <a:spLocks/>
                </p:cNvSpPr>
                <p:nvPr/>
              </p:nvSpPr>
              <p:spPr bwMode="auto">
                <a:xfrm>
                  <a:off x="3835" y="3812"/>
                  <a:ext cx="17" cy="131"/>
                </a:xfrm>
                <a:custGeom>
                  <a:avLst/>
                  <a:gdLst>
                    <a:gd name="T0" fmla="*/ 0 w 68"/>
                    <a:gd name="T1" fmla="*/ 0 h 525"/>
                    <a:gd name="T2" fmla="*/ 0 w 68"/>
                    <a:gd name="T3" fmla="*/ 0 h 525"/>
                    <a:gd name="T4" fmla="*/ 0 w 68"/>
                    <a:gd name="T5" fmla="*/ 0 h 525"/>
                    <a:gd name="T6" fmla="*/ 0 w 68"/>
                    <a:gd name="T7" fmla="*/ 0 h 525"/>
                    <a:gd name="T8" fmla="*/ 0 w 68"/>
                    <a:gd name="T9" fmla="*/ 0 h 525"/>
                    <a:gd name="T10" fmla="*/ 0 w 68"/>
                    <a:gd name="T11" fmla="*/ 0 h 525"/>
                    <a:gd name="T12" fmla="*/ 0 60000 65536"/>
                    <a:gd name="T13" fmla="*/ 0 60000 65536"/>
                    <a:gd name="T14" fmla="*/ 0 60000 65536"/>
                    <a:gd name="T15" fmla="*/ 0 60000 65536"/>
                    <a:gd name="T16" fmla="*/ 0 60000 65536"/>
                    <a:gd name="T17" fmla="*/ 0 60000 65536"/>
                    <a:gd name="T18" fmla="*/ 0 w 68"/>
                    <a:gd name="T19" fmla="*/ 0 h 525"/>
                    <a:gd name="T20" fmla="*/ 68 w 68"/>
                    <a:gd name="T21" fmla="*/ 525 h 525"/>
                  </a:gdLst>
                  <a:ahLst/>
                  <a:cxnLst>
                    <a:cxn ang="T12">
                      <a:pos x="T0" y="T1"/>
                    </a:cxn>
                    <a:cxn ang="T13">
                      <a:pos x="T2" y="T3"/>
                    </a:cxn>
                    <a:cxn ang="T14">
                      <a:pos x="T4" y="T5"/>
                    </a:cxn>
                    <a:cxn ang="T15">
                      <a:pos x="T6" y="T7"/>
                    </a:cxn>
                    <a:cxn ang="T16">
                      <a:pos x="T8" y="T9"/>
                    </a:cxn>
                    <a:cxn ang="T17">
                      <a:pos x="T10" y="T11"/>
                    </a:cxn>
                  </a:cxnLst>
                  <a:rect l="T18" t="T19" r="T20" b="T21"/>
                  <a:pathLst>
                    <a:path w="68" h="525">
                      <a:moveTo>
                        <a:pt x="0" y="16"/>
                      </a:moveTo>
                      <a:lnTo>
                        <a:pt x="0" y="525"/>
                      </a:lnTo>
                      <a:lnTo>
                        <a:pt x="68" y="498"/>
                      </a:lnTo>
                      <a:lnTo>
                        <a:pt x="63" y="0"/>
                      </a:lnTo>
                      <a:lnTo>
                        <a:pt x="0" y="16"/>
                      </a:lnTo>
                      <a:close/>
                    </a:path>
                  </a:pathLst>
                </a:custGeom>
                <a:solidFill>
                  <a:srgbClr val="FFFFFF"/>
                </a:solidFill>
                <a:ln w="9525">
                  <a:noFill/>
                  <a:round/>
                  <a:headEnd/>
                  <a:tailEnd/>
                </a:ln>
              </p:spPr>
              <p:txBody>
                <a:bodyPr/>
                <a:lstStyle/>
                <a:p>
                  <a:endParaRPr lang="en-MY"/>
                </a:p>
              </p:txBody>
            </p:sp>
            <p:sp>
              <p:nvSpPr>
                <p:cNvPr id="66694" name="Freeform 15"/>
                <p:cNvSpPr>
                  <a:spLocks/>
                </p:cNvSpPr>
                <p:nvPr/>
              </p:nvSpPr>
              <p:spPr bwMode="auto">
                <a:xfrm>
                  <a:off x="3865" y="3618"/>
                  <a:ext cx="47" cy="72"/>
                </a:xfrm>
                <a:custGeom>
                  <a:avLst/>
                  <a:gdLst>
                    <a:gd name="T0" fmla="*/ 0 w 186"/>
                    <a:gd name="T1" fmla="*/ 0 h 288"/>
                    <a:gd name="T2" fmla="*/ 0 w 186"/>
                    <a:gd name="T3" fmla="*/ 0 h 288"/>
                    <a:gd name="T4" fmla="*/ 0 w 186"/>
                    <a:gd name="T5" fmla="*/ 0 h 288"/>
                    <a:gd name="T6" fmla="*/ 0 w 186"/>
                    <a:gd name="T7" fmla="*/ 0 h 288"/>
                    <a:gd name="T8" fmla="*/ 0 w 186"/>
                    <a:gd name="T9" fmla="*/ 0 h 288"/>
                    <a:gd name="T10" fmla="*/ 0 w 186"/>
                    <a:gd name="T11" fmla="*/ 0 h 288"/>
                    <a:gd name="T12" fmla="*/ 0 w 186"/>
                    <a:gd name="T13" fmla="*/ 0 h 288"/>
                    <a:gd name="T14" fmla="*/ 0 w 186"/>
                    <a:gd name="T15" fmla="*/ 0 h 288"/>
                    <a:gd name="T16" fmla="*/ 0 w 186"/>
                    <a:gd name="T17" fmla="*/ 0 h 288"/>
                    <a:gd name="T18" fmla="*/ 0 w 186"/>
                    <a:gd name="T19" fmla="*/ 0 h 288"/>
                    <a:gd name="T20" fmla="*/ 0 w 186"/>
                    <a:gd name="T21" fmla="*/ 0 h 288"/>
                    <a:gd name="T22" fmla="*/ 0 w 186"/>
                    <a:gd name="T23" fmla="*/ 0 h 288"/>
                    <a:gd name="T24" fmla="*/ 0 w 186"/>
                    <a:gd name="T25" fmla="*/ 0 h 288"/>
                    <a:gd name="T26" fmla="*/ 0 w 186"/>
                    <a:gd name="T27" fmla="*/ 0 h 288"/>
                    <a:gd name="T28" fmla="*/ 0 w 186"/>
                    <a:gd name="T29" fmla="*/ 0 h 28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86"/>
                    <a:gd name="T46" fmla="*/ 0 h 288"/>
                    <a:gd name="T47" fmla="*/ 186 w 186"/>
                    <a:gd name="T48" fmla="*/ 288 h 288"/>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86" h="288">
                      <a:moveTo>
                        <a:pt x="96" y="0"/>
                      </a:moveTo>
                      <a:lnTo>
                        <a:pt x="34" y="59"/>
                      </a:lnTo>
                      <a:lnTo>
                        <a:pt x="19" y="104"/>
                      </a:lnTo>
                      <a:lnTo>
                        <a:pt x="7" y="154"/>
                      </a:lnTo>
                      <a:lnTo>
                        <a:pt x="0" y="231"/>
                      </a:lnTo>
                      <a:lnTo>
                        <a:pt x="11" y="253"/>
                      </a:lnTo>
                      <a:lnTo>
                        <a:pt x="30" y="271"/>
                      </a:lnTo>
                      <a:lnTo>
                        <a:pt x="40" y="278"/>
                      </a:lnTo>
                      <a:lnTo>
                        <a:pt x="55" y="288"/>
                      </a:lnTo>
                      <a:lnTo>
                        <a:pt x="125" y="283"/>
                      </a:lnTo>
                      <a:lnTo>
                        <a:pt x="186" y="261"/>
                      </a:lnTo>
                      <a:lnTo>
                        <a:pt x="175" y="200"/>
                      </a:lnTo>
                      <a:lnTo>
                        <a:pt x="113" y="126"/>
                      </a:lnTo>
                      <a:lnTo>
                        <a:pt x="96" y="0"/>
                      </a:lnTo>
                      <a:close/>
                    </a:path>
                  </a:pathLst>
                </a:custGeom>
                <a:solidFill>
                  <a:srgbClr val="FFE500"/>
                </a:solidFill>
                <a:ln w="9525">
                  <a:noFill/>
                  <a:round/>
                  <a:headEnd/>
                  <a:tailEnd/>
                </a:ln>
              </p:spPr>
              <p:txBody>
                <a:bodyPr/>
                <a:lstStyle/>
                <a:p>
                  <a:endParaRPr lang="en-MY"/>
                </a:p>
              </p:txBody>
            </p:sp>
            <p:sp>
              <p:nvSpPr>
                <p:cNvPr id="66695" name="Freeform 16"/>
                <p:cNvSpPr>
                  <a:spLocks/>
                </p:cNvSpPr>
                <p:nvPr/>
              </p:nvSpPr>
              <p:spPr bwMode="auto">
                <a:xfrm>
                  <a:off x="3901" y="3579"/>
                  <a:ext cx="80" cy="81"/>
                </a:xfrm>
                <a:custGeom>
                  <a:avLst/>
                  <a:gdLst>
                    <a:gd name="T0" fmla="*/ 0 w 322"/>
                    <a:gd name="T1" fmla="*/ 0 h 324"/>
                    <a:gd name="T2" fmla="*/ 0 w 322"/>
                    <a:gd name="T3" fmla="*/ 0 h 324"/>
                    <a:gd name="T4" fmla="*/ 0 w 322"/>
                    <a:gd name="T5" fmla="*/ 0 h 324"/>
                    <a:gd name="T6" fmla="*/ 0 w 322"/>
                    <a:gd name="T7" fmla="*/ 0 h 324"/>
                    <a:gd name="T8" fmla="*/ 0 w 322"/>
                    <a:gd name="T9" fmla="*/ 0 h 324"/>
                    <a:gd name="T10" fmla="*/ 0 w 322"/>
                    <a:gd name="T11" fmla="*/ 0 h 324"/>
                    <a:gd name="T12" fmla="*/ 0 w 322"/>
                    <a:gd name="T13" fmla="*/ 0 h 324"/>
                    <a:gd name="T14" fmla="*/ 0 w 322"/>
                    <a:gd name="T15" fmla="*/ 0 h 324"/>
                    <a:gd name="T16" fmla="*/ 0 w 322"/>
                    <a:gd name="T17" fmla="*/ 0 h 324"/>
                    <a:gd name="T18" fmla="*/ 0 w 322"/>
                    <a:gd name="T19" fmla="*/ 0 h 324"/>
                    <a:gd name="T20" fmla="*/ 0 w 322"/>
                    <a:gd name="T21" fmla="*/ 0 h 324"/>
                    <a:gd name="T22" fmla="*/ 0 w 322"/>
                    <a:gd name="T23" fmla="*/ 0 h 324"/>
                    <a:gd name="T24" fmla="*/ 0 w 322"/>
                    <a:gd name="T25" fmla="*/ 0 h 324"/>
                    <a:gd name="T26" fmla="*/ 0 w 322"/>
                    <a:gd name="T27" fmla="*/ 0 h 324"/>
                    <a:gd name="T28" fmla="*/ 0 w 322"/>
                    <a:gd name="T29" fmla="*/ 0 h 324"/>
                    <a:gd name="T30" fmla="*/ 0 w 322"/>
                    <a:gd name="T31" fmla="*/ 0 h 324"/>
                    <a:gd name="T32" fmla="*/ 0 w 322"/>
                    <a:gd name="T33" fmla="*/ 0 h 324"/>
                    <a:gd name="T34" fmla="*/ 0 w 322"/>
                    <a:gd name="T35" fmla="*/ 0 h 324"/>
                    <a:gd name="T36" fmla="*/ 0 w 322"/>
                    <a:gd name="T37" fmla="*/ 0 h 324"/>
                    <a:gd name="T38" fmla="*/ 0 w 322"/>
                    <a:gd name="T39" fmla="*/ 0 h 324"/>
                    <a:gd name="T40" fmla="*/ 0 w 322"/>
                    <a:gd name="T41" fmla="*/ 0 h 324"/>
                    <a:gd name="T42" fmla="*/ 0 w 322"/>
                    <a:gd name="T43" fmla="*/ 0 h 324"/>
                    <a:gd name="T44" fmla="*/ 0 w 322"/>
                    <a:gd name="T45" fmla="*/ 0 h 324"/>
                    <a:gd name="T46" fmla="*/ 0 w 322"/>
                    <a:gd name="T47" fmla="*/ 0 h 324"/>
                    <a:gd name="T48" fmla="*/ 0 w 322"/>
                    <a:gd name="T49" fmla="*/ 0 h 324"/>
                    <a:gd name="T50" fmla="*/ 0 w 322"/>
                    <a:gd name="T51" fmla="*/ 0 h 324"/>
                    <a:gd name="T52" fmla="*/ 0 w 322"/>
                    <a:gd name="T53" fmla="*/ 0 h 324"/>
                    <a:gd name="T54" fmla="*/ 0 w 322"/>
                    <a:gd name="T55" fmla="*/ 0 h 324"/>
                    <a:gd name="T56" fmla="*/ 0 w 322"/>
                    <a:gd name="T57" fmla="*/ 0 h 324"/>
                    <a:gd name="T58" fmla="*/ 0 w 322"/>
                    <a:gd name="T59" fmla="*/ 0 h 324"/>
                    <a:gd name="T60" fmla="*/ 0 w 322"/>
                    <a:gd name="T61" fmla="*/ 0 h 324"/>
                    <a:gd name="T62" fmla="*/ 0 w 322"/>
                    <a:gd name="T63" fmla="*/ 0 h 324"/>
                    <a:gd name="T64" fmla="*/ 0 w 322"/>
                    <a:gd name="T65" fmla="*/ 0 h 324"/>
                    <a:gd name="T66" fmla="*/ 0 w 322"/>
                    <a:gd name="T67" fmla="*/ 0 h 324"/>
                    <a:gd name="T68" fmla="*/ 0 w 322"/>
                    <a:gd name="T69" fmla="*/ 0 h 324"/>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322"/>
                    <a:gd name="T106" fmla="*/ 0 h 324"/>
                    <a:gd name="T107" fmla="*/ 322 w 322"/>
                    <a:gd name="T108" fmla="*/ 324 h 324"/>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322" h="324">
                      <a:moveTo>
                        <a:pt x="13" y="203"/>
                      </a:moveTo>
                      <a:lnTo>
                        <a:pt x="33" y="210"/>
                      </a:lnTo>
                      <a:lnTo>
                        <a:pt x="72" y="212"/>
                      </a:lnTo>
                      <a:lnTo>
                        <a:pt x="92" y="199"/>
                      </a:lnTo>
                      <a:lnTo>
                        <a:pt x="106" y="176"/>
                      </a:lnTo>
                      <a:lnTo>
                        <a:pt x="120" y="144"/>
                      </a:lnTo>
                      <a:lnTo>
                        <a:pt x="51" y="166"/>
                      </a:lnTo>
                      <a:lnTo>
                        <a:pt x="0" y="94"/>
                      </a:lnTo>
                      <a:lnTo>
                        <a:pt x="15" y="74"/>
                      </a:lnTo>
                      <a:lnTo>
                        <a:pt x="120" y="111"/>
                      </a:lnTo>
                      <a:lnTo>
                        <a:pt x="172" y="106"/>
                      </a:lnTo>
                      <a:lnTo>
                        <a:pt x="203" y="99"/>
                      </a:lnTo>
                      <a:lnTo>
                        <a:pt x="229" y="86"/>
                      </a:lnTo>
                      <a:lnTo>
                        <a:pt x="244" y="75"/>
                      </a:lnTo>
                      <a:lnTo>
                        <a:pt x="255" y="63"/>
                      </a:lnTo>
                      <a:lnTo>
                        <a:pt x="282" y="17"/>
                      </a:lnTo>
                      <a:lnTo>
                        <a:pt x="288" y="0"/>
                      </a:lnTo>
                      <a:lnTo>
                        <a:pt x="322" y="10"/>
                      </a:lnTo>
                      <a:lnTo>
                        <a:pt x="283" y="128"/>
                      </a:lnTo>
                      <a:lnTo>
                        <a:pt x="234" y="155"/>
                      </a:lnTo>
                      <a:lnTo>
                        <a:pt x="163" y="153"/>
                      </a:lnTo>
                      <a:lnTo>
                        <a:pt x="170" y="178"/>
                      </a:lnTo>
                      <a:lnTo>
                        <a:pt x="182" y="196"/>
                      </a:lnTo>
                      <a:lnTo>
                        <a:pt x="192" y="203"/>
                      </a:lnTo>
                      <a:lnTo>
                        <a:pt x="204" y="208"/>
                      </a:lnTo>
                      <a:lnTo>
                        <a:pt x="234" y="206"/>
                      </a:lnTo>
                      <a:lnTo>
                        <a:pt x="260" y="199"/>
                      </a:lnTo>
                      <a:lnTo>
                        <a:pt x="280" y="189"/>
                      </a:lnTo>
                      <a:lnTo>
                        <a:pt x="288" y="185"/>
                      </a:lnTo>
                      <a:lnTo>
                        <a:pt x="277" y="304"/>
                      </a:lnTo>
                      <a:lnTo>
                        <a:pt x="170" y="324"/>
                      </a:lnTo>
                      <a:lnTo>
                        <a:pt x="117" y="321"/>
                      </a:lnTo>
                      <a:lnTo>
                        <a:pt x="70" y="294"/>
                      </a:lnTo>
                      <a:lnTo>
                        <a:pt x="13" y="203"/>
                      </a:lnTo>
                      <a:close/>
                    </a:path>
                  </a:pathLst>
                </a:custGeom>
                <a:solidFill>
                  <a:srgbClr val="FFE500"/>
                </a:solidFill>
                <a:ln w="9525">
                  <a:noFill/>
                  <a:round/>
                  <a:headEnd/>
                  <a:tailEnd/>
                </a:ln>
              </p:spPr>
              <p:txBody>
                <a:bodyPr/>
                <a:lstStyle/>
                <a:p>
                  <a:endParaRPr lang="en-MY"/>
                </a:p>
              </p:txBody>
            </p:sp>
            <p:sp>
              <p:nvSpPr>
                <p:cNvPr id="66696" name="Freeform 17"/>
                <p:cNvSpPr>
                  <a:spLocks/>
                </p:cNvSpPr>
                <p:nvPr/>
              </p:nvSpPr>
              <p:spPr bwMode="auto">
                <a:xfrm>
                  <a:off x="3989" y="3600"/>
                  <a:ext cx="80" cy="80"/>
                </a:xfrm>
                <a:custGeom>
                  <a:avLst/>
                  <a:gdLst>
                    <a:gd name="T0" fmla="*/ 0 w 321"/>
                    <a:gd name="T1" fmla="*/ 0 h 320"/>
                    <a:gd name="T2" fmla="*/ 0 w 321"/>
                    <a:gd name="T3" fmla="*/ 0 h 320"/>
                    <a:gd name="T4" fmla="*/ 0 w 321"/>
                    <a:gd name="T5" fmla="*/ 0 h 320"/>
                    <a:gd name="T6" fmla="*/ 0 w 321"/>
                    <a:gd name="T7" fmla="*/ 0 h 320"/>
                    <a:gd name="T8" fmla="*/ 0 w 321"/>
                    <a:gd name="T9" fmla="*/ 0 h 320"/>
                    <a:gd name="T10" fmla="*/ 0 w 321"/>
                    <a:gd name="T11" fmla="*/ 0 h 320"/>
                    <a:gd name="T12" fmla="*/ 0 w 321"/>
                    <a:gd name="T13" fmla="*/ 0 h 320"/>
                    <a:gd name="T14" fmla="*/ 0 w 321"/>
                    <a:gd name="T15" fmla="*/ 0 h 320"/>
                    <a:gd name="T16" fmla="*/ 0 w 321"/>
                    <a:gd name="T17" fmla="*/ 0 h 320"/>
                    <a:gd name="T18" fmla="*/ 0 w 321"/>
                    <a:gd name="T19" fmla="*/ 0 h 320"/>
                    <a:gd name="T20" fmla="*/ 0 w 321"/>
                    <a:gd name="T21" fmla="*/ 0 h 320"/>
                    <a:gd name="T22" fmla="*/ 0 w 321"/>
                    <a:gd name="T23" fmla="*/ 0 h 320"/>
                    <a:gd name="T24" fmla="*/ 0 w 321"/>
                    <a:gd name="T25" fmla="*/ 0 h 320"/>
                    <a:gd name="T26" fmla="*/ 0 w 321"/>
                    <a:gd name="T27" fmla="*/ 0 h 320"/>
                    <a:gd name="T28" fmla="*/ 0 w 321"/>
                    <a:gd name="T29" fmla="*/ 0 h 320"/>
                    <a:gd name="T30" fmla="*/ 0 w 321"/>
                    <a:gd name="T31" fmla="*/ 0 h 320"/>
                    <a:gd name="T32" fmla="*/ 0 w 321"/>
                    <a:gd name="T33" fmla="*/ 0 h 320"/>
                    <a:gd name="T34" fmla="*/ 0 w 321"/>
                    <a:gd name="T35" fmla="*/ 0 h 320"/>
                    <a:gd name="T36" fmla="*/ 0 w 321"/>
                    <a:gd name="T37" fmla="*/ 0 h 320"/>
                    <a:gd name="T38" fmla="*/ 0 w 321"/>
                    <a:gd name="T39" fmla="*/ 0 h 320"/>
                    <a:gd name="T40" fmla="*/ 0 w 321"/>
                    <a:gd name="T41" fmla="*/ 0 h 320"/>
                    <a:gd name="T42" fmla="*/ 0 w 321"/>
                    <a:gd name="T43" fmla="*/ 0 h 320"/>
                    <a:gd name="T44" fmla="*/ 0 w 321"/>
                    <a:gd name="T45" fmla="*/ 0 h 320"/>
                    <a:gd name="T46" fmla="*/ 0 w 321"/>
                    <a:gd name="T47" fmla="*/ 0 h 320"/>
                    <a:gd name="T48" fmla="*/ 0 w 321"/>
                    <a:gd name="T49" fmla="*/ 0 h 320"/>
                    <a:gd name="T50" fmla="*/ 0 w 321"/>
                    <a:gd name="T51" fmla="*/ 0 h 320"/>
                    <a:gd name="T52" fmla="*/ 0 w 321"/>
                    <a:gd name="T53" fmla="*/ 0 h 320"/>
                    <a:gd name="T54" fmla="*/ 0 w 321"/>
                    <a:gd name="T55" fmla="*/ 0 h 320"/>
                    <a:gd name="T56" fmla="*/ 0 w 321"/>
                    <a:gd name="T57" fmla="*/ 0 h 320"/>
                    <a:gd name="T58" fmla="*/ 0 w 321"/>
                    <a:gd name="T59" fmla="*/ 0 h 320"/>
                    <a:gd name="T60" fmla="*/ 0 w 321"/>
                    <a:gd name="T61" fmla="*/ 0 h 320"/>
                    <a:gd name="T62" fmla="*/ 0 w 321"/>
                    <a:gd name="T63" fmla="*/ 0 h 320"/>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321"/>
                    <a:gd name="T97" fmla="*/ 0 h 320"/>
                    <a:gd name="T98" fmla="*/ 321 w 321"/>
                    <a:gd name="T99" fmla="*/ 320 h 320"/>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321" h="320">
                      <a:moveTo>
                        <a:pt x="107" y="15"/>
                      </a:moveTo>
                      <a:lnTo>
                        <a:pt x="92" y="71"/>
                      </a:lnTo>
                      <a:lnTo>
                        <a:pt x="97" y="92"/>
                      </a:lnTo>
                      <a:lnTo>
                        <a:pt x="106" y="110"/>
                      </a:lnTo>
                      <a:lnTo>
                        <a:pt x="118" y="127"/>
                      </a:lnTo>
                      <a:lnTo>
                        <a:pt x="132" y="141"/>
                      </a:lnTo>
                      <a:lnTo>
                        <a:pt x="156" y="160"/>
                      </a:lnTo>
                      <a:lnTo>
                        <a:pt x="167" y="168"/>
                      </a:lnTo>
                      <a:lnTo>
                        <a:pt x="163" y="193"/>
                      </a:lnTo>
                      <a:lnTo>
                        <a:pt x="95" y="157"/>
                      </a:lnTo>
                      <a:lnTo>
                        <a:pt x="58" y="73"/>
                      </a:lnTo>
                      <a:lnTo>
                        <a:pt x="24" y="84"/>
                      </a:lnTo>
                      <a:lnTo>
                        <a:pt x="0" y="188"/>
                      </a:lnTo>
                      <a:lnTo>
                        <a:pt x="24" y="273"/>
                      </a:lnTo>
                      <a:lnTo>
                        <a:pt x="88" y="311"/>
                      </a:lnTo>
                      <a:lnTo>
                        <a:pt x="154" y="320"/>
                      </a:lnTo>
                      <a:lnTo>
                        <a:pt x="184" y="318"/>
                      </a:lnTo>
                      <a:lnTo>
                        <a:pt x="181" y="237"/>
                      </a:lnTo>
                      <a:lnTo>
                        <a:pt x="267" y="202"/>
                      </a:lnTo>
                      <a:lnTo>
                        <a:pt x="321" y="145"/>
                      </a:lnTo>
                      <a:lnTo>
                        <a:pt x="247" y="86"/>
                      </a:lnTo>
                      <a:lnTo>
                        <a:pt x="242" y="77"/>
                      </a:lnTo>
                      <a:lnTo>
                        <a:pt x="226" y="56"/>
                      </a:lnTo>
                      <a:lnTo>
                        <a:pt x="215" y="43"/>
                      </a:lnTo>
                      <a:lnTo>
                        <a:pt x="202" y="30"/>
                      </a:lnTo>
                      <a:lnTo>
                        <a:pt x="188" y="18"/>
                      </a:lnTo>
                      <a:lnTo>
                        <a:pt x="170" y="8"/>
                      </a:lnTo>
                      <a:lnTo>
                        <a:pt x="155" y="2"/>
                      </a:lnTo>
                      <a:lnTo>
                        <a:pt x="141" y="0"/>
                      </a:lnTo>
                      <a:lnTo>
                        <a:pt x="122" y="3"/>
                      </a:lnTo>
                      <a:lnTo>
                        <a:pt x="107" y="15"/>
                      </a:lnTo>
                      <a:close/>
                    </a:path>
                  </a:pathLst>
                </a:custGeom>
                <a:solidFill>
                  <a:srgbClr val="FFE500"/>
                </a:solidFill>
                <a:ln w="9525">
                  <a:noFill/>
                  <a:round/>
                  <a:headEnd/>
                  <a:tailEnd/>
                </a:ln>
              </p:spPr>
              <p:txBody>
                <a:bodyPr/>
                <a:lstStyle/>
                <a:p>
                  <a:endParaRPr lang="en-MY"/>
                </a:p>
              </p:txBody>
            </p:sp>
            <p:sp>
              <p:nvSpPr>
                <p:cNvPr id="66697" name="Freeform 18"/>
                <p:cNvSpPr>
                  <a:spLocks/>
                </p:cNvSpPr>
                <p:nvPr/>
              </p:nvSpPr>
              <p:spPr bwMode="auto">
                <a:xfrm>
                  <a:off x="3869" y="3466"/>
                  <a:ext cx="124" cy="79"/>
                </a:xfrm>
                <a:custGeom>
                  <a:avLst/>
                  <a:gdLst>
                    <a:gd name="T0" fmla="*/ 0 w 496"/>
                    <a:gd name="T1" fmla="*/ 0 h 316"/>
                    <a:gd name="T2" fmla="*/ 0 w 496"/>
                    <a:gd name="T3" fmla="*/ 0 h 316"/>
                    <a:gd name="T4" fmla="*/ 0 w 496"/>
                    <a:gd name="T5" fmla="*/ 0 h 316"/>
                    <a:gd name="T6" fmla="*/ 0 w 496"/>
                    <a:gd name="T7" fmla="*/ 0 h 316"/>
                    <a:gd name="T8" fmla="*/ 0 w 496"/>
                    <a:gd name="T9" fmla="*/ 0 h 316"/>
                    <a:gd name="T10" fmla="*/ 0 w 496"/>
                    <a:gd name="T11" fmla="*/ 0 h 316"/>
                    <a:gd name="T12" fmla="*/ 0 w 496"/>
                    <a:gd name="T13" fmla="*/ 0 h 316"/>
                    <a:gd name="T14" fmla="*/ 0 w 496"/>
                    <a:gd name="T15" fmla="*/ 0 h 316"/>
                    <a:gd name="T16" fmla="*/ 0 w 496"/>
                    <a:gd name="T17" fmla="*/ 0 h 316"/>
                    <a:gd name="T18" fmla="*/ 0 w 496"/>
                    <a:gd name="T19" fmla="*/ 0 h 316"/>
                    <a:gd name="T20" fmla="*/ 0 w 496"/>
                    <a:gd name="T21" fmla="*/ 0 h 316"/>
                    <a:gd name="T22" fmla="*/ 0 w 496"/>
                    <a:gd name="T23" fmla="*/ 0 h 316"/>
                    <a:gd name="T24" fmla="*/ 0 w 496"/>
                    <a:gd name="T25" fmla="*/ 0 h 316"/>
                    <a:gd name="T26" fmla="*/ 0 w 496"/>
                    <a:gd name="T27" fmla="*/ 0 h 316"/>
                    <a:gd name="T28" fmla="*/ 0 w 496"/>
                    <a:gd name="T29" fmla="*/ 0 h 316"/>
                    <a:gd name="T30" fmla="*/ 0 w 496"/>
                    <a:gd name="T31" fmla="*/ 0 h 316"/>
                    <a:gd name="T32" fmla="*/ 0 w 496"/>
                    <a:gd name="T33" fmla="*/ 0 h 316"/>
                    <a:gd name="T34" fmla="*/ 0 w 496"/>
                    <a:gd name="T35" fmla="*/ 0 h 316"/>
                    <a:gd name="T36" fmla="*/ 0 w 496"/>
                    <a:gd name="T37" fmla="*/ 0 h 316"/>
                    <a:gd name="T38" fmla="*/ 0 w 496"/>
                    <a:gd name="T39" fmla="*/ 0 h 316"/>
                    <a:gd name="T40" fmla="*/ 0 w 496"/>
                    <a:gd name="T41" fmla="*/ 0 h 316"/>
                    <a:gd name="T42" fmla="*/ 0 w 496"/>
                    <a:gd name="T43" fmla="*/ 0 h 316"/>
                    <a:gd name="T44" fmla="*/ 0 w 496"/>
                    <a:gd name="T45" fmla="*/ 0 h 316"/>
                    <a:gd name="T46" fmla="*/ 0 w 496"/>
                    <a:gd name="T47" fmla="*/ 0 h 316"/>
                    <a:gd name="T48" fmla="*/ 0 w 496"/>
                    <a:gd name="T49" fmla="*/ 0 h 316"/>
                    <a:gd name="T50" fmla="*/ 0 w 496"/>
                    <a:gd name="T51" fmla="*/ 0 h 316"/>
                    <a:gd name="T52" fmla="*/ 0 w 496"/>
                    <a:gd name="T53" fmla="*/ 0 h 316"/>
                    <a:gd name="T54" fmla="*/ 0 w 496"/>
                    <a:gd name="T55" fmla="*/ 0 h 316"/>
                    <a:gd name="T56" fmla="*/ 0 w 496"/>
                    <a:gd name="T57" fmla="*/ 0 h 316"/>
                    <a:gd name="T58" fmla="*/ 0 w 496"/>
                    <a:gd name="T59" fmla="*/ 0 h 316"/>
                    <a:gd name="T60" fmla="*/ 0 w 496"/>
                    <a:gd name="T61" fmla="*/ 0 h 316"/>
                    <a:gd name="T62" fmla="*/ 0 w 496"/>
                    <a:gd name="T63" fmla="*/ 0 h 316"/>
                    <a:gd name="T64" fmla="*/ 0 w 496"/>
                    <a:gd name="T65" fmla="*/ 0 h 316"/>
                    <a:gd name="T66" fmla="*/ 0 w 496"/>
                    <a:gd name="T67" fmla="*/ 0 h 316"/>
                    <a:gd name="T68" fmla="*/ 0 w 496"/>
                    <a:gd name="T69" fmla="*/ 0 h 316"/>
                    <a:gd name="T70" fmla="*/ 0 w 496"/>
                    <a:gd name="T71" fmla="*/ 0 h 316"/>
                    <a:gd name="T72" fmla="*/ 0 w 496"/>
                    <a:gd name="T73" fmla="*/ 0 h 316"/>
                    <a:gd name="T74" fmla="*/ 0 w 496"/>
                    <a:gd name="T75" fmla="*/ 0 h 316"/>
                    <a:gd name="T76" fmla="*/ 0 w 496"/>
                    <a:gd name="T77" fmla="*/ 0 h 316"/>
                    <a:gd name="T78" fmla="*/ 0 w 496"/>
                    <a:gd name="T79" fmla="*/ 0 h 316"/>
                    <a:gd name="T80" fmla="*/ 0 w 496"/>
                    <a:gd name="T81" fmla="*/ 0 h 316"/>
                    <a:gd name="T82" fmla="*/ 0 w 496"/>
                    <a:gd name="T83" fmla="*/ 0 h 316"/>
                    <a:gd name="T84" fmla="*/ 0 w 496"/>
                    <a:gd name="T85" fmla="*/ 0 h 316"/>
                    <a:gd name="T86" fmla="*/ 0 w 496"/>
                    <a:gd name="T87" fmla="*/ 0 h 316"/>
                    <a:gd name="T88" fmla="*/ 0 w 496"/>
                    <a:gd name="T89" fmla="*/ 0 h 316"/>
                    <a:gd name="T90" fmla="*/ 0 w 496"/>
                    <a:gd name="T91" fmla="*/ 0 h 316"/>
                    <a:gd name="T92" fmla="*/ 0 w 496"/>
                    <a:gd name="T93" fmla="*/ 0 h 316"/>
                    <a:gd name="T94" fmla="*/ 0 w 496"/>
                    <a:gd name="T95" fmla="*/ 0 h 316"/>
                    <a:gd name="T96" fmla="*/ 0 w 496"/>
                    <a:gd name="T97" fmla="*/ 0 h 316"/>
                    <a:gd name="T98" fmla="*/ 0 w 496"/>
                    <a:gd name="T99" fmla="*/ 0 h 316"/>
                    <a:gd name="T100" fmla="*/ 0 w 496"/>
                    <a:gd name="T101" fmla="*/ 0 h 316"/>
                    <a:gd name="T102" fmla="*/ 0 w 496"/>
                    <a:gd name="T103" fmla="*/ 0 h 316"/>
                    <a:gd name="T104" fmla="*/ 0 w 496"/>
                    <a:gd name="T105" fmla="*/ 0 h 316"/>
                    <a:gd name="T106" fmla="*/ 0 w 496"/>
                    <a:gd name="T107" fmla="*/ 0 h 316"/>
                    <a:gd name="T108" fmla="*/ 0 w 496"/>
                    <a:gd name="T109" fmla="*/ 0 h 316"/>
                    <a:gd name="T110" fmla="*/ 0 w 496"/>
                    <a:gd name="T111" fmla="*/ 0 h 316"/>
                    <a:gd name="T112" fmla="*/ 0 w 496"/>
                    <a:gd name="T113" fmla="*/ 0 h 316"/>
                    <a:gd name="T114" fmla="*/ 0 w 496"/>
                    <a:gd name="T115" fmla="*/ 0 h 316"/>
                    <a:gd name="T116" fmla="*/ 0 w 496"/>
                    <a:gd name="T117" fmla="*/ 0 h 316"/>
                    <a:gd name="T118" fmla="*/ 0 w 496"/>
                    <a:gd name="T119" fmla="*/ 0 h 316"/>
                    <a:gd name="T120" fmla="*/ 0 w 496"/>
                    <a:gd name="T121" fmla="*/ 0 h 31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496"/>
                    <a:gd name="T184" fmla="*/ 0 h 316"/>
                    <a:gd name="T185" fmla="*/ 496 w 496"/>
                    <a:gd name="T186" fmla="*/ 316 h 31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496" h="316">
                      <a:moveTo>
                        <a:pt x="0" y="160"/>
                      </a:moveTo>
                      <a:lnTo>
                        <a:pt x="7" y="123"/>
                      </a:lnTo>
                      <a:lnTo>
                        <a:pt x="16" y="91"/>
                      </a:lnTo>
                      <a:lnTo>
                        <a:pt x="29" y="65"/>
                      </a:lnTo>
                      <a:lnTo>
                        <a:pt x="49" y="46"/>
                      </a:lnTo>
                      <a:lnTo>
                        <a:pt x="73" y="29"/>
                      </a:lnTo>
                      <a:lnTo>
                        <a:pt x="86" y="23"/>
                      </a:lnTo>
                      <a:lnTo>
                        <a:pt x="99" y="19"/>
                      </a:lnTo>
                      <a:lnTo>
                        <a:pt x="128" y="12"/>
                      </a:lnTo>
                      <a:lnTo>
                        <a:pt x="195" y="5"/>
                      </a:lnTo>
                      <a:lnTo>
                        <a:pt x="234" y="0"/>
                      </a:lnTo>
                      <a:lnTo>
                        <a:pt x="229" y="26"/>
                      </a:lnTo>
                      <a:lnTo>
                        <a:pt x="238" y="23"/>
                      </a:lnTo>
                      <a:lnTo>
                        <a:pt x="262" y="19"/>
                      </a:lnTo>
                      <a:lnTo>
                        <a:pt x="297" y="20"/>
                      </a:lnTo>
                      <a:lnTo>
                        <a:pt x="339" y="34"/>
                      </a:lnTo>
                      <a:lnTo>
                        <a:pt x="359" y="45"/>
                      </a:lnTo>
                      <a:lnTo>
                        <a:pt x="389" y="64"/>
                      </a:lnTo>
                      <a:lnTo>
                        <a:pt x="401" y="74"/>
                      </a:lnTo>
                      <a:lnTo>
                        <a:pt x="425" y="120"/>
                      </a:lnTo>
                      <a:lnTo>
                        <a:pt x="422" y="163"/>
                      </a:lnTo>
                      <a:lnTo>
                        <a:pt x="410" y="203"/>
                      </a:lnTo>
                      <a:lnTo>
                        <a:pt x="412" y="244"/>
                      </a:lnTo>
                      <a:lnTo>
                        <a:pt x="422" y="257"/>
                      </a:lnTo>
                      <a:lnTo>
                        <a:pt x="430" y="263"/>
                      </a:lnTo>
                      <a:lnTo>
                        <a:pt x="439" y="267"/>
                      </a:lnTo>
                      <a:lnTo>
                        <a:pt x="478" y="273"/>
                      </a:lnTo>
                      <a:lnTo>
                        <a:pt x="496" y="269"/>
                      </a:lnTo>
                      <a:lnTo>
                        <a:pt x="495" y="291"/>
                      </a:lnTo>
                      <a:lnTo>
                        <a:pt x="468" y="309"/>
                      </a:lnTo>
                      <a:lnTo>
                        <a:pt x="419" y="294"/>
                      </a:lnTo>
                      <a:lnTo>
                        <a:pt x="410" y="316"/>
                      </a:lnTo>
                      <a:lnTo>
                        <a:pt x="397" y="311"/>
                      </a:lnTo>
                      <a:lnTo>
                        <a:pt x="365" y="297"/>
                      </a:lnTo>
                      <a:lnTo>
                        <a:pt x="348" y="286"/>
                      </a:lnTo>
                      <a:lnTo>
                        <a:pt x="331" y="274"/>
                      </a:lnTo>
                      <a:lnTo>
                        <a:pt x="313" y="242"/>
                      </a:lnTo>
                      <a:lnTo>
                        <a:pt x="312" y="210"/>
                      </a:lnTo>
                      <a:lnTo>
                        <a:pt x="320" y="181"/>
                      </a:lnTo>
                      <a:lnTo>
                        <a:pt x="332" y="157"/>
                      </a:lnTo>
                      <a:lnTo>
                        <a:pt x="286" y="120"/>
                      </a:lnTo>
                      <a:lnTo>
                        <a:pt x="215" y="117"/>
                      </a:lnTo>
                      <a:lnTo>
                        <a:pt x="274" y="135"/>
                      </a:lnTo>
                      <a:lnTo>
                        <a:pt x="270" y="157"/>
                      </a:lnTo>
                      <a:lnTo>
                        <a:pt x="258" y="175"/>
                      </a:lnTo>
                      <a:lnTo>
                        <a:pt x="245" y="183"/>
                      </a:lnTo>
                      <a:lnTo>
                        <a:pt x="230" y="187"/>
                      </a:lnTo>
                      <a:lnTo>
                        <a:pt x="199" y="191"/>
                      </a:lnTo>
                      <a:lnTo>
                        <a:pt x="176" y="187"/>
                      </a:lnTo>
                      <a:lnTo>
                        <a:pt x="157" y="178"/>
                      </a:lnTo>
                      <a:lnTo>
                        <a:pt x="195" y="221"/>
                      </a:lnTo>
                      <a:lnTo>
                        <a:pt x="181" y="230"/>
                      </a:lnTo>
                      <a:lnTo>
                        <a:pt x="111" y="189"/>
                      </a:lnTo>
                      <a:lnTo>
                        <a:pt x="96" y="117"/>
                      </a:lnTo>
                      <a:lnTo>
                        <a:pt x="57" y="139"/>
                      </a:lnTo>
                      <a:lnTo>
                        <a:pt x="41" y="162"/>
                      </a:lnTo>
                      <a:lnTo>
                        <a:pt x="28" y="191"/>
                      </a:lnTo>
                      <a:lnTo>
                        <a:pt x="19" y="216"/>
                      </a:lnTo>
                      <a:lnTo>
                        <a:pt x="16" y="226"/>
                      </a:lnTo>
                      <a:lnTo>
                        <a:pt x="0" y="160"/>
                      </a:lnTo>
                      <a:close/>
                    </a:path>
                  </a:pathLst>
                </a:custGeom>
                <a:solidFill>
                  <a:srgbClr val="FFCC7F"/>
                </a:solidFill>
                <a:ln w="9525">
                  <a:noFill/>
                  <a:round/>
                  <a:headEnd/>
                  <a:tailEnd/>
                </a:ln>
              </p:spPr>
              <p:txBody>
                <a:bodyPr/>
                <a:lstStyle/>
                <a:p>
                  <a:endParaRPr lang="en-MY"/>
                </a:p>
              </p:txBody>
            </p:sp>
            <p:sp>
              <p:nvSpPr>
                <p:cNvPr id="66698" name="Freeform 19"/>
                <p:cNvSpPr>
                  <a:spLocks/>
                </p:cNvSpPr>
                <p:nvPr/>
              </p:nvSpPr>
              <p:spPr bwMode="auto">
                <a:xfrm>
                  <a:off x="3891" y="3616"/>
                  <a:ext cx="32" cy="66"/>
                </a:xfrm>
                <a:custGeom>
                  <a:avLst/>
                  <a:gdLst>
                    <a:gd name="T0" fmla="*/ 0 w 131"/>
                    <a:gd name="T1" fmla="*/ 0 h 264"/>
                    <a:gd name="T2" fmla="*/ 0 w 131"/>
                    <a:gd name="T3" fmla="*/ 0 h 264"/>
                    <a:gd name="T4" fmla="*/ 0 w 131"/>
                    <a:gd name="T5" fmla="*/ 0 h 264"/>
                    <a:gd name="T6" fmla="*/ 0 w 131"/>
                    <a:gd name="T7" fmla="*/ 0 h 264"/>
                    <a:gd name="T8" fmla="*/ 0 w 131"/>
                    <a:gd name="T9" fmla="*/ 0 h 264"/>
                    <a:gd name="T10" fmla="*/ 0 w 131"/>
                    <a:gd name="T11" fmla="*/ 0 h 264"/>
                    <a:gd name="T12" fmla="*/ 0 w 131"/>
                    <a:gd name="T13" fmla="*/ 0 h 264"/>
                    <a:gd name="T14" fmla="*/ 0 w 131"/>
                    <a:gd name="T15" fmla="*/ 0 h 264"/>
                    <a:gd name="T16" fmla="*/ 0 w 131"/>
                    <a:gd name="T17" fmla="*/ 0 h 264"/>
                    <a:gd name="T18" fmla="*/ 0 w 131"/>
                    <a:gd name="T19" fmla="*/ 0 h 264"/>
                    <a:gd name="T20" fmla="*/ 0 w 131"/>
                    <a:gd name="T21" fmla="*/ 0 h 264"/>
                    <a:gd name="T22" fmla="*/ 0 w 131"/>
                    <a:gd name="T23" fmla="*/ 0 h 264"/>
                    <a:gd name="T24" fmla="*/ 0 w 131"/>
                    <a:gd name="T25" fmla="*/ 0 h 264"/>
                    <a:gd name="T26" fmla="*/ 0 w 131"/>
                    <a:gd name="T27" fmla="*/ 0 h 264"/>
                    <a:gd name="T28" fmla="*/ 0 w 131"/>
                    <a:gd name="T29" fmla="*/ 0 h 26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31"/>
                    <a:gd name="T46" fmla="*/ 0 h 264"/>
                    <a:gd name="T47" fmla="*/ 131 w 131"/>
                    <a:gd name="T48" fmla="*/ 264 h 264"/>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31" h="264">
                      <a:moveTo>
                        <a:pt x="10" y="0"/>
                      </a:moveTo>
                      <a:lnTo>
                        <a:pt x="37" y="18"/>
                      </a:lnTo>
                      <a:lnTo>
                        <a:pt x="53" y="111"/>
                      </a:lnTo>
                      <a:lnTo>
                        <a:pt x="65" y="133"/>
                      </a:lnTo>
                      <a:lnTo>
                        <a:pt x="78" y="151"/>
                      </a:lnTo>
                      <a:lnTo>
                        <a:pt x="90" y="166"/>
                      </a:lnTo>
                      <a:lnTo>
                        <a:pt x="104" y="180"/>
                      </a:lnTo>
                      <a:lnTo>
                        <a:pt x="131" y="200"/>
                      </a:lnTo>
                      <a:lnTo>
                        <a:pt x="89" y="226"/>
                      </a:lnTo>
                      <a:lnTo>
                        <a:pt x="82" y="264"/>
                      </a:lnTo>
                      <a:lnTo>
                        <a:pt x="67" y="207"/>
                      </a:lnTo>
                      <a:lnTo>
                        <a:pt x="10" y="131"/>
                      </a:lnTo>
                      <a:lnTo>
                        <a:pt x="0" y="49"/>
                      </a:lnTo>
                      <a:lnTo>
                        <a:pt x="10" y="0"/>
                      </a:lnTo>
                      <a:close/>
                    </a:path>
                  </a:pathLst>
                </a:custGeom>
                <a:solidFill>
                  <a:srgbClr val="EB8080"/>
                </a:solidFill>
                <a:ln w="9525">
                  <a:noFill/>
                  <a:round/>
                  <a:headEnd/>
                  <a:tailEnd/>
                </a:ln>
              </p:spPr>
              <p:txBody>
                <a:bodyPr/>
                <a:lstStyle/>
                <a:p>
                  <a:endParaRPr lang="en-MY"/>
                </a:p>
              </p:txBody>
            </p:sp>
            <p:sp>
              <p:nvSpPr>
                <p:cNvPr id="66699" name="Freeform 20"/>
                <p:cNvSpPr>
                  <a:spLocks/>
                </p:cNvSpPr>
                <p:nvPr/>
              </p:nvSpPr>
              <p:spPr bwMode="auto">
                <a:xfrm>
                  <a:off x="3914" y="3595"/>
                  <a:ext cx="114" cy="125"/>
                </a:xfrm>
                <a:custGeom>
                  <a:avLst/>
                  <a:gdLst>
                    <a:gd name="T0" fmla="*/ 0 w 456"/>
                    <a:gd name="T1" fmla="*/ 0 h 501"/>
                    <a:gd name="T2" fmla="*/ 0 w 456"/>
                    <a:gd name="T3" fmla="*/ 0 h 501"/>
                    <a:gd name="T4" fmla="*/ 0 w 456"/>
                    <a:gd name="T5" fmla="*/ 0 h 501"/>
                    <a:gd name="T6" fmla="*/ 0 w 456"/>
                    <a:gd name="T7" fmla="*/ 0 h 501"/>
                    <a:gd name="T8" fmla="*/ 0 w 456"/>
                    <a:gd name="T9" fmla="*/ 0 h 501"/>
                    <a:gd name="T10" fmla="*/ 0 w 456"/>
                    <a:gd name="T11" fmla="*/ 0 h 501"/>
                    <a:gd name="T12" fmla="*/ 0 w 456"/>
                    <a:gd name="T13" fmla="*/ 0 h 501"/>
                    <a:gd name="T14" fmla="*/ 0 w 456"/>
                    <a:gd name="T15" fmla="*/ 0 h 501"/>
                    <a:gd name="T16" fmla="*/ 0 w 456"/>
                    <a:gd name="T17" fmla="*/ 0 h 501"/>
                    <a:gd name="T18" fmla="*/ 0 w 456"/>
                    <a:gd name="T19" fmla="*/ 0 h 501"/>
                    <a:gd name="T20" fmla="*/ 0 w 456"/>
                    <a:gd name="T21" fmla="*/ 0 h 501"/>
                    <a:gd name="T22" fmla="*/ 0 w 456"/>
                    <a:gd name="T23" fmla="*/ 0 h 501"/>
                    <a:gd name="T24" fmla="*/ 0 w 456"/>
                    <a:gd name="T25" fmla="*/ 0 h 501"/>
                    <a:gd name="T26" fmla="*/ 0 w 456"/>
                    <a:gd name="T27" fmla="*/ 0 h 501"/>
                    <a:gd name="T28" fmla="*/ 0 w 456"/>
                    <a:gd name="T29" fmla="*/ 0 h 501"/>
                    <a:gd name="T30" fmla="*/ 0 w 456"/>
                    <a:gd name="T31" fmla="*/ 0 h 501"/>
                    <a:gd name="T32" fmla="*/ 0 w 456"/>
                    <a:gd name="T33" fmla="*/ 0 h 501"/>
                    <a:gd name="T34" fmla="*/ 0 w 456"/>
                    <a:gd name="T35" fmla="*/ 0 h 501"/>
                    <a:gd name="T36" fmla="*/ 0 w 456"/>
                    <a:gd name="T37" fmla="*/ 0 h 501"/>
                    <a:gd name="T38" fmla="*/ 0 w 456"/>
                    <a:gd name="T39" fmla="*/ 0 h 501"/>
                    <a:gd name="T40" fmla="*/ 0 w 456"/>
                    <a:gd name="T41" fmla="*/ 0 h 501"/>
                    <a:gd name="T42" fmla="*/ 0 w 456"/>
                    <a:gd name="T43" fmla="*/ 0 h 501"/>
                    <a:gd name="T44" fmla="*/ 0 w 456"/>
                    <a:gd name="T45" fmla="*/ 0 h 501"/>
                    <a:gd name="T46" fmla="*/ 0 w 456"/>
                    <a:gd name="T47" fmla="*/ 0 h 501"/>
                    <a:gd name="T48" fmla="*/ 0 w 456"/>
                    <a:gd name="T49" fmla="*/ 0 h 501"/>
                    <a:gd name="T50" fmla="*/ 0 w 456"/>
                    <a:gd name="T51" fmla="*/ 0 h 501"/>
                    <a:gd name="T52" fmla="*/ 0 w 456"/>
                    <a:gd name="T53" fmla="*/ 0 h 501"/>
                    <a:gd name="T54" fmla="*/ 0 w 456"/>
                    <a:gd name="T55" fmla="*/ 0 h 501"/>
                    <a:gd name="T56" fmla="*/ 0 w 456"/>
                    <a:gd name="T57" fmla="*/ 0 h 501"/>
                    <a:gd name="T58" fmla="*/ 0 w 456"/>
                    <a:gd name="T59" fmla="*/ 0 h 501"/>
                    <a:gd name="T60" fmla="*/ 0 w 456"/>
                    <a:gd name="T61" fmla="*/ 0 h 501"/>
                    <a:gd name="T62" fmla="*/ 0 w 456"/>
                    <a:gd name="T63" fmla="*/ 0 h 501"/>
                    <a:gd name="T64" fmla="*/ 0 w 456"/>
                    <a:gd name="T65" fmla="*/ 0 h 501"/>
                    <a:gd name="T66" fmla="*/ 0 w 456"/>
                    <a:gd name="T67" fmla="*/ 0 h 501"/>
                    <a:gd name="T68" fmla="*/ 0 w 456"/>
                    <a:gd name="T69" fmla="*/ 0 h 501"/>
                    <a:gd name="T70" fmla="*/ 0 w 456"/>
                    <a:gd name="T71" fmla="*/ 0 h 501"/>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456"/>
                    <a:gd name="T109" fmla="*/ 0 h 501"/>
                    <a:gd name="T110" fmla="*/ 456 w 456"/>
                    <a:gd name="T111" fmla="*/ 501 h 501"/>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456" h="501">
                      <a:moveTo>
                        <a:pt x="72" y="302"/>
                      </a:moveTo>
                      <a:lnTo>
                        <a:pt x="122" y="297"/>
                      </a:lnTo>
                      <a:lnTo>
                        <a:pt x="197" y="281"/>
                      </a:lnTo>
                      <a:lnTo>
                        <a:pt x="220" y="267"/>
                      </a:lnTo>
                      <a:lnTo>
                        <a:pt x="238" y="254"/>
                      </a:lnTo>
                      <a:lnTo>
                        <a:pt x="251" y="244"/>
                      </a:lnTo>
                      <a:lnTo>
                        <a:pt x="255" y="240"/>
                      </a:lnTo>
                      <a:lnTo>
                        <a:pt x="267" y="99"/>
                      </a:lnTo>
                      <a:lnTo>
                        <a:pt x="338" y="0"/>
                      </a:lnTo>
                      <a:lnTo>
                        <a:pt x="381" y="0"/>
                      </a:lnTo>
                      <a:lnTo>
                        <a:pt x="372" y="10"/>
                      </a:lnTo>
                      <a:lnTo>
                        <a:pt x="359" y="19"/>
                      </a:lnTo>
                      <a:lnTo>
                        <a:pt x="348" y="35"/>
                      </a:lnTo>
                      <a:lnTo>
                        <a:pt x="320" y="71"/>
                      </a:lnTo>
                      <a:lnTo>
                        <a:pt x="301" y="117"/>
                      </a:lnTo>
                      <a:lnTo>
                        <a:pt x="292" y="205"/>
                      </a:lnTo>
                      <a:lnTo>
                        <a:pt x="297" y="244"/>
                      </a:lnTo>
                      <a:lnTo>
                        <a:pt x="300" y="256"/>
                      </a:lnTo>
                      <a:lnTo>
                        <a:pt x="310" y="284"/>
                      </a:lnTo>
                      <a:lnTo>
                        <a:pt x="328" y="319"/>
                      </a:lnTo>
                      <a:lnTo>
                        <a:pt x="338" y="334"/>
                      </a:lnTo>
                      <a:lnTo>
                        <a:pt x="350" y="347"/>
                      </a:lnTo>
                      <a:lnTo>
                        <a:pt x="364" y="358"/>
                      </a:lnTo>
                      <a:lnTo>
                        <a:pt x="380" y="365"/>
                      </a:lnTo>
                      <a:lnTo>
                        <a:pt x="415" y="373"/>
                      </a:lnTo>
                      <a:lnTo>
                        <a:pt x="456" y="377"/>
                      </a:lnTo>
                      <a:lnTo>
                        <a:pt x="452" y="400"/>
                      </a:lnTo>
                      <a:lnTo>
                        <a:pt x="219" y="494"/>
                      </a:lnTo>
                      <a:lnTo>
                        <a:pt x="52" y="501"/>
                      </a:lnTo>
                      <a:lnTo>
                        <a:pt x="16" y="462"/>
                      </a:lnTo>
                      <a:lnTo>
                        <a:pt x="0" y="377"/>
                      </a:lnTo>
                      <a:lnTo>
                        <a:pt x="10" y="357"/>
                      </a:lnTo>
                      <a:lnTo>
                        <a:pt x="52" y="365"/>
                      </a:lnTo>
                      <a:lnTo>
                        <a:pt x="74" y="345"/>
                      </a:lnTo>
                      <a:lnTo>
                        <a:pt x="72" y="302"/>
                      </a:lnTo>
                      <a:close/>
                    </a:path>
                  </a:pathLst>
                </a:custGeom>
                <a:solidFill>
                  <a:srgbClr val="EB8080"/>
                </a:solidFill>
                <a:ln w="9525">
                  <a:noFill/>
                  <a:round/>
                  <a:headEnd/>
                  <a:tailEnd/>
                </a:ln>
              </p:spPr>
              <p:txBody>
                <a:bodyPr/>
                <a:lstStyle/>
                <a:p>
                  <a:endParaRPr lang="en-MY"/>
                </a:p>
              </p:txBody>
            </p:sp>
            <p:sp>
              <p:nvSpPr>
                <p:cNvPr id="66700" name="Freeform 21"/>
                <p:cNvSpPr>
                  <a:spLocks/>
                </p:cNvSpPr>
                <p:nvPr/>
              </p:nvSpPr>
              <p:spPr bwMode="auto">
                <a:xfrm>
                  <a:off x="3924" y="3715"/>
                  <a:ext cx="149" cy="117"/>
                </a:xfrm>
                <a:custGeom>
                  <a:avLst/>
                  <a:gdLst>
                    <a:gd name="T0" fmla="*/ 0 w 594"/>
                    <a:gd name="T1" fmla="*/ 0 h 467"/>
                    <a:gd name="T2" fmla="*/ 0 w 594"/>
                    <a:gd name="T3" fmla="*/ 0 h 467"/>
                    <a:gd name="T4" fmla="*/ 0 w 594"/>
                    <a:gd name="T5" fmla="*/ 0 h 467"/>
                    <a:gd name="T6" fmla="*/ 0 w 594"/>
                    <a:gd name="T7" fmla="*/ 0 h 467"/>
                    <a:gd name="T8" fmla="*/ 0 w 594"/>
                    <a:gd name="T9" fmla="*/ 0 h 467"/>
                    <a:gd name="T10" fmla="*/ 0 w 594"/>
                    <a:gd name="T11" fmla="*/ 0 h 467"/>
                    <a:gd name="T12" fmla="*/ 0 w 594"/>
                    <a:gd name="T13" fmla="*/ 0 h 467"/>
                    <a:gd name="T14" fmla="*/ 0 w 594"/>
                    <a:gd name="T15" fmla="*/ 0 h 467"/>
                    <a:gd name="T16" fmla="*/ 0 w 594"/>
                    <a:gd name="T17" fmla="*/ 0 h 467"/>
                    <a:gd name="T18" fmla="*/ 0 w 594"/>
                    <a:gd name="T19" fmla="*/ 0 h 467"/>
                    <a:gd name="T20" fmla="*/ 0 w 594"/>
                    <a:gd name="T21" fmla="*/ 0 h 467"/>
                    <a:gd name="T22" fmla="*/ 0 w 594"/>
                    <a:gd name="T23" fmla="*/ 0 h 467"/>
                    <a:gd name="T24" fmla="*/ 0 w 594"/>
                    <a:gd name="T25" fmla="*/ 0 h 467"/>
                    <a:gd name="T26" fmla="*/ 0 w 594"/>
                    <a:gd name="T27" fmla="*/ 0 h 467"/>
                    <a:gd name="T28" fmla="*/ 0 w 594"/>
                    <a:gd name="T29" fmla="*/ 0 h 467"/>
                    <a:gd name="T30" fmla="*/ 0 w 594"/>
                    <a:gd name="T31" fmla="*/ 0 h 467"/>
                    <a:gd name="T32" fmla="*/ 0 w 594"/>
                    <a:gd name="T33" fmla="*/ 0 h 467"/>
                    <a:gd name="T34" fmla="*/ 0 w 594"/>
                    <a:gd name="T35" fmla="*/ 0 h 467"/>
                    <a:gd name="T36" fmla="*/ 0 w 594"/>
                    <a:gd name="T37" fmla="*/ 0 h 467"/>
                    <a:gd name="T38" fmla="*/ 0 w 594"/>
                    <a:gd name="T39" fmla="*/ 0 h 467"/>
                    <a:gd name="T40" fmla="*/ 0 w 594"/>
                    <a:gd name="T41" fmla="*/ 0 h 467"/>
                    <a:gd name="T42" fmla="*/ 0 w 594"/>
                    <a:gd name="T43" fmla="*/ 0 h 467"/>
                    <a:gd name="T44" fmla="*/ 0 w 594"/>
                    <a:gd name="T45" fmla="*/ 0 h 467"/>
                    <a:gd name="T46" fmla="*/ 0 w 594"/>
                    <a:gd name="T47" fmla="*/ 0 h 467"/>
                    <a:gd name="T48" fmla="*/ 0 w 594"/>
                    <a:gd name="T49" fmla="*/ 0 h 467"/>
                    <a:gd name="T50" fmla="*/ 0 w 594"/>
                    <a:gd name="T51" fmla="*/ 0 h 467"/>
                    <a:gd name="T52" fmla="*/ 0 w 594"/>
                    <a:gd name="T53" fmla="*/ 0 h 467"/>
                    <a:gd name="T54" fmla="*/ 0 w 594"/>
                    <a:gd name="T55" fmla="*/ 0 h 467"/>
                    <a:gd name="T56" fmla="*/ 0 w 594"/>
                    <a:gd name="T57" fmla="*/ 0 h 467"/>
                    <a:gd name="T58" fmla="*/ 0 w 594"/>
                    <a:gd name="T59" fmla="*/ 0 h 467"/>
                    <a:gd name="T60" fmla="*/ 0 w 594"/>
                    <a:gd name="T61" fmla="*/ 0 h 467"/>
                    <a:gd name="T62" fmla="*/ 0 w 594"/>
                    <a:gd name="T63" fmla="*/ 0 h 467"/>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594"/>
                    <a:gd name="T97" fmla="*/ 0 h 467"/>
                    <a:gd name="T98" fmla="*/ 594 w 594"/>
                    <a:gd name="T99" fmla="*/ 467 h 467"/>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594" h="467">
                      <a:moveTo>
                        <a:pt x="54" y="80"/>
                      </a:moveTo>
                      <a:lnTo>
                        <a:pt x="83" y="171"/>
                      </a:lnTo>
                      <a:lnTo>
                        <a:pt x="0" y="371"/>
                      </a:lnTo>
                      <a:lnTo>
                        <a:pt x="46" y="368"/>
                      </a:lnTo>
                      <a:lnTo>
                        <a:pt x="90" y="372"/>
                      </a:lnTo>
                      <a:lnTo>
                        <a:pt x="133" y="388"/>
                      </a:lnTo>
                      <a:lnTo>
                        <a:pt x="154" y="399"/>
                      </a:lnTo>
                      <a:lnTo>
                        <a:pt x="173" y="411"/>
                      </a:lnTo>
                      <a:lnTo>
                        <a:pt x="190" y="426"/>
                      </a:lnTo>
                      <a:lnTo>
                        <a:pt x="208" y="437"/>
                      </a:lnTo>
                      <a:lnTo>
                        <a:pt x="222" y="449"/>
                      </a:lnTo>
                      <a:lnTo>
                        <a:pt x="233" y="458"/>
                      </a:lnTo>
                      <a:lnTo>
                        <a:pt x="243" y="467"/>
                      </a:lnTo>
                      <a:lnTo>
                        <a:pt x="291" y="388"/>
                      </a:lnTo>
                      <a:lnTo>
                        <a:pt x="298" y="340"/>
                      </a:lnTo>
                      <a:lnTo>
                        <a:pt x="283" y="308"/>
                      </a:lnTo>
                      <a:lnTo>
                        <a:pt x="213" y="246"/>
                      </a:lnTo>
                      <a:lnTo>
                        <a:pt x="189" y="177"/>
                      </a:lnTo>
                      <a:lnTo>
                        <a:pt x="187" y="122"/>
                      </a:lnTo>
                      <a:lnTo>
                        <a:pt x="201" y="124"/>
                      </a:lnTo>
                      <a:lnTo>
                        <a:pt x="207" y="140"/>
                      </a:lnTo>
                      <a:lnTo>
                        <a:pt x="220" y="179"/>
                      </a:lnTo>
                      <a:lnTo>
                        <a:pt x="229" y="202"/>
                      </a:lnTo>
                      <a:lnTo>
                        <a:pt x="238" y="222"/>
                      </a:lnTo>
                      <a:lnTo>
                        <a:pt x="247" y="241"/>
                      </a:lnTo>
                      <a:lnTo>
                        <a:pt x="266" y="262"/>
                      </a:lnTo>
                      <a:lnTo>
                        <a:pt x="276" y="270"/>
                      </a:lnTo>
                      <a:lnTo>
                        <a:pt x="292" y="284"/>
                      </a:lnTo>
                      <a:lnTo>
                        <a:pt x="305" y="293"/>
                      </a:lnTo>
                      <a:lnTo>
                        <a:pt x="311" y="296"/>
                      </a:lnTo>
                      <a:lnTo>
                        <a:pt x="332" y="407"/>
                      </a:lnTo>
                      <a:lnTo>
                        <a:pt x="487" y="388"/>
                      </a:lnTo>
                      <a:lnTo>
                        <a:pt x="594" y="354"/>
                      </a:lnTo>
                      <a:lnTo>
                        <a:pt x="585" y="280"/>
                      </a:lnTo>
                      <a:lnTo>
                        <a:pt x="574" y="220"/>
                      </a:lnTo>
                      <a:lnTo>
                        <a:pt x="568" y="195"/>
                      </a:lnTo>
                      <a:lnTo>
                        <a:pt x="560" y="177"/>
                      </a:lnTo>
                      <a:lnTo>
                        <a:pt x="556" y="170"/>
                      </a:lnTo>
                      <a:lnTo>
                        <a:pt x="551" y="165"/>
                      </a:lnTo>
                      <a:lnTo>
                        <a:pt x="541" y="161"/>
                      </a:lnTo>
                      <a:lnTo>
                        <a:pt x="517" y="163"/>
                      </a:lnTo>
                      <a:lnTo>
                        <a:pt x="485" y="168"/>
                      </a:lnTo>
                      <a:lnTo>
                        <a:pt x="446" y="164"/>
                      </a:lnTo>
                      <a:lnTo>
                        <a:pt x="403" y="146"/>
                      </a:lnTo>
                      <a:lnTo>
                        <a:pt x="384" y="135"/>
                      </a:lnTo>
                      <a:lnTo>
                        <a:pt x="356" y="113"/>
                      </a:lnTo>
                      <a:lnTo>
                        <a:pt x="337" y="95"/>
                      </a:lnTo>
                      <a:lnTo>
                        <a:pt x="349" y="70"/>
                      </a:lnTo>
                      <a:lnTo>
                        <a:pt x="390" y="104"/>
                      </a:lnTo>
                      <a:lnTo>
                        <a:pt x="474" y="116"/>
                      </a:lnTo>
                      <a:lnTo>
                        <a:pt x="512" y="104"/>
                      </a:lnTo>
                      <a:lnTo>
                        <a:pt x="517" y="80"/>
                      </a:lnTo>
                      <a:lnTo>
                        <a:pt x="514" y="68"/>
                      </a:lnTo>
                      <a:lnTo>
                        <a:pt x="506" y="54"/>
                      </a:lnTo>
                      <a:lnTo>
                        <a:pt x="491" y="38"/>
                      </a:lnTo>
                      <a:lnTo>
                        <a:pt x="468" y="21"/>
                      </a:lnTo>
                      <a:lnTo>
                        <a:pt x="440" y="6"/>
                      </a:lnTo>
                      <a:lnTo>
                        <a:pt x="415" y="0"/>
                      </a:lnTo>
                      <a:lnTo>
                        <a:pt x="371" y="0"/>
                      </a:lnTo>
                      <a:lnTo>
                        <a:pt x="343" y="10"/>
                      </a:lnTo>
                      <a:lnTo>
                        <a:pt x="332" y="15"/>
                      </a:lnTo>
                      <a:lnTo>
                        <a:pt x="203" y="61"/>
                      </a:lnTo>
                      <a:lnTo>
                        <a:pt x="95" y="76"/>
                      </a:lnTo>
                      <a:lnTo>
                        <a:pt x="54" y="80"/>
                      </a:lnTo>
                      <a:close/>
                    </a:path>
                  </a:pathLst>
                </a:custGeom>
                <a:solidFill>
                  <a:srgbClr val="EB8080"/>
                </a:solidFill>
                <a:ln w="9525">
                  <a:noFill/>
                  <a:round/>
                  <a:headEnd/>
                  <a:tailEnd/>
                </a:ln>
              </p:spPr>
              <p:txBody>
                <a:bodyPr/>
                <a:lstStyle/>
                <a:p>
                  <a:endParaRPr lang="en-MY"/>
                </a:p>
              </p:txBody>
            </p:sp>
            <p:sp>
              <p:nvSpPr>
                <p:cNvPr id="66701" name="Freeform 22"/>
                <p:cNvSpPr>
                  <a:spLocks/>
                </p:cNvSpPr>
                <p:nvPr/>
              </p:nvSpPr>
              <p:spPr bwMode="auto">
                <a:xfrm>
                  <a:off x="3924" y="3544"/>
                  <a:ext cx="9" cy="8"/>
                </a:xfrm>
                <a:custGeom>
                  <a:avLst/>
                  <a:gdLst>
                    <a:gd name="T0" fmla="*/ 0 w 35"/>
                    <a:gd name="T1" fmla="*/ 0 h 32"/>
                    <a:gd name="T2" fmla="*/ 0 w 35"/>
                    <a:gd name="T3" fmla="*/ 0 h 32"/>
                    <a:gd name="T4" fmla="*/ 0 w 35"/>
                    <a:gd name="T5" fmla="*/ 0 h 32"/>
                    <a:gd name="T6" fmla="*/ 0 w 35"/>
                    <a:gd name="T7" fmla="*/ 0 h 32"/>
                    <a:gd name="T8" fmla="*/ 0 w 35"/>
                    <a:gd name="T9" fmla="*/ 0 h 32"/>
                    <a:gd name="T10" fmla="*/ 0 w 35"/>
                    <a:gd name="T11" fmla="*/ 0 h 32"/>
                    <a:gd name="T12" fmla="*/ 0 60000 65536"/>
                    <a:gd name="T13" fmla="*/ 0 60000 65536"/>
                    <a:gd name="T14" fmla="*/ 0 60000 65536"/>
                    <a:gd name="T15" fmla="*/ 0 60000 65536"/>
                    <a:gd name="T16" fmla="*/ 0 60000 65536"/>
                    <a:gd name="T17" fmla="*/ 0 60000 65536"/>
                    <a:gd name="T18" fmla="*/ 0 w 35"/>
                    <a:gd name="T19" fmla="*/ 0 h 32"/>
                    <a:gd name="T20" fmla="*/ 35 w 35"/>
                    <a:gd name="T21" fmla="*/ 32 h 32"/>
                  </a:gdLst>
                  <a:ahLst/>
                  <a:cxnLst>
                    <a:cxn ang="T12">
                      <a:pos x="T0" y="T1"/>
                    </a:cxn>
                    <a:cxn ang="T13">
                      <a:pos x="T2" y="T3"/>
                    </a:cxn>
                    <a:cxn ang="T14">
                      <a:pos x="T4" y="T5"/>
                    </a:cxn>
                    <a:cxn ang="T15">
                      <a:pos x="T6" y="T7"/>
                    </a:cxn>
                    <a:cxn ang="T16">
                      <a:pos x="T8" y="T9"/>
                    </a:cxn>
                    <a:cxn ang="T17">
                      <a:pos x="T10" y="T11"/>
                    </a:cxn>
                  </a:cxnLst>
                  <a:rect l="T18" t="T19" r="T20" b="T21"/>
                  <a:pathLst>
                    <a:path w="35" h="32">
                      <a:moveTo>
                        <a:pt x="28" y="0"/>
                      </a:moveTo>
                      <a:lnTo>
                        <a:pt x="35" y="25"/>
                      </a:lnTo>
                      <a:lnTo>
                        <a:pt x="10" y="32"/>
                      </a:lnTo>
                      <a:lnTo>
                        <a:pt x="0" y="5"/>
                      </a:lnTo>
                      <a:lnTo>
                        <a:pt x="28" y="0"/>
                      </a:lnTo>
                      <a:close/>
                    </a:path>
                  </a:pathLst>
                </a:custGeom>
                <a:solidFill>
                  <a:srgbClr val="000000"/>
                </a:solidFill>
                <a:ln w="9525">
                  <a:noFill/>
                  <a:round/>
                  <a:headEnd/>
                  <a:tailEnd/>
                </a:ln>
              </p:spPr>
              <p:txBody>
                <a:bodyPr/>
                <a:lstStyle/>
                <a:p>
                  <a:endParaRPr lang="en-MY"/>
                </a:p>
              </p:txBody>
            </p:sp>
            <p:sp>
              <p:nvSpPr>
                <p:cNvPr id="66702" name="Freeform 23"/>
                <p:cNvSpPr>
                  <a:spLocks/>
                </p:cNvSpPr>
                <p:nvPr/>
              </p:nvSpPr>
              <p:spPr bwMode="auto">
                <a:xfrm>
                  <a:off x="3919" y="3528"/>
                  <a:ext cx="11" cy="9"/>
                </a:xfrm>
                <a:custGeom>
                  <a:avLst/>
                  <a:gdLst>
                    <a:gd name="T0" fmla="*/ 0 w 45"/>
                    <a:gd name="T1" fmla="*/ 0 h 36"/>
                    <a:gd name="T2" fmla="*/ 0 w 45"/>
                    <a:gd name="T3" fmla="*/ 0 h 36"/>
                    <a:gd name="T4" fmla="*/ 0 w 45"/>
                    <a:gd name="T5" fmla="*/ 0 h 36"/>
                    <a:gd name="T6" fmla="*/ 0 w 45"/>
                    <a:gd name="T7" fmla="*/ 0 h 36"/>
                    <a:gd name="T8" fmla="*/ 0 w 45"/>
                    <a:gd name="T9" fmla="*/ 0 h 36"/>
                    <a:gd name="T10" fmla="*/ 0 w 45"/>
                    <a:gd name="T11" fmla="*/ 0 h 36"/>
                    <a:gd name="T12" fmla="*/ 0 60000 65536"/>
                    <a:gd name="T13" fmla="*/ 0 60000 65536"/>
                    <a:gd name="T14" fmla="*/ 0 60000 65536"/>
                    <a:gd name="T15" fmla="*/ 0 60000 65536"/>
                    <a:gd name="T16" fmla="*/ 0 60000 65536"/>
                    <a:gd name="T17" fmla="*/ 0 60000 65536"/>
                    <a:gd name="T18" fmla="*/ 0 w 45"/>
                    <a:gd name="T19" fmla="*/ 0 h 36"/>
                    <a:gd name="T20" fmla="*/ 45 w 45"/>
                    <a:gd name="T21" fmla="*/ 36 h 36"/>
                  </a:gdLst>
                  <a:ahLst/>
                  <a:cxnLst>
                    <a:cxn ang="T12">
                      <a:pos x="T0" y="T1"/>
                    </a:cxn>
                    <a:cxn ang="T13">
                      <a:pos x="T2" y="T3"/>
                    </a:cxn>
                    <a:cxn ang="T14">
                      <a:pos x="T4" y="T5"/>
                    </a:cxn>
                    <a:cxn ang="T15">
                      <a:pos x="T6" y="T7"/>
                    </a:cxn>
                    <a:cxn ang="T16">
                      <a:pos x="T8" y="T9"/>
                    </a:cxn>
                    <a:cxn ang="T17">
                      <a:pos x="T10" y="T11"/>
                    </a:cxn>
                  </a:cxnLst>
                  <a:rect l="T18" t="T19" r="T20" b="T21"/>
                  <a:pathLst>
                    <a:path w="45" h="36">
                      <a:moveTo>
                        <a:pt x="45" y="18"/>
                      </a:moveTo>
                      <a:lnTo>
                        <a:pt x="3" y="0"/>
                      </a:lnTo>
                      <a:lnTo>
                        <a:pt x="0" y="22"/>
                      </a:lnTo>
                      <a:lnTo>
                        <a:pt x="42" y="36"/>
                      </a:lnTo>
                      <a:lnTo>
                        <a:pt x="45" y="18"/>
                      </a:lnTo>
                      <a:close/>
                    </a:path>
                  </a:pathLst>
                </a:custGeom>
                <a:solidFill>
                  <a:srgbClr val="000000"/>
                </a:solidFill>
                <a:ln w="9525">
                  <a:noFill/>
                  <a:round/>
                  <a:headEnd/>
                  <a:tailEnd/>
                </a:ln>
              </p:spPr>
              <p:txBody>
                <a:bodyPr/>
                <a:lstStyle/>
                <a:p>
                  <a:endParaRPr lang="en-MY"/>
                </a:p>
              </p:txBody>
            </p:sp>
            <p:sp>
              <p:nvSpPr>
                <p:cNvPr id="66703" name="Freeform 24"/>
                <p:cNvSpPr>
                  <a:spLocks/>
                </p:cNvSpPr>
                <p:nvPr/>
              </p:nvSpPr>
              <p:spPr bwMode="auto">
                <a:xfrm>
                  <a:off x="3884" y="3545"/>
                  <a:ext cx="7" cy="7"/>
                </a:xfrm>
                <a:custGeom>
                  <a:avLst/>
                  <a:gdLst>
                    <a:gd name="T0" fmla="*/ 0 w 27"/>
                    <a:gd name="T1" fmla="*/ 0 h 28"/>
                    <a:gd name="T2" fmla="*/ 0 w 27"/>
                    <a:gd name="T3" fmla="*/ 0 h 28"/>
                    <a:gd name="T4" fmla="*/ 0 w 27"/>
                    <a:gd name="T5" fmla="*/ 0 h 28"/>
                    <a:gd name="T6" fmla="*/ 0 w 27"/>
                    <a:gd name="T7" fmla="*/ 0 h 28"/>
                    <a:gd name="T8" fmla="*/ 0 w 27"/>
                    <a:gd name="T9" fmla="*/ 0 h 28"/>
                    <a:gd name="T10" fmla="*/ 0 w 27"/>
                    <a:gd name="T11" fmla="*/ 0 h 28"/>
                    <a:gd name="T12" fmla="*/ 0 60000 65536"/>
                    <a:gd name="T13" fmla="*/ 0 60000 65536"/>
                    <a:gd name="T14" fmla="*/ 0 60000 65536"/>
                    <a:gd name="T15" fmla="*/ 0 60000 65536"/>
                    <a:gd name="T16" fmla="*/ 0 60000 65536"/>
                    <a:gd name="T17" fmla="*/ 0 60000 65536"/>
                    <a:gd name="T18" fmla="*/ 0 w 27"/>
                    <a:gd name="T19" fmla="*/ 0 h 28"/>
                    <a:gd name="T20" fmla="*/ 27 w 27"/>
                    <a:gd name="T21" fmla="*/ 28 h 28"/>
                  </a:gdLst>
                  <a:ahLst/>
                  <a:cxnLst>
                    <a:cxn ang="T12">
                      <a:pos x="T0" y="T1"/>
                    </a:cxn>
                    <a:cxn ang="T13">
                      <a:pos x="T2" y="T3"/>
                    </a:cxn>
                    <a:cxn ang="T14">
                      <a:pos x="T4" y="T5"/>
                    </a:cxn>
                    <a:cxn ang="T15">
                      <a:pos x="T6" y="T7"/>
                    </a:cxn>
                    <a:cxn ang="T16">
                      <a:pos x="T8" y="T9"/>
                    </a:cxn>
                    <a:cxn ang="T17">
                      <a:pos x="T10" y="T11"/>
                    </a:cxn>
                  </a:cxnLst>
                  <a:rect l="T18" t="T19" r="T20" b="T21"/>
                  <a:pathLst>
                    <a:path w="27" h="28">
                      <a:moveTo>
                        <a:pt x="23" y="0"/>
                      </a:moveTo>
                      <a:lnTo>
                        <a:pt x="27" y="23"/>
                      </a:lnTo>
                      <a:lnTo>
                        <a:pt x="14" y="28"/>
                      </a:lnTo>
                      <a:lnTo>
                        <a:pt x="0" y="0"/>
                      </a:lnTo>
                      <a:lnTo>
                        <a:pt x="23" y="0"/>
                      </a:lnTo>
                      <a:close/>
                    </a:path>
                  </a:pathLst>
                </a:custGeom>
                <a:solidFill>
                  <a:srgbClr val="000000"/>
                </a:solidFill>
                <a:ln w="9525">
                  <a:noFill/>
                  <a:round/>
                  <a:headEnd/>
                  <a:tailEnd/>
                </a:ln>
              </p:spPr>
              <p:txBody>
                <a:bodyPr/>
                <a:lstStyle/>
                <a:p>
                  <a:endParaRPr lang="en-MY"/>
                </a:p>
              </p:txBody>
            </p:sp>
            <p:sp>
              <p:nvSpPr>
                <p:cNvPr id="66704" name="Freeform 25"/>
                <p:cNvSpPr>
                  <a:spLocks/>
                </p:cNvSpPr>
                <p:nvPr/>
              </p:nvSpPr>
              <p:spPr bwMode="auto">
                <a:xfrm>
                  <a:off x="3883" y="3532"/>
                  <a:ext cx="6" cy="7"/>
                </a:xfrm>
                <a:custGeom>
                  <a:avLst/>
                  <a:gdLst>
                    <a:gd name="T0" fmla="*/ 0 w 28"/>
                    <a:gd name="T1" fmla="*/ 0 h 26"/>
                    <a:gd name="T2" fmla="*/ 0 w 28"/>
                    <a:gd name="T3" fmla="*/ 0 h 26"/>
                    <a:gd name="T4" fmla="*/ 0 w 28"/>
                    <a:gd name="T5" fmla="*/ 0 h 26"/>
                    <a:gd name="T6" fmla="*/ 0 w 28"/>
                    <a:gd name="T7" fmla="*/ 0 h 26"/>
                    <a:gd name="T8" fmla="*/ 0 w 28"/>
                    <a:gd name="T9" fmla="*/ 0 h 26"/>
                    <a:gd name="T10" fmla="*/ 0 w 28"/>
                    <a:gd name="T11" fmla="*/ 0 h 26"/>
                    <a:gd name="T12" fmla="*/ 0 60000 65536"/>
                    <a:gd name="T13" fmla="*/ 0 60000 65536"/>
                    <a:gd name="T14" fmla="*/ 0 60000 65536"/>
                    <a:gd name="T15" fmla="*/ 0 60000 65536"/>
                    <a:gd name="T16" fmla="*/ 0 60000 65536"/>
                    <a:gd name="T17" fmla="*/ 0 60000 65536"/>
                    <a:gd name="T18" fmla="*/ 0 w 28"/>
                    <a:gd name="T19" fmla="*/ 0 h 26"/>
                    <a:gd name="T20" fmla="*/ 28 w 28"/>
                    <a:gd name="T21" fmla="*/ 26 h 26"/>
                  </a:gdLst>
                  <a:ahLst/>
                  <a:cxnLst>
                    <a:cxn ang="T12">
                      <a:pos x="T0" y="T1"/>
                    </a:cxn>
                    <a:cxn ang="T13">
                      <a:pos x="T2" y="T3"/>
                    </a:cxn>
                    <a:cxn ang="T14">
                      <a:pos x="T4" y="T5"/>
                    </a:cxn>
                    <a:cxn ang="T15">
                      <a:pos x="T6" y="T7"/>
                    </a:cxn>
                    <a:cxn ang="T16">
                      <a:pos x="T8" y="T9"/>
                    </a:cxn>
                    <a:cxn ang="T17">
                      <a:pos x="T10" y="T11"/>
                    </a:cxn>
                  </a:cxnLst>
                  <a:rect l="T18" t="T19" r="T20" b="T21"/>
                  <a:pathLst>
                    <a:path w="28" h="26">
                      <a:moveTo>
                        <a:pt x="21" y="0"/>
                      </a:moveTo>
                      <a:lnTo>
                        <a:pt x="0" y="18"/>
                      </a:lnTo>
                      <a:lnTo>
                        <a:pt x="5" y="26"/>
                      </a:lnTo>
                      <a:lnTo>
                        <a:pt x="28" y="15"/>
                      </a:lnTo>
                      <a:lnTo>
                        <a:pt x="21" y="0"/>
                      </a:lnTo>
                      <a:close/>
                    </a:path>
                  </a:pathLst>
                </a:custGeom>
                <a:solidFill>
                  <a:srgbClr val="000000"/>
                </a:solidFill>
                <a:ln w="9525">
                  <a:noFill/>
                  <a:round/>
                  <a:headEnd/>
                  <a:tailEnd/>
                </a:ln>
              </p:spPr>
              <p:txBody>
                <a:bodyPr/>
                <a:lstStyle/>
                <a:p>
                  <a:endParaRPr lang="en-MY"/>
                </a:p>
              </p:txBody>
            </p:sp>
            <p:sp>
              <p:nvSpPr>
                <p:cNvPr id="66705" name="Freeform 26"/>
                <p:cNvSpPr>
                  <a:spLocks/>
                </p:cNvSpPr>
                <p:nvPr/>
              </p:nvSpPr>
              <p:spPr bwMode="auto">
                <a:xfrm>
                  <a:off x="3892" y="3479"/>
                  <a:ext cx="41" cy="46"/>
                </a:xfrm>
                <a:custGeom>
                  <a:avLst/>
                  <a:gdLst>
                    <a:gd name="T0" fmla="*/ 0 w 160"/>
                    <a:gd name="T1" fmla="*/ 0 h 185"/>
                    <a:gd name="T2" fmla="*/ 0 w 160"/>
                    <a:gd name="T3" fmla="*/ 0 h 185"/>
                    <a:gd name="T4" fmla="*/ 0 w 160"/>
                    <a:gd name="T5" fmla="*/ 0 h 185"/>
                    <a:gd name="T6" fmla="*/ 0 w 160"/>
                    <a:gd name="T7" fmla="*/ 0 h 185"/>
                    <a:gd name="T8" fmla="*/ 0 w 160"/>
                    <a:gd name="T9" fmla="*/ 0 h 185"/>
                    <a:gd name="T10" fmla="*/ 0 w 160"/>
                    <a:gd name="T11" fmla="*/ 0 h 185"/>
                    <a:gd name="T12" fmla="*/ 0 w 160"/>
                    <a:gd name="T13" fmla="*/ 0 h 185"/>
                    <a:gd name="T14" fmla="*/ 0 w 160"/>
                    <a:gd name="T15" fmla="*/ 0 h 185"/>
                    <a:gd name="T16" fmla="*/ 0 w 160"/>
                    <a:gd name="T17" fmla="*/ 0 h 185"/>
                    <a:gd name="T18" fmla="*/ 0 w 160"/>
                    <a:gd name="T19" fmla="*/ 0 h 185"/>
                    <a:gd name="T20" fmla="*/ 0 w 160"/>
                    <a:gd name="T21" fmla="*/ 0 h 185"/>
                    <a:gd name="T22" fmla="*/ 0 w 160"/>
                    <a:gd name="T23" fmla="*/ 0 h 185"/>
                    <a:gd name="T24" fmla="*/ 0 w 160"/>
                    <a:gd name="T25" fmla="*/ 0 h 185"/>
                    <a:gd name="T26" fmla="*/ 0 w 160"/>
                    <a:gd name="T27" fmla="*/ 0 h 185"/>
                    <a:gd name="T28" fmla="*/ 0 w 160"/>
                    <a:gd name="T29" fmla="*/ 0 h 185"/>
                    <a:gd name="T30" fmla="*/ 0 w 160"/>
                    <a:gd name="T31" fmla="*/ 0 h 185"/>
                    <a:gd name="T32" fmla="*/ 0 w 160"/>
                    <a:gd name="T33" fmla="*/ 0 h 185"/>
                    <a:gd name="T34" fmla="*/ 0 w 160"/>
                    <a:gd name="T35" fmla="*/ 0 h 185"/>
                    <a:gd name="T36" fmla="*/ 0 w 160"/>
                    <a:gd name="T37" fmla="*/ 0 h 185"/>
                    <a:gd name="T38" fmla="*/ 0 w 160"/>
                    <a:gd name="T39" fmla="*/ 0 h 185"/>
                    <a:gd name="T40" fmla="*/ 0 w 160"/>
                    <a:gd name="T41" fmla="*/ 0 h 185"/>
                    <a:gd name="T42" fmla="*/ 0 w 160"/>
                    <a:gd name="T43" fmla="*/ 0 h 185"/>
                    <a:gd name="T44" fmla="*/ 0 w 160"/>
                    <a:gd name="T45" fmla="*/ 0 h 185"/>
                    <a:gd name="T46" fmla="*/ 0 w 160"/>
                    <a:gd name="T47" fmla="*/ 0 h 185"/>
                    <a:gd name="T48" fmla="*/ 0 w 160"/>
                    <a:gd name="T49" fmla="*/ 0 h 185"/>
                    <a:gd name="T50" fmla="*/ 0 w 160"/>
                    <a:gd name="T51" fmla="*/ 0 h 185"/>
                    <a:gd name="T52" fmla="*/ 0 w 160"/>
                    <a:gd name="T53" fmla="*/ 0 h 185"/>
                    <a:gd name="T54" fmla="*/ 0 w 160"/>
                    <a:gd name="T55" fmla="*/ 0 h 185"/>
                    <a:gd name="T56" fmla="*/ 0 w 160"/>
                    <a:gd name="T57" fmla="*/ 0 h 185"/>
                    <a:gd name="T58" fmla="*/ 0 w 160"/>
                    <a:gd name="T59" fmla="*/ 0 h 185"/>
                    <a:gd name="T60" fmla="*/ 0 w 160"/>
                    <a:gd name="T61" fmla="*/ 0 h 185"/>
                    <a:gd name="T62" fmla="*/ 0 w 160"/>
                    <a:gd name="T63" fmla="*/ 0 h 185"/>
                    <a:gd name="T64" fmla="*/ 0 w 160"/>
                    <a:gd name="T65" fmla="*/ 0 h 185"/>
                    <a:gd name="T66" fmla="*/ 0 w 160"/>
                    <a:gd name="T67" fmla="*/ 0 h 185"/>
                    <a:gd name="T68" fmla="*/ 0 w 160"/>
                    <a:gd name="T69" fmla="*/ 0 h 185"/>
                    <a:gd name="T70" fmla="*/ 0 w 160"/>
                    <a:gd name="T71" fmla="*/ 0 h 185"/>
                    <a:gd name="T72" fmla="*/ 0 w 160"/>
                    <a:gd name="T73" fmla="*/ 0 h 185"/>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60"/>
                    <a:gd name="T112" fmla="*/ 0 h 185"/>
                    <a:gd name="T113" fmla="*/ 160 w 160"/>
                    <a:gd name="T114" fmla="*/ 185 h 185"/>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60" h="185">
                      <a:moveTo>
                        <a:pt x="76" y="0"/>
                      </a:moveTo>
                      <a:lnTo>
                        <a:pt x="68" y="7"/>
                      </a:lnTo>
                      <a:lnTo>
                        <a:pt x="55" y="24"/>
                      </a:lnTo>
                      <a:lnTo>
                        <a:pt x="46" y="52"/>
                      </a:lnTo>
                      <a:lnTo>
                        <a:pt x="48" y="70"/>
                      </a:lnTo>
                      <a:lnTo>
                        <a:pt x="57" y="89"/>
                      </a:lnTo>
                      <a:lnTo>
                        <a:pt x="70" y="105"/>
                      </a:lnTo>
                      <a:lnTo>
                        <a:pt x="84" y="112"/>
                      </a:lnTo>
                      <a:lnTo>
                        <a:pt x="114" y="107"/>
                      </a:lnTo>
                      <a:lnTo>
                        <a:pt x="139" y="91"/>
                      </a:lnTo>
                      <a:lnTo>
                        <a:pt x="149" y="83"/>
                      </a:lnTo>
                      <a:lnTo>
                        <a:pt x="160" y="101"/>
                      </a:lnTo>
                      <a:lnTo>
                        <a:pt x="145" y="115"/>
                      </a:lnTo>
                      <a:lnTo>
                        <a:pt x="125" y="125"/>
                      </a:lnTo>
                      <a:lnTo>
                        <a:pt x="98" y="129"/>
                      </a:lnTo>
                      <a:lnTo>
                        <a:pt x="70" y="123"/>
                      </a:lnTo>
                      <a:lnTo>
                        <a:pt x="49" y="111"/>
                      </a:lnTo>
                      <a:lnTo>
                        <a:pt x="37" y="99"/>
                      </a:lnTo>
                      <a:lnTo>
                        <a:pt x="33" y="94"/>
                      </a:lnTo>
                      <a:lnTo>
                        <a:pt x="33" y="116"/>
                      </a:lnTo>
                      <a:lnTo>
                        <a:pt x="46" y="144"/>
                      </a:lnTo>
                      <a:lnTo>
                        <a:pt x="55" y="150"/>
                      </a:lnTo>
                      <a:lnTo>
                        <a:pt x="75" y="160"/>
                      </a:lnTo>
                      <a:lnTo>
                        <a:pt x="92" y="164"/>
                      </a:lnTo>
                      <a:lnTo>
                        <a:pt x="110" y="165"/>
                      </a:lnTo>
                      <a:lnTo>
                        <a:pt x="99" y="185"/>
                      </a:lnTo>
                      <a:lnTo>
                        <a:pt x="19" y="146"/>
                      </a:lnTo>
                      <a:lnTo>
                        <a:pt x="4" y="118"/>
                      </a:lnTo>
                      <a:lnTo>
                        <a:pt x="0" y="90"/>
                      </a:lnTo>
                      <a:lnTo>
                        <a:pt x="3" y="65"/>
                      </a:lnTo>
                      <a:lnTo>
                        <a:pt x="11" y="46"/>
                      </a:lnTo>
                      <a:lnTo>
                        <a:pt x="22" y="30"/>
                      </a:lnTo>
                      <a:lnTo>
                        <a:pt x="36" y="14"/>
                      </a:lnTo>
                      <a:lnTo>
                        <a:pt x="48" y="5"/>
                      </a:lnTo>
                      <a:lnTo>
                        <a:pt x="53" y="0"/>
                      </a:lnTo>
                      <a:lnTo>
                        <a:pt x="76" y="0"/>
                      </a:lnTo>
                      <a:close/>
                    </a:path>
                  </a:pathLst>
                </a:custGeom>
                <a:solidFill>
                  <a:srgbClr val="000000"/>
                </a:solidFill>
                <a:ln w="9525">
                  <a:noFill/>
                  <a:round/>
                  <a:headEnd/>
                  <a:tailEnd/>
                </a:ln>
              </p:spPr>
              <p:txBody>
                <a:bodyPr/>
                <a:lstStyle/>
                <a:p>
                  <a:endParaRPr lang="en-MY"/>
                </a:p>
              </p:txBody>
            </p:sp>
            <p:sp>
              <p:nvSpPr>
                <p:cNvPr id="66706" name="Freeform 27"/>
                <p:cNvSpPr>
                  <a:spLocks/>
                </p:cNvSpPr>
                <p:nvPr/>
              </p:nvSpPr>
              <p:spPr bwMode="auto">
                <a:xfrm>
                  <a:off x="3869" y="3494"/>
                  <a:ext cx="98" cy="106"/>
                </a:xfrm>
                <a:custGeom>
                  <a:avLst/>
                  <a:gdLst>
                    <a:gd name="T0" fmla="*/ 0 w 391"/>
                    <a:gd name="T1" fmla="*/ 0 h 422"/>
                    <a:gd name="T2" fmla="*/ 0 w 391"/>
                    <a:gd name="T3" fmla="*/ 0 h 422"/>
                    <a:gd name="T4" fmla="*/ 0 w 391"/>
                    <a:gd name="T5" fmla="*/ 0 h 422"/>
                    <a:gd name="T6" fmla="*/ 0 w 391"/>
                    <a:gd name="T7" fmla="*/ 0 h 422"/>
                    <a:gd name="T8" fmla="*/ 0 w 391"/>
                    <a:gd name="T9" fmla="*/ 0 h 422"/>
                    <a:gd name="T10" fmla="*/ 0 w 391"/>
                    <a:gd name="T11" fmla="*/ 0 h 422"/>
                    <a:gd name="T12" fmla="*/ 0 w 391"/>
                    <a:gd name="T13" fmla="*/ 0 h 422"/>
                    <a:gd name="T14" fmla="*/ 0 w 391"/>
                    <a:gd name="T15" fmla="*/ 0 h 422"/>
                    <a:gd name="T16" fmla="*/ 0 w 391"/>
                    <a:gd name="T17" fmla="*/ 0 h 422"/>
                    <a:gd name="T18" fmla="*/ 0 w 391"/>
                    <a:gd name="T19" fmla="*/ 0 h 422"/>
                    <a:gd name="T20" fmla="*/ 0 w 391"/>
                    <a:gd name="T21" fmla="*/ 0 h 422"/>
                    <a:gd name="T22" fmla="*/ 0 w 391"/>
                    <a:gd name="T23" fmla="*/ 0 h 422"/>
                    <a:gd name="T24" fmla="*/ 0 w 391"/>
                    <a:gd name="T25" fmla="*/ 0 h 422"/>
                    <a:gd name="T26" fmla="*/ 0 w 391"/>
                    <a:gd name="T27" fmla="*/ 0 h 422"/>
                    <a:gd name="T28" fmla="*/ 0 w 391"/>
                    <a:gd name="T29" fmla="*/ 0 h 422"/>
                    <a:gd name="T30" fmla="*/ 0 w 391"/>
                    <a:gd name="T31" fmla="*/ 0 h 422"/>
                    <a:gd name="T32" fmla="*/ 0 w 391"/>
                    <a:gd name="T33" fmla="*/ 0 h 422"/>
                    <a:gd name="T34" fmla="*/ 0 w 391"/>
                    <a:gd name="T35" fmla="*/ 0 h 422"/>
                    <a:gd name="T36" fmla="*/ 0 w 391"/>
                    <a:gd name="T37" fmla="*/ 0 h 422"/>
                    <a:gd name="T38" fmla="*/ 0 w 391"/>
                    <a:gd name="T39" fmla="*/ 0 h 422"/>
                    <a:gd name="T40" fmla="*/ 0 w 391"/>
                    <a:gd name="T41" fmla="*/ 0 h 422"/>
                    <a:gd name="T42" fmla="*/ 0 w 391"/>
                    <a:gd name="T43" fmla="*/ 0 h 422"/>
                    <a:gd name="T44" fmla="*/ 0 w 391"/>
                    <a:gd name="T45" fmla="*/ 0 h 422"/>
                    <a:gd name="T46" fmla="*/ 0 w 391"/>
                    <a:gd name="T47" fmla="*/ 0 h 422"/>
                    <a:gd name="T48" fmla="*/ 0 w 391"/>
                    <a:gd name="T49" fmla="*/ 0 h 422"/>
                    <a:gd name="T50" fmla="*/ 0 w 391"/>
                    <a:gd name="T51" fmla="*/ 0 h 422"/>
                    <a:gd name="T52" fmla="*/ 0 w 391"/>
                    <a:gd name="T53" fmla="*/ 0 h 422"/>
                    <a:gd name="T54" fmla="*/ 0 w 391"/>
                    <a:gd name="T55" fmla="*/ 0 h 422"/>
                    <a:gd name="T56" fmla="*/ 0 w 391"/>
                    <a:gd name="T57" fmla="*/ 0 h 422"/>
                    <a:gd name="T58" fmla="*/ 0 w 391"/>
                    <a:gd name="T59" fmla="*/ 0 h 422"/>
                    <a:gd name="T60" fmla="*/ 0 w 391"/>
                    <a:gd name="T61" fmla="*/ 0 h 422"/>
                    <a:gd name="T62" fmla="*/ 0 w 391"/>
                    <a:gd name="T63" fmla="*/ 0 h 422"/>
                    <a:gd name="T64" fmla="*/ 0 w 391"/>
                    <a:gd name="T65" fmla="*/ 0 h 422"/>
                    <a:gd name="T66" fmla="*/ 0 w 391"/>
                    <a:gd name="T67" fmla="*/ 0 h 422"/>
                    <a:gd name="T68" fmla="*/ 0 w 391"/>
                    <a:gd name="T69" fmla="*/ 0 h 422"/>
                    <a:gd name="T70" fmla="*/ 0 w 391"/>
                    <a:gd name="T71" fmla="*/ 0 h 422"/>
                    <a:gd name="T72" fmla="*/ 0 w 391"/>
                    <a:gd name="T73" fmla="*/ 0 h 422"/>
                    <a:gd name="T74" fmla="*/ 0 w 391"/>
                    <a:gd name="T75" fmla="*/ 0 h 422"/>
                    <a:gd name="T76" fmla="*/ 0 w 391"/>
                    <a:gd name="T77" fmla="*/ 0 h 422"/>
                    <a:gd name="T78" fmla="*/ 0 w 391"/>
                    <a:gd name="T79" fmla="*/ 0 h 422"/>
                    <a:gd name="T80" fmla="*/ 0 w 391"/>
                    <a:gd name="T81" fmla="*/ 0 h 422"/>
                    <a:gd name="T82" fmla="*/ 0 w 391"/>
                    <a:gd name="T83" fmla="*/ 0 h 422"/>
                    <a:gd name="T84" fmla="*/ 0 w 391"/>
                    <a:gd name="T85" fmla="*/ 0 h 422"/>
                    <a:gd name="T86" fmla="*/ 0 w 391"/>
                    <a:gd name="T87" fmla="*/ 0 h 422"/>
                    <a:gd name="T88" fmla="*/ 0 w 391"/>
                    <a:gd name="T89" fmla="*/ 0 h 422"/>
                    <a:gd name="T90" fmla="*/ 0 w 391"/>
                    <a:gd name="T91" fmla="*/ 0 h 422"/>
                    <a:gd name="T92" fmla="*/ 0 w 391"/>
                    <a:gd name="T93" fmla="*/ 0 h 422"/>
                    <a:gd name="T94" fmla="*/ 0 w 391"/>
                    <a:gd name="T95" fmla="*/ 0 h 422"/>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391"/>
                    <a:gd name="T145" fmla="*/ 0 h 422"/>
                    <a:gd name="T146" fmla="*/ 391 w 391"/>
                    <a:gd name="T147" fmla="*/ 422 h 422"/>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391" h="422">
                      <a:moveTo>
                        <a:pt x="42" y="0"/>
                      </a:moveTo>
                      <a:lnTo>
                        <a:pt x="31" y="38"/>
                      </a:lnTo>
                      <a:lnTo>
                        <a:pt x="29" y="112"/>
                      </a:lnTo>
                      <a:lnTo>
                        <a:pt x="57" y="214"/>
                      </a:lnTo>
                      <a:lnTo>
                        <a:pt x="58" y="253"/>
                      </a:lnTo>
                      <a:lnTo>
                        <a:pt x="64" y="275"/>
                      </a:lnTo>
                      <a:lnTo>
                        <a:pt x="73" y="296"/>
                      </a:lnTo>
                      <a:lnTo>
                        <a:pt x="83" y="317"/>
                      </a:lnTo>
                      <a:lnTo>
                        <a:pt x="94" y="334"/>
                      </a:lnTo>
                      <a:lnTo>
                        <a:pt x="105" y="349"/>
                      </a:lnTo>
                      <a:lnTo>
                        <a:pt x="124" y="365"/>
                      </a:lnTo>
                      <a:lnTo>
                        <a:pt x="147" y="380"/>
                      </a:lnTo>
                      <a:lnTo>
                        <a:pt x="157" y="386"/>
                      </a:lnTo>
                      <a:lnTo>
                        <a:pt x="175" y="396"/>
                      </a:lnTo>
                      <a:lnTo>
                        <a:pt x="183" y="401"/>
                      </a:lnTo>
                      <a:lnTo>
                        <a:pt x="205" y="404"/>
                      </a:lnTo>
                      <a:lnTo>
                        <a:pt x="238" y="390"/>
                      </a:lnTo>
                      <a:lnTo>
                        <a:pt x="284" y="369"/>
                      </a:lnTo>
                      <a:lnTo>
                        <a:pt x="328" y="339"/>
                      </a:lnTo>
                      <a:lnTo>
                        <a:pt x="349" y="320"/>
                      </a:lnTo>
                      <a:lnTo>
                        <a:pt x="364" y="295"/>
                      </a:lnTo>
                      <a:lnTo>
                        <a:pt x="366" y="272"/>
                      </a:lnTo>
                      <a:lnTo>
                        <a:pt x="367" y="249"/>
                      </a:lnTo>
                      <a:lnTo>
                        <a:pt x="391" y="254"/>
                      </a:lnTo>
                      <a:lnTo>
                        <a:pt x="385" y="293"/>
                      </a:lnTo>
                      <a:lnTo>
                        <a:pt x="377" y="313"/>
                      </a:lnTo>
                      <a:lnTo>
                        <a:pt x="366" y="331"/>
                      </a:lnTo>
                      <a:lnTo>
                        <a:pt x="350" y="352"/>
                      </a:lnTo>
                      <a:lnTo>
                        <a:pt x="328" y="370"/>
                      </a:lnTo>
                      <a:lnTo>
                        <a:pt x="304" y="387"/>
                      </a:lnTo>
                      <a:lnTo>
                        <a:pt x="282" y="400"/>
                      </a:lnTo>
                      <a:lnTo>
                        <a:pt x="260" y="409"/>
                      </a:lnTo>
                      <a:lnTo>
                        <a:pt x="239" y="416"/>
                      </a:lnTo>
                      <a:lnTo>
                        <a:pt x="199" y="422"/>
                      </a:lnTo>
                      <a:lnTo>
                        <a:pt x="162" y="417"/>
                      </a:lnTo>
                      <a:lnTo>
                        <a:pt x="124" y="401"/>
                      </a:lnTo>
                      <a:lnTo>
                        <a:pt x="106" y="388"/>
                      </a:lnTo>
                      <a:lnTo>
                        <a:pt x="88" y="371"/>
                      </a:lnTo>
                      <a:lnTo>
                        <a:pt x="59" y="331"/>
                      </a:lnTo>
                      <a:lnTo>
                        <a:pt x="41" y="285"/>
                      </a:lnTo>
                      <a:lnTo>
                        <a:pt x="29" y="202"/>
                      </a:lnTo>
                      <a:lnTo>
                        <a:pt x="31" y="171"/>
                      </a:lnTo>
                      <a:lnTo>
                        <a:pt x="15" y="140"/>
                      </a:lnTo>
                      <a:lnTo>
                        <a:pt x="0" y="87"/>
                      </a:lnTo>
                      <a:lnTo>
                        <a:pt x="9" y="38"/>
                      </a:lnTo>
                      <a:lnTo>
                        <a:pt x="18" y="11"/>
                      </a:lnTo>
                      <a:lnTo>
                        <a:pt x="42" y="0"/>
                      </a:lnTo>
                      <a:close/>
                    </a:path>
                  </a:pathLst>
                </a:custGeom>
                <a:solidFill>
                  <a:srgbClr val="000000"/>
                </a:solidFill>
                <a:ln w="9525">
                  <a:noFill/>
                  <a:round/>
                  <a:headEnd/>
                  <a:tailEnd/>
                </a:ln>
              </p:spPr>
              <p:txBody>
                <a:bodyPr/>
                <a:lstStyle/>
                <a:p>
                  <a:endParaRPr lang="en-MY"/>
                </a:p>
              </p:txBody>
            </p:sp>
            <p:sp>
              <p:nvSpPr>
                <p:cNvPr id="66707" name="Freeform 28"/>
                <p:cNvSpPr>
                  <a:spLocks/>
                </p:cNvSpPr>
                <p:nvPr/>
              </p:nvSpPr>
              <p:spPr bwMode="auto">
                <a:xfrm>
                  <a:off x="3900" y="3564"/>
                  <a:ext cx="13" cy="5"/>
                </a:xfrm>
                <a:custGeom>
                  <a:avLst/>
                  <a:gdLst>
                    <a:gd name="T0" fmla="*/ 0 w 50"/>
                    <a:gd name="T1" fmla="*/ 0 h 20"/>
                    <a:gd name="T2" fmla="*/ 0 w 50"/>
                    <a:gd name="T3" fmla="*/ 0 h 20"/>
                    <a:gd name="T4" fmla="*/ 0 w 50"/>
                    <a:gd name="T5" fmla="*/ 0 h 20"/>
                    <a:gd name="T6" fmla="*/ 0 w 50"/>
                    <a:gd name="T7" fmla="*/ 0 h 20"/>
                    <a:gd name="T8" fmla="*/ 0 w 50"/>
                    <a:gd name="T9" fmla="*/ 0 h 20"/>
                    <a:gd name="T10" fmla="*/ 0 w 50"/>
                    <a:gd name="T11" fmla="*/ 0 h 20"/>
                    <a:gd name="T12" fmla="*/ 0 w 50"/>
                    <a:gd name="T13" fmla="*/ 0 h 20"/>
                    <a:gd name="T14" fmla="*/ 0 w 50"/>
                    <a:gd name="T15" fmla="*/ 0 h 20"/>
                    <a:gd name="T16" fmla="*/ 0 60000 65536"/>
                    <a:gd name="T17" fmla="*/ 0 60000 65536"/>
                    <a:gd name="T18" fmla="*/ 0 60000 65536"/>
                    <a:gd name="T19" fmla="*/ 0 60000 65536"/>
                    <a:gd name="T20" fmla="*/ 0 60000 65536"/>
                    <a:gd name="T21" fmla="*/ 0 60000 65536"/>
                    <a:gd name="T22" fmla="*/ 0 60000 65536"/>
                    <a:gd name="T23" fmla="*/ 0 60000 65536"/>
                    <a:gd name="T24" fmla="*/ 0 w 50"/>
                    <a:gd name="T25" fmla="*/ 0 h 20"/>
                    <a:gd name="T26" fmla="*/ 50 w 50"/>
                    <a:gd name="T27" fmla="*/ 20 h 2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0" h="20">
                      <a:moveTo>
                        <a:pt x="50" y="19"/>
                      </a:moveTo>
                      <a:lnTo>
                        <a:pt x="30" y="0"/>
                      </a:lnTo>
                      <a:lnTo>
                        <a:pt x="6" y="3"/>
                      </a:lnTo>
                      <a:lnTo>
                        <a:pt x="0" y="11"/>
                      </a:lnTo>
                      <a:lnTo>
                        <a:pt x="1" y="15"/>
                      </a:lnTo>
                      <a:lnTo>
                        <a:pt x="7" y="20"/>
                      </a:lnTo>
                      <a:lnTo>
                        <a:pt x="50" y="19"/>
                      </a:lnTo>
                      <a:close/>
                    </a:path>
                  </a:pathLst>
                </a:custGeom>
                <a:solidFill>
                  <a:srgbClr val="000000"/>
                </a:solidFill>
                <a:ln w="9525">
                  <a:noFill/>
                  <a:round/>
                  <a:headEnd/>
                  <a:tailEnd/>
                </a:ln>
              </p:spPr>
              <p:txBody>
                <a:bodyPr/>
                <a:lstStyle/>
                <a:p>
                  <a:endParaRPr lang="en-MY"/>
                </a:p>
              </p:txBody>
            </p:sp>
            <p:sp>
              <p:nvSpPr>
                <p:cNvPr id="66708" name="Freeform 29"/>
                <p:cNvSpPr>
                  <a:spLocks/>
                </p:cNvSpPr>
                <p:nvPr/>
              </p:nvSpPr>
              <p:spPr bwMode="auto">
                <a:xfrm>
                  <a:off x="3903" y="3575"/>
                  <a:ext cx="18" cy="13"/>
                </a:xfrm>
                <a:custGeom>
                  <a:avLst/>
                  <a:gdLst>
                    <a:gd name="T0" fmla="*/ 0 w 74"/>
                    <a:gd name="T1" fmla="*/ 0 h 51"/>
                    <a:gd name="T2" fmla="*/ 0 w 74"/>
                    <a:gd name="T3" fmla="*/ 0 h 51"/>
                    <a:gd name="T4" fmla="*/ 0 w 74"/>
                    <a:gd name="T5" fmla="*/ 0 h 51"/>
                    <a:gd name="T6" fmla="*/ 0 w 74"/>
                    <a:gd name="T7" fmla="*/ 0 h 51"/>
                    <a:gd name="T8" fmla="*/ 0 w 74"/>
                    <a:gd name="T9" fmla="*/ 0 h 51"/>
                    <a:gd name="T10" fmla="*/ 0 w 74"/>
                    <a:gd name="T11" fmla="*/ 0 h 51"/>
                    <a:gd name="T12" fmla="*/ 0 w 74"/>
                    <a:gd name="T13" fmla="*/ 0 h 51"/>
                    <a:gd name="T14" fmla="*/ 0 w 74"/>
                    <a:gd name="T15" fmla="*/ 0 h 51"/>
                    <a:gd name="T16" fmla="*/ 0 w 74"/>
                    <a:gd name="T17" fmla="*/ 0 h 51"/>
                    <a:gd name="T18" fmla="*/ 0 w 74"/>
                    <a:gd name="T19" fmla="*/ 0 h 51"/>
                    <a:gd name="T20" fmla="*/ 0 w 74"/>
                    <a:gd name="T21" fmla="*/ 0 h 5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74"/>
                    <a:gd name="T34" fmla="*/ 0 h 51"/>
                    <a:gd name="T35" fmla="*/ 74 w 74"/>
                    <a:gd name="T36" fmla="*/ 51 h 51"/>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74" h="51">
                      <a:moveTo>
                        <a:pt x="68" y="27"/>
                      </a:moveTo>
                      <a:lnTo>
                        <a:pt x="74" y="9"/>
                      </a:lnTo>
                      <a:lnTo>
                        <a:pt x="31" y="0"/>
                      </a:lnTo>
                      <a:lnTo>
                        <a:pt x="0" y="14"/>
                      </a:lnTo>
                      <a:lnTo>
                        <a:pt x="18" y="28"/>
                      </a:lnTo>
                      <a:lnTo>
                        <a:pt x="15" y="50"/>
                      </a:lnTo>
                      <a:lnTo>
                        <a:pt x="26" y="51"/>
                      </a:lnTo>
                      <a:lnTo>
                        <a:pt x="50" y="48"/>
                      </a:lnTo>
                      <a:lnTo>
                        <a:pt x="65" y="34"/>
                      </a:lnTo>
                      <a:lnTo>
                        <a:pt x="68" y="27"/>
                      </a:lnTo>
                      <a:close/>
                    </a:path>
                  </a:pathLst>
                </a:custGeom>
                <a:solidFill>
                  <a:srgbClr val="000000"/>
                </a:solidFill>
                <a:ln w="9525">
                  <a:noFill/>
                  <a:round/>
                  <a:headEnd/>
                  <a:tailEnd/>
                </a:ln>
              </p:spPr>
              <p:txBody>
                <a:bodyPr/>
                <a:lstStyle/>
                <a:p>
                  <a:endParaRPr lang="en-MY"/>
                </a:p>
              </p:txBody>
            </p:sp>
            <p:sp>
              <p:nvSpPr>
                <p:cNvPr id="66709" name="Freeform 30"/>
                <p:cNvSpPr>
                  <a:spLocks/>
                </p:cNvSpPr>
                <p:nvPr/>
              </p:nvSpPr>
              <p:spPr bwMode="auto">
                <a:xfrm>
                  <a:off x="3956" y="3488"/>
                  <a:ext cx="16" cy="46"/>
                </a:xfrm>
                <a:custGeom>
                  <a:avLst/>
                  <a:gdLst>
                    <a:gd name="T0" fmla="*/ 0 w 66"/>
                    <a:gd name="T1" fmla="*/ 0 h 184"/>
                    <a:gd name="T2" fmla="*/ 0 w 66"/>
                    <a:gd name="T3" fmla="*/ 0 h 184"/>
                    <a:gd name="T4" fmla="*/ 0 w 66"/>
                    <a:gd name="T5" fmla="*/ 0 h 184"/>
                    <a:gd name="T6" fmla="*/ 0 w 66"/>
                    <a:gd name="T7" fmla="*/ 0 h 184"/>
                    <a:gd name="T8" fmla="*/ 0 w 66"/>
                    <a:gd name="T9" fmla="*/ 0 h 184"/>
                    <a:gd name="T10" fmla="*/ 0 w 66"/>
                    <a:gd name="T11" fmla="*/ 0 h 184"/>
                    <a:gd name="T12" fmla="*/ 0 w 66"/>
                    <a:gd name="T13" fmla="*/ 0 h 184"/>
                    <a:gd name="T14" fmla="*/ 0 w 66"/>
                    <a:gd name="T15" fmla="*/ 0 h 184"/>
                    <a:gd name="T16" fmla="*/ 0 w 66"/>
                    <a:gd name="T17" fmla="*/ 0 h 184"/>
                    <a:gd name="T18" fmla="*/ 0 w 66"/>
                    <a:gd name="T19" fmla="*/ 0 h 184"/>
                    <a:gd name="T20" fmla="*/ 0 w 66"/>
                    <a:gd name="T21" fmla="*/ 0 h 184"/>
                    <a:gd name="T22" fmla="*/ 0 w 66"/>
                    <a:gd name="T23" fmla="*/ 0 h 184"/>
                    <a:gd name="T24" fmla="*/ 0 w 66"/>
                    <a:gd name="T25" fmla="*/ 0 h 184"/>
                    <a:gd name="T26" fmla="*/ 0 w 66"/>
                    <a:gd name="T27" fmla="*/ 0 h 184"/>
                    <a:gd name="T28" fmla="*/ 0 w 66"/>
                    <a:gd name="T29" fmla="*/ 0 h 184"/>
                    <a:gd name="T30" fmla="*/ 0 w 66"/>
                    <a:gd name="T31" fmla="*/ 0 h 184"/>
                    <a:gd name="T32" fmla="*/ 0 w 66"/>
                    <a:gd name="T33" fmla="*/ 0 h 184"/>
                    <a:gd name="T34" fmla="*/ 0 w 66"/>
                    <a:gd name="T35" fmla="*/ 0 h 184"/>
                    <a:gd name="T36" fmla="*/ 0 w 66"/>
                    <a:gd name="T37" fmla="*/ 0 h 184"/>
                    <a:gd name="T38" fmla="*/ 0 w 66"/>
                    <a:gd name="T39" fmla="*/ 0 h 184"/>
                    <a:gd name="T40" fmla="*/ 0 w 66"/>
                    <a:gd name="T41" fmla="*/ 0 h 184"/>
                    <a:gd name="T42" fmla="*/ 0 w 66"/>
                    <a:gd name="T43" fmla="*/ 0 h 184"/>
                    <a:gd name="T44" fmla="*/ 0 w 66"/>
                    <a:gd name="T45" fmla="*/ 0 h 18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66"/>
                    <a:gd name="T70" fmla="*/ 0 h 184"/>
                    <a:gd name="T71" fmla="*/ 66 w 66"/>
                    <a:gd name="T72" fmla="*/ 184 h 184"/>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66" h="184">
                      <a:moveTo>
                        <a:pt x="0" y="0"/>
                      </a:moveTo>
                      <a:lnTo>
                        <a:pt x="8" y="4"/>
                      </a:lnTo>
                      <a:lnTo>
                        <a:pt x="25" y="20"/>
                      </a:lnTo>
                      <a:lnTo>
                        <a:pt x="38" y="42"/>
                      </a:lnTo>
                      <a:lnTo>
                        <a:pt x="40" y="75"/>
                      </a:lnTo>
                      <a:lnTo>
                        <a:pt x="34" y="91"/>
                      </a:lnTo>
                      <a:lnTo>
                        <a:pt x="27" y="104"/>
                      </a:lnTo>
                      <a:lnTo>
                        <a:pt x="10" y="125"/>
                      </a:lnTo>
                      <a:lnTo>
                        <a:pt x="0" y="140"/>
                      </a:lnTo>
                      <a:lnTo>
                        <a:pt x="2" y="157"/>
                      </a:lnTo>
                      <a:lnTo>
                        <a:pt x="16" y="173"/>
                      </a:lnTo>
                      <a:lnTo>
                        <a:pt x="31" y="180"/>
                      </a:lnTo>
                      <a:lnTo>
                        <a:pt x="50" y="184"/>
                      </a:lnTo>
                      <a:lnTo>
                        <a:pt x="56" y="170"/>
                      </a:lnTo>
                      <a:lnTo>
                        <a:pt x="42" y="131"/>
                      </a:lnTo>
                      <a:lnTo>
                        <a:pt x="53" y="108"/>
                      </a:lnTo>
                      <a:lnTo>
                        <a:pt x="63" y="84"/>
                      </a:lnTo>
                      <a:lnTo>
                        <a:pt x="66" y="60"/>
                      </a:lnTo>
                      <a:lnTo>
                        <a:pt x="58" y="37"/>
                      </a:lnTo>
                      <a:lnTo>
                        <a:pt x="40" y="18"/>
                      </a:lnTo>
                      <a:lnTo>
                        <a:pt x="21" y="8"/>
                      </a:lnTo>
                      <a:lnTo>
                        <a:pt x="0" y="0"/>
                      </a:lnTo>
                      <a:close/>
                    </a:path>
                  </a:pathLst>
                </a:custGeom>
                <a:solidFill>
                  <a:srgbClr val="000000"/>
                </a:solidFill>
                <a:ln w="9525">
                  <a:noFill/>
                  <a:round/>
                  <a:headEnd/>
                  <a:tailEnd/>
                </a:ln>
              </p:spPr>
              <p:txBody>
                <a:bodyPr/>
                <a:lstStyle/>
                <a:p>
                  <a:endParaRPr lang="en-MY"/>
                </a:p>
              </p:txBody>
            </p:sp>
            <p:sp>
              <p:nvSpPr>
                <p:cNvPr id="66710" name="Freeform 31"/>
                <p:cNvSpPr>
                  <a:spLocks/>
                </p:cNvSpPr>
                <p:nvPr/>
              </p:nvSpPr>
              <p:spPr bwMode="auto">
                <a:xfrm>
                  <a:off x="3928" y="3461"/>
                  <a:ext cx="71" cy="74"/>
                </a:xfrm>
                <a:custGeom>
                  <a:avLst/>
                  <a:gdLst>
                    <a:gd name="T0" fmla="*/ 0 w 284"/>
                    <a:gd name="T1" fmla="*/ 0 h 297"/>
                    <a:gd name="T2" fmla="*/ 0 w 284"/>
                    <a:gd name="T3" fmla="*/ 0 h 297"/>
                    <a:gd name="T4" fmla="*/ 0 w 284"/>
                    <a:gd name="T5" fmla="*/ 0 h 297"/>
                    <a:gd name="T6" fmla="*/ 0 w 284"/>
                    <a:gd name="T7" fmla="*/ 0 h 297"/>
                    <a:gd name="T8" fmla="*/ 0 w 284"/>
                    <a:gd name="T9" fmla="*/ 0 h 297"/>
                    <a:gd name="T10" fmla="*/ 0 w 284"/>
                    <a:gd name="T11" fmla="*/ 0 h 297"/>
                    <a:gd name="T12" fmla="*/ 0 w 284"/>
                    <a:gd name="T13" fmla="*/ 0 h 297"/>
                    <a:gd name="T14" fmla="*/ 0 w 284"/>
                    <a:gd name="T15" fmla="*/ 0 h 297"/>
                    <a:gd name="T16" fmla="*/ 0 w 284"/>
                    <a:gd name="T17" fmla="*/ 0 h 297"/>
                    <a:gd name="T18" fmla="*/ 0 w 284"/>
                    <a:gd name="T19" fmla="*/ 0 h 297"/>
                    <a:gd name="T20" fmla="*/ 0 w 284"/>
                    <a:gd name="T21" fmla="*/ 0 h 297"/>
                    <a:gd name="T22" fmla="*/ 0 w 284"/>
                    <a:gd name="T23" fmla="*/ 0 h 297"/>
                    <a:gd name="T24" fmla="*/ 0 w 284"/>
                    <a:gd name="T25" fmla="*/ 0 h 297"/>
                    <a:gd name="T26" fmla="*/ 0 w 284"/>
                    <a:gd name="T27" fmla="*/ 0 h 297"/>
                    <a:gd name="T28" fmla="*/ 0 w 284"/>
                    <a:gd name="T29" fmla="*/ 0 h 297"/>
                    <a:gd name="T30" fmla="*/ 0 w 284"/>
                    <a:gd name="T31" fmla="*/ 0 h 297"/>
                    <a:gd name="T32" fmla="*/ 0 w 284"/>
                    <a:gd name="T33" fmla="*/ 0 h 297"/>
                    <a:gd name="T34" fmla="*/ 0 w 284"/>
                    <a:gd name="T35" fmla="*/ 0 h 297"/>
                    <a:gd name="T36" fmla="*/ 0 w 284"/>
                    <a:gd name="T37" fmla="*/ 0 h 297"/>
                    <a:gd name="T38" fmla="*/ 0 w 284"/>
                    <a:gd name="T39" fmla="*/ 0 h 297"/>
                    <a:gd name="T40" fmla="*/ 0 w 284"/>
                    <a:gd name="T41" fmla="*/ 0 h 297"/>
                    <a:gd name="T42" fmla="*/ 0 w 284"/>
                    <a:gd name="T43" fmla="*/ 0 h 297"/>
                    <a:gd name="T44" fmla="*/ 0 w 284"/>
                    <a:gd name="T45" fmla="*/ 0 h 297"/>
                    <a:gd name="T46" fmla="*/ 0 w 284"/>
                    <a:gd name="T47" fmla="*/ 0 h 297"/>
                    <a:gd name="T48" fmla="*/ 0 w 284"/>
                    <a:gd name="T49" fmla="*/ 0 h 297"/>
                    <a:gd name="T50" fmla="*/ 0 w 284"/>
                    <a:gd name="T51" fmla="*/ 0 h 297"/>
                    <a:gd name="T52" fmla="*/ 0 w 284"/>
                    <a:gd name="T53" fmla="*/ 0 h 297"/>
                    <a:gd name="T54" fmla="*/ 0 w 284"/>
                    <a:gd name="T55" fmla="*/ 0 h 297"/>
                    <a:gd name="T56" fmla="*/ 0 w 284"/>
                    <a:gd name="T57" fmla="*/ 0 h 297"/>
                    <a:gd name="T58" fmla="*/ 0 w 284"/>
                    <a:gd name="T59" fmla="*/ 0 h 297"/>
                    <a:gd name="T60" fmla="*/ 0 w 284"/>
                    <a:gd name="T61" fmla="*/ 0 h 297"/>
                    <a:gd name="T62" fmla="*/ 0 w 284"/>
                    <a:gd name="T63" fmla="*/ 0 h 297"/>
                    <a:gd name="T64" fmla="*/ 0 w 284"/>
                    <a:gd name="T65" fmla="*/ 0 h 297"/>
                    <a:gd name="T66" fmla="*/ 0 w 284"/>
                    <a:gd name="T67" fmla="*/ 0 h 297"/>
                    <a:gd name="T68" fmla="*/ 0 w 284"/>
                    <a:gd name="T69" fmla="*/ 0 h 297"/>
                    <a:gd name="T70" fmla="*/ 0 w 284"/>
                    <a:gd name="T71" fmla="*/ 0 h 297"/>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284"/>
                    <a:gd name="T109" fmla="*/ 0 h 297"/>
                    <a:gd name="T110" fmla="*/ 284 w 284"/>
                    <a:gd name="T111" fmla="*/ 297 h 297"/>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284" h="297">
                      <a:moveTo>
                        <a:pt x="100" y="35"/>
                      </a:moveTo>
                      <a:lnTo>
                        <a:pt x="128" y="51"/>
                      </a:lnTo>
                      <a:lnTo>
                        <a:pt x="140" y="59"/>
                      </a:lnTo>
                      <a:lnTo>
                        <a:pt x="185" y="100"/>
                      </a:lnTo>
                      <a:lnTo>
                        <a:pt x="209" y="144"/>
                      </a:lnTo>
                      <a:lnTo>
                        <a:pt x="215" y="187"/>
                      </a:lnTo>
                      <a:lnTo>
                        <a:pt x="206" y="219"/>
                      </a:lnTo>
                      <a:lnTo>
                        <a:pt x="193" y="263"/>
                      </a:lnTo>
                      <a:lnTo>
                        <a:pt x="203" y="279"/>
                      </a:lnTo>
                      <a:lnTo>
                        <a:pt x="213" y="287"/>
                      </a:lnTo>
                      <a:lnTo>
                        <a:pt x="223" y="291"/>
                      </a:lnTo>
                      <a:lnTo>
                        <a:pt x="243" y="297"/>
                      </a:lnTo>
                      <a:lnTo>
                        <a:pt x="259" y="295"/>
                      </a:lnTo>
                      <a:lnTo>
                        <a:pt x="277" y="271"/>
                      </a:lnTo>
                      <a:lnTo>
                        <a:pt x="284" y="252"/>
                      </a:lnTo>
                      <a:lnTo>
                        <a:pt x="266" y="248"/>
                      </a:lnTo>
                      <a:lnTo>
                        <a:pt x="254" y="264"/>
                      </a:lnTo>
                      <a:lnTo>
                        <a:pt x="242" y="272"/>
                      </a:lnTo>
                      <a:lnTo>
                        <a:pt x="230" y="270"/>
                      </a:lnTo>
                      <a:lnTo>
                        <a:pt x="227" y="255"/>
                      </a:lnTo>
                      <a:lnTo>
                        <a:pt x="232" y="228"/>
                      </a:lnTo>
                      <a:lnTo>
                        <a:pt x="244" y="168"/>
                      </a:lnTo>
                      <a:lnTo>
                        <a:pt x="238" y="132"/>
                      </a:lnTo>
                      <a:lnTo>
                        <a:pt x="230" y="111"/>
                      </a:lnTo>
                      <a:lnTo>
                        <a:pt x="219" y="89"/>
                      </a:lnTo>
                      <a:lnTo>
                        <a:pt x="206" y="69"/>
                      </a:lnTo>
                      <a:lnTo>
                        <a:pt x="190" y="49"/>
                      </a:lnTo>
                      <a:lnTo>
                        <a:pt x="170" y="33"/>
                      </a:lnTo>
                      <a:lnTo>
                        <a:pt x="148" y="20"/>
                      </a:lnTo>
                      <a:lnTo>
                        <a:pt x="123" y="10"/>
                      </a:lnTo>
                      <a:lnTo>
                        <a:pt x="97" y="5"/>
                      </a:lnTo>
                      <a:lnTo>
                        <a:pt x="50" y="0"/>
                      </a:lnTo>
                      <a:lnTo>
                        <a:pt x="0" y="4"/>
                      </a:lnTo>
                      <a:lnTo>
                        <a:pt x="29" y="16"/>
                      </a:lnTo>
                      <a:lnTo>
                        <a:pt x="100" y="35"/>
                      </a:lnTo>
                      <a:close/>
                    </a:path>
                  </a:pathLst>
                </a:custGeom>
                <a:solidFill>
                  <a:srgbClr val="000000"/>
                </a:solidFill>
                <a:ln w="9525">
                  <a:noFill/>
                  <a:round/>
                  <a:headEnd/>
                  <a:tailEnd/>
                </a:ln>
              </p:spPr>
              <p:txBody>
                <a:bodyPr/>
                <a:lstStyle/>
                <a:p>
                  <a:endParaRPr lang="en-MY"/>
                </a:p>
              </p:txBody>
            </p:sp>
            <p:sp>
              <p:nvSpPr>
                <p:cNvPr id="66711" name="Freeform 32"/>
                <p:cNvSpPr>
                  <a:spLocks/>
                </p:cNvSpPr>
                <p:nvPr/>
              </p:nvSpPr>
              <p:spPr bwMode="auto">
                <a:xfrm>
                  <a:off x="3852" y="3462"/>
                  <a:ext cx="64" cy="64"/>
                </a:xfrm>
                <a:custGeom>
                  <a:avLst/>
                  <a:gdLst>
                    <a:gd name="T0" fmla="*/ 0 w 258"/>
                    <a:gd name="T1" fmla="*/ 0 h 257"/>
                    <a:gd name="T2" fmla="*/ 0 w 258"/>
                    <a:gd name="T3" fmla="*/ 0 h 257"/>
                    <a:gd name="T4" fmla="*/ 0 w 258"/>
                    <a:gd name="T5" fmla="*/ 0 h 257"/>
                    <a:gd name="T6" fmla="*/ 0 w 258"/>
                    <a:gd name="T7" fmla="*/ 0 h 257"/>
                    <a:gd name="T8" fmla="*/ 0 w 258"/>
                    <a:gd name="T9" fmla="*/ 0 h 257"/>
                    <a:gd name="T10" fmla="*/ 0 w 258"/>
                    <a:gd name="T11" fmla="*/ 0 h 257"/>
                    <a:gd name="T12" fmla="*/ 0 w 258"/>
                    <a:gd name="T13" fmla="*/ 0 h 257"/>
                    <a:gd name="T14" fmla="*/ 0 w 258"/>
                    <a:gd name="T15" fmla="*/ 0 h 257"/>
                    <a:gd name="T16" fmla="*/ 0 w 258"/>
                    <a:gd name="T17" fmla="*/ 0 h 257"/>
                    <a:gd name="T18" fmla="*/ 0 w 258"/>
                    <a:gd name="T19" fmla="*/ 0 h 257"/>
                    <a:gd name="T20" fmla="*/ 0 w 258"/>
                    <a:gd name="T21" fmla="*/ 0 h 257"/>
                    <a:gd name="T22" fmla="*/ 0 w 258"/>
                    <a:gd name="T23" fmla="*/ 0 h 257"/>
                    <a:gd name="T24" fmla="*/ 0 w 258"/>
                    <a:gd name="T25" fmla="*/ 0 h 257"/>
                    <a:gd name="T26" fmla="*/ 0 w 258"/>
                    <a:gd name="T27" fmla="*/ 0 h 257"/>
                    <a:gd name="T28" fmla="*/ 0 w 258"/>
                    <a:gd name="T29" fmla="*/ 0 h 257"/>
                    <a:gd name="T30" fmla="*/ 0 w 258"/>
                    <a:gd name="T31" fmla="*/ 0 h 257"/>
                    <a:gd name="T32" fmla="*/ 0 w 258"/>
                    <a:gd name="T33" fmla="*/ 0 h 257"/>
                    <a:gd name="T34" fmla="*/ 0 w 258"/>
                    <a:gd name="T35" fmla="*/ 0 h 257"/>
                    <a:gd name="T36" fmla="*/ 0 w 258"/>
                    <a:gd name="T37" fmla="*/ 0 h 257"/>
                    <a:gd name="T38" fmla="*/ 0 w 258"/>
                    <a:gd name="T39" fmla="*/ 0 h 257"/>
                    <a:gd name="T40" fmla="*/ 0 w 258"/>
                    <a:gd name="T41" fmla="*/ 0 h 257"/>
                    <a:gd name="T42" fmla="*/ 0 w 258"/>
                    <a:gd name="T43" fmla="*/ 0 h 257"/>
                    <a:gd name="T44" fmla="*/ 0 w 258"/>
                    <a:gd name="T45" fmla="*/ 0 h 257"/>
                    <a:gd name="T46" fmla="*/ 0 w 258"/>
                    <a:gd name="T47" fmla="*/ 0 h 257"/>
                    <a:gd name="T48" fmla="*/ 0 w 258"/>
                    <a:gd name="T49" fmla="*/ 0 h 257"/>
                    <a:gd name="T50" fmla="*/ 0 w 258"/>
                    <a:gd name="T51" fmla="*/ 0 h 257"/>
                    <a:gd name="T52" fmla="*/ 0 w 258"/>
                    <a:gd name="T53" fmla="*/ 0 h 257"/>
                    <a:gd name="T54" fmla="*/ 0 w 258"/>
                    <a:gd name="T55" fmla="*/ 0 h 257"/>
                    <a:gd name="T56" fmla="*/ 0 w 258"/>
                    <a:gd name="T57" fmla="*/ 0 h 257"/>
                    <a:gd name="T58" fmla="*/ 0 w 258"/>
                    <a:gd name="T59" fmla="*/ 0 h 257"/>
                    <a:gd name="T60" fmla="*/ 0 w 258"/>
                    <a:gd name="T61" fmla="*/ 0 h 257"/>
                    <a:gd name="T62" fmla="*/ 0 w 258"/>
                    <a:gd name="T63" fmla="*/ 0 h 257"/>
                    <a:gd name="T64" fmla="*/ 0 w 258"/>
                    <a:gd name="T65" fmla="*/ 0 h 257"/>
                    <a:gd name="T66" fmla="*/ 0 w 258"/>
                    <a:gd name="T67" fmla="*/ 0 h 257"/>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258"/>
                    <a:gd name="T103" fmla="*/ 0 h 257"/>
                    <a:gd name="T104" fmla="*/ 258 w 258"/>
                    <a:gd name="T105" fmla="*/ 257 h 257"/>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258" h="257">
                      <a:moveTo>
                        <a:pt x="258" y="10"/>
                      </a:moveTo>
                      <a:lnTo>
                        <a:pt x="202" y="11"/>
                      </a:lnTo>
                      <a:lnTo>
                        <a:pt x="151" y="24"/>
                      </a:lnTo>
                      <a:lnTo>
                        <a:pt x="126" y="37"/>
                      </a:lnTo>
                      <a:lnTo>
                        <a:pt x="104" y="55"/>
                      </a:lnTo>
                      <a:lnTo>
                        <a:pt x="76" y="103"/>
                      </a:lnTo>
                      <a:lnTo>
                        <a:pt x="72" y="149"/>
                      </a:lnTo>
                      <a:lnTo>
                        <a:pt x="77" y="182"/>
                      </a:lnTo>
                      <a:lnTo>
                        <a:pt x="82" y="196"/>
                      </a:lnTo>
                      <a:lnTo>
                        <a:pt x="88" y="219"/>
                      </a:lnTo>
                      <a:lnTo>
                        <a:pt x="84" y="238"/>
                      </a:lnTo>
                      <a:lnTo>
                        <a:pt x="78" y="246"/>
                      </a:lnTo>
                      <a:lnTo>
                        <a:pt x="67" y="254"/>
                      </a:lnTo>
                      <a:lnTo>
                        <a:pt x="42" y="257"/>
                      </a:lnTo>
                      <a:lnTo>
                        <a:pt x="20" y="247"/>
                      </a:lnTo>
                      <a:lnTo>
                        <a:pt x="6" y="234"/>
                      </a:lnTo>
                      <a:lnTo>
                        <a:pt x="0" y="228"/>
                      </a:lnTo>
                      <a:lnTo>
                        <a:pt x="5" y="216"/>
                      </a:lnTo>
                      <a:lnTo>
                        <a:pt x="13" y="222"/>
                      </a:lnTo>
                      <a:lnTo>
                        <a:pt x="28" y="234"/>
                      </a:lnTo>
                      <a:lnTo>
                        <a:pt x="44" y="239"/>
                      </a:lnTo>
                      <a:lnTo>
                        <a:pt x="53" y="223"/>
                      </a:lnTo>
                      <a:lnTo>
                        <a:pt x="42" y="200"/>
                      </a:lnTo>
                      <a:lnTo>
                        <a:pt x="32" y="159"/>
                      </a:lnTo>
                      <a:lnTo>
                        <a:pt x="34" y="121"/>
                      </a:lnTo>
                      <a:lnTo>
                        <a:pt x="43" y="83"/>
                      </a:lnTo>
                      <a:lnTo>
                        <a:pt x="60" y="53"/>
                      </a:lnTo>
                      <a:lnTo>
                        <a:pt x="83" y="33"/>
                      </a:lnTo>
                      <a:lnTo>
                        <a:pt x="109" y="18"/>
                      </a:lnTo>
                      <a:lnTo>
                        <a:pt x="123" y="13"/>
                      </a:lnTo>
                      <a:lnTo>
                        <a:pt x="151" y="5"/>
                      </a:lnTo>
                      <a:lnTo>
                        <a:pt x="220" y="0"/>
                      </a:lnTo>
                      <a:lnTo>
                        <a:pt x="258" y="10"/>
                      </a:lnTo>
                      <a:close/>
                    </a:path>
                  </a:pathLst>
                </a:custGeom>
                <a:solidFill>
                  <a:srgbClr val="000000"/>
                </a:solidFill>
                <a:ln w="9525">
                  <a:noFill/>
                  <a:round/>
                  <a:headEnd/>
                  <a:tailEnd/>
                </a:ln>
              </p:spPr>
              <p:txBody>
                <a:bodyPr/>
                <a:lstStyle/>
                <a:p>
                  <a:endParaRPr lang="en-MY"/>
                </a:p>
              </p:txBody>
            </p:sp>
            <p:sp>
              <p:nvSpPr>
                <p:cNvPr id="66712" name="Freeform 33"/>
                <p:cNvSpPr>
                  <a:spLocks/>
                </p:cNvSpPr>
                <p:nvPr/>
              </p:nvSpPr>
              <p:spPr bwMode="auto">
                <a:xfrm>
                  <a:off x="3977" y="3530"/>
                  <a:ext cx="26" cy="18"/>
                </a:xfrm>
                <a:custGeom>
                  <a:avLst/>
                  <a:gdLst>
                    <a:gd name="T0" fmla="*/ 0 w 103"/>
                    <a:gd name="T1" fmla="*/ 0 h 70"/>
                    <a:gd name="T2" fmla="*/ 0 w 103"/>
                    <a:gd name="T3" fmla="*/ 0 h 70"/>
                    <a:gd name="T4" fmla="*/ 0 w 103"/>
                    <a:gd name="T5" fmla="*/ 0 h 70"/>
                    <a:gd name="T6" fmla="*/ 0 w 103"/>
                    <a:gd name="T7" fmla="*/ 0 h 70"/>
                    <a:gd name="T8" fmla="*/ 0 w 103"/>
                    <a:gd name="T9" fmla="*/ 0 h 70"/>
                    <a:gd name="T10" fmla="*/ 0 w 103"/>
                    <a:gd name="T11" fmla="*/ 0 h 70"/>
                    <a:gd name="T12" fmla="*/ 0 w 103"/>
                    <a:gd name="T13" fmla="*/ 0 h 70"/>
                    <a:gd name="T14" fmla="*/ 0 w 103"/>
                    <a:gd name="T15" fmla="*/ 0 h 70"/>
                    <a:gd name="T16" fmla="*/ 0 w 103"/>
                    <a:gd name="T17" fmla="*/ 0 h 70"/>
                    <a:gd name="T18" fmla="*/ 0 w 103"/>
                    <a:gd name="T19" fmla="*/ 0 h 70"/>
                    <a:gd name="T20" fmla="*/ 0 w 103"/>
                    <a:gd name="T21" fmla="*/ 0 h 70"/>
                    <a:gd name="T22" fmla="*/ 0 w 103"/>
                    <a:gd name="T23" fmla="*/ 0 h 70"/>
                    <a:gd name="T24" fmla="*/ 0 w 103"/>
                    <a:gd name="T25" fmla="*/ 0 h 70"/>
                    <a:gd name="T26" fmla="*/ 0 w 103"/>
                    <a:gd name="T27" fmla="*/ 0 h 70"/>
                    <a:gd name="T28" fmla="*/ 0 w 103"/>
                    <a:gd name="T29" fmla="*/ 0 h 70"/>
                    <a:gd name="T30" fmla="*/ 0 w 103"/>
                    <a:gd name="T31" fmla="*/ 0 h 70"/>
                    <a:gd name="T32" fmla="*/ 0 w 103"/>
                    <a:gd name="T33" fmla="*/ 0 h 70"/>
                    <a:gd name="T34" fmla="*/ 0 w 103"/>
                    <a:gd name="T35" fmla="*/ 0 h 7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3"/>
                    <a:gd name="T55" fmla="*/ 0 h 70"/>
                    <a:gd name="T56" fmla="*/ 103 w 103"/>
                    <a:gd name="T57" fmla="*/ 70 h 70"/>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3" h="70">
                      <a:moveTo>
                        <a:pt x="103" y="0"/>
                      </a:moveTo>
                      <a:lnTo>
                        <a:pt x="94" y="19"/>
                      </a:lnTo>
                      <a:lnTo>
                        <a:pt x="82" y="34"/>
                      </a:lnTo>
                      <a:lnTo>
                        <a:pt x="74" y="41"/>
                      </a:lnTo>
                      <a:lnTo>
                        <a:pt x="63" y="45"/>
                      </a:lnTo>
                      <a:lnTo>
                        <a:pt x="41" y="48"/>
                      </a:lnTo>
                      <a:lnTo>
                        <a:pt x="21" y="44"/>
                      </a:lnTo>
                      <a:lnTo>
                        <a:pt x="3" y="34"/>
                      </a:lnTo>
                      <a:lnTo>
                        <a:pt x="0" y="58"/>
                      </a:lnTo>
                      <a:lnTo>
                        <a:pt x="6" y="61"/>
                      </a:lnTo>
                      <a:lnTo>
                        <a:pt x="21" y="68"/>
                      </a:lnTo>
                      <a:lnTo>
                        <a:pt x="43" y="70"/>
                      </a:lnTo>
                      <a:lnTo>
                        <a:pt x="68" y="63"/>
                      </a:lnTo>
                      <a:lnTo>
                        <a:pt x="89" y="48"/>
                      </a:lnTo>
                      <a:lnTo>
                        <a:pt x="99" y="34"/>
                      </a:lnTo>
                      <a:lnTo>
                        <a:pt x="103" y="19"/>
                      </a:lnTo>
                      <a:lnTo>
                        <a:pt x="103" y="0"/>
                      </a:lnTo>
                      <a:close/>
                    </a:path>
                  </a:pathLst>
                </a:custGeom>
                <a:solidFill>
                  <a:srgbClr val="000000"/>
                </a:solidFill>
                <a:ln w="9525">
                  <a:noFill/>
                  <a:round/>
                  <a:headEnd/>
                  <a:tailEnd/>
                </a:ln>
              </p:spPr>
              <p:txBody>
                <a:bodyPr/>
                <a:lstStyle/>
                <a:p>
                  <a:endParaRPr lang="en-MY"/>
                </a:p>
              </p:txBody>
            </p:sp>
            <p:sp>
              <p:nvSpPr>
                <p:cNvPr id="66713" name="Freeform 34"/>
                <p:cNvSpPr>
                  <a:spLocks/>
                </p:cNvSpPr>
                <p:nvPr/>
              </p:nvSpPr>
              <p:spPr bwMode="auto">
                <a:xfrm>
                  <a:off x="3965" y="3550"/>
                  <a:ext cx="23" cy="17"/>
                </a:xfrm>
                <a:custGeom>
                  <a:avLst/>
                  <a:gdLst>
                    <a:gd name="T0" fmla="*/ 0 w 90"/>
                    <a:gd name="T1" fmla="*/ 0 h 67"/>
                    <a:gd name="T2" fmla="*/ 0 w 90"/>
                    <a:gd name="T3" fmla="*/ 0 h 67"/>
                    <a:gd name="T4" fmla="*/ 0 w 90"/>
                    <a:gd name="T5" fmla="*/ 0 h 67"/>
                    <a:gd name="T6" fmla="*/ 0 w 90"/>
                    <a:gd name="T7" fmla="*/ 0 h 67"/>
                    <a:gd name="T8" fmla="*/ 0 w 90"/>
                    <a:gd name="T9" fmla="*/ 0 h 67"/>
                    <a:gd name="T10" fmla="*/ 0 w 90"/>
                    <a:gd name="T11" fmla="*/ 0 h 67"/>
                    <a:gd name="T12" fmla="*/ 0 w 90"/>
                    <a:gd name="T13" fmla="*/ 0 h 67"/>
                    <a:gd name="T14" fmla="*/ 0 w 90"/>
                    <a:gd name="T15" fmla="*/ 0 h 67"/>
                    <a:gd name="T16" fmla="*/ 0 w 90"/>
                    <a:gd name="T17" fmla="*/ 0 h 67"/>
                    <a:gd name="T18" fmla="*/ 0 w 90"/>
                    <a:gd name="T19" fmla="*/ 0 h 67"/>
                    <a:gd name="T20" fmla="*/ 0 w 90"/>
                    <a:gd name="T21" fmla="*/ 0 h 67"/>
                    <a:gd name="T22" fmla="*/ 0 w 90"/>
                    <a:gd name="T23" fmla="*/ 0 h 67"/>
                    <a:gd name="T24" fmla="*/ 0 w 90"/>
                    <a:gd name="T25" fmla="*/ 0 h 67"/>
                    <a:gd name="T26" fmla="*/ 0 w 90"/>
                    <a:gd name="T27" fmla="*/ 0 h 67"/>
                    <a:gd name="T28" fmla="*/ 0 w 90"/>
                    <a:gd name="T29" fmla="*/ 0 h 67"/>
                    <a:gd name="T30" fmla="*/ 0 w 90"/>
                    <a:gd name="T31" fmla="*/ 0 h 67"/>
                    <a:gd name="T32" fmla="*/ 0 w 90"/>
                    <a:gd name="T33" fmla="*/ 0 h 67"/>
                    <a:gd name="T34" fmla="*/ 0 w 90"/>
                    <a:gd name="T35" fmla="*/ 0 h 6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90"/>
                    <a:gd name="T55" fmla="*/ 0 h 67"/>
                    <a:gd name="T56" fmla="*/ 90 w 90"/>
                    <a:gd name="T57" fmla="*/ 67 h 67"/>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90" h="67">
                      <a:moveTo>
                        <a:pt x="87" y="0"/>
                      </a:moveTo>
                      <a:lnTo>
                        <a:pt x="90" y="20"/>
                      </a:lnTo>
                      <a:lnTo>
                        <a:pt x="82" y="40"/>
                      </a:lnTo>
                      <a:lnTo>
                        <a:pt x="73" y="51"/>
                      </a:lnTo>
                      <a:lnTo>
                        <a:pt x="59" y="59"/>
                      </a:lnTo>
                      <a:lnTo>
                        <a:pt x="43" y="65"/>
                      </a:lnTo>
                      <a:lnTo>
                        <a:pt x="30" y="67"/>
                      </a:lnTo>
                      <a:lnTo>
                        <a:pt x="12" y="58"/>
                      </a:lnTo>
                      <a:lnTo>
                        <a:pt x="0" y="39"/>
                      </a:lnTo>
                      <a:lnTo>
                        <a:pt x="9" y="30"/>
                      </a:lnTo>
                      <a:lnTo>
                        <a:pt x="12" y="34"/>
                      </a:lnTo>
                      <a:lnTo>
                        <a:pt x="21" y="42"/>
                      </a:lnTo>
                      <a:lnTo>
                        <a:pt x="33" y="45"/>
                      </a:lnTo>
                      <a:lnTo>
                        <a:pt x="49" y="39"/>
                      </a:lnTo>
                      <a:lnTo>
                        <a:pt x="67" y="12"/>
                      </a:lnTo>
                      <a:lnTo>
                        <a:pt x="67" y="0"/>
                      </a:lnTo>
                      <a:lnTo>
                        <a:pt x="87" y="0"/>
                      </a:lnTo>
                      <a:close/>
                    </a:path>
                  </a:pathLst>
                </a:custGeom>
                <a:solidFill>
                  <a:srgbClr val="000000"/>
                </a:solidFill>
                <a:ln w="9525">
                  <a:noFill/>
                  <a:round/>
                  <a:headEnd/>
                  <a:tailEnd/>
                </a:ln>
              </p:spPr>
              <p:txBody>
                <a:bodyPr/>
                <a:lstStyle/>
                <a:p>
                  <a:endParaRPr lang="en-MY"/>
                </a:p>
              </p:txBody>
            </p:sp>
            <p:sp>
              <p:nvSpPr>
                <p:cNvPr id="66714" name="Freeform 35"/>
                <p:cNvSpPr>
                  <a:spLocks/>
                </p:cNvSpPr>
                <p:nvPr/>
              </p:nvSpPr>
              <p:spPr bwMode="auto">
                <a:xfrm>
                  <a:off x="3942" y="3581"/>
                  <a:ext cx="41" cy="45"/>
                </a:xfrm>
                <a:custGeom>
                  <a:avLst/>
                  <a:gdLst>
                    <a:gd name="T0" fmla="*/ 0 w 161"/>
                    <a:gd name="T1" fmla="*/ 0 h 180"/>
                    <a:gd name="T2" fmla="*/ 0 w 161"/>
                    <a:gd name="T3" fmla="*/ 0 h 180"/>
                    <a:gd name="T4" fmla="*/ 0 w 161"/>
                    <a:gd name="T5" fmla="*/ 0 h 180"/>
                    <a:gd name="T6" fmla="*/ 0 w 161"/>
                    <a:gd name="T7" fmla="*/ 0 h 180"/>
                    <a:gd name="T8" fmla="*/ 0 w 161"/>
                    <a:gd name="T9" fmla="*/ 0 h 180"/>
                    <a:gd name="T10" fmla="*/ 0 w 161"/>
                    <a:gd name="T11" fmla="*/ 0 h 180"/>
                    <a:gd name="T12" fmla="*/ 0 w 161"/>
                    <a:gd name="T13" fmla="*/ 0 h 180"/>
                    <a:gd name="T14" fmla="*/ 0 w 161"/>
                    <a:gd name="T15" fmla="*/ 0 h 180"/>
                    <a:gd name="T16" fmla="*/ 0 w 161"/>
                    <a:gd name="T17" fmla="*/ 0 h 180"/>
                    <a:gd name="T18" fmla="*/ 0 w 161"/>
                    <a:gd name="T19" fmla="*/ 0 h 180"/>
                    <a:gd name="T20" fmla="*/ 0 w 161"/>
                    <a:gd name="T21" fmla="*/ 0 h 180"/>
                    <a:gd name="T22" fmla="*/ 0 w 161"/>
                    <a:gd name="T23" fmla="*/ 0 h 180"/>
                    <a:gd name="T24" fmla="*/ 0 w 161"/>
                    <a:gd name="T25" fmla="*/ 0 h 180"/>
                    <a:gd name="T26" fmla="*/ 0 w 161"/>
                    <a:gd name="T27" fmla="*/ 0 h 180"/>
                    <a:gd name="T28" fmla="*/ 0 w 161"/>
                    <a:gd name="T29" fmla="*/ 0 h 180"/>
                    <a:gd name="T30" fmla="*/ 0 w 161"/>
                    <a:gd name="T31" fmla="*/ 0 h 180"/>
                    <a:gd name="T32" fmla="*/ 0 w 161"/>
                    <a:gd name="T33" fmla="*/ 0 h 180"/>
                    <a:gd name="T34" fmla="*/ 0 w 161"/>
                    <a:gd name="T35" fmla="*/ 0 h 180"/>
                    <a:gd name="T36" fmla="*/ 0 w 161"/>
                    <a:gd name="T37" fmla="*/ 0 h 180"/>
                    <a:gd name="T38" fmla="*/ 0 w 161"/>
                    <a:gd name="T39" fmla="*/ 0 h 180"/>
                    <a:gd name="T40" fmla="*/ 0 w 161"/>
                    <a:gd name="T41" fmla="*/ 0 h 180"/>
                    <a:gd name="T42" fmla="*/ 0 w 161"/>
                    <a:gd name="T43" fmla="*/ 0 h 180"/>
                    <a:gd name="T44" fmla="*/ 0 w 161"/>
                    <a:gd name="T45" fmla="*/ 0 h 180"/>
                    <a:gd name="T46" fmla="*/ 0 w 161"/>
                    <a:gd name="T47" fmla="*/ 0 h 180"/>
                    <a:gd name="T48" fmla="*/ 0 w 161"/>
                    <a:gd name="T49" fmla="*/ 0 h 180"/>
                    <a:gd name="T50" fmla="*/ 0 w 161"/>
                    <a:gd name="T51" fmla="*/ 0 h 180"/>
                    <a:gd name="T52" fmla="*/ 0 w 161"/>
                    <a:gd name="T53" fmla="*/ 0 h 180"/>
                    <a:gd name="T54" fmla="*/ 0 w 161"/>
                    <a:gd name="T55" fmla="*/ 0 h 180"/>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61"/>
                    <a:gd name="T85" fmla="*/ 0 h 180"/>
                    <a:gd name="T86" fmla="*/ 161 w 161"/>
                    <a:gd name="T87" fmla="*/ 180 h 180"/>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61" h="180">
                      <a:moveTo>
                        <a:pt x="158" y="0"/>
                      </a:moveTo>
                      <a:lnTo>
                        <a:pt x="161" y="68"/>
                      </a:lnTo>
                      <a:lnTo>
                        <a:pt x="155" y="97"/>
                      </a:lnTo>
                      <a:lnTo>
                        <a:pt x="142" y="124"/>
                      </a:lnTo>
                      <a:lnTo>
                        <a:pt x="135" y="137"/>
                      </a:lnTo>
                      <a:lnTo>
                        <a:pt x="124" y="149"/>
                      </a:lnTo>
                      <a:lnTo>
                        <a:pt x="111" y="159"/>
                      </a:lnTo>
                      <a:lnTo>
                        <a:pt x="95" y="168"/>
                      </a:lnTo>
                      <a:lnTo>
                        <a:pt x="79" y="174"/>
                      </a:lnTo>
                      <a:lnTo>
                        <a:pt x="65" y="179"/>
                      </a:lnTo>
                      <a:lnTo>
                        <a:pt x="41" y="180"/>
                      </a:lnTo>
                      <a:lnTo>
                        <a:pt x="25" y="173"/>
                      </a:lnTo>
                      <a:lnTo>
                        <a:pt x="14" y="163"/>
                      </a:lnTo>
                      <a:lnTo>
                        <a:pt x="2" y="140"/>
                      </a:lnTo>
                      <a:lnTo>
                        <a:pt x="0" y="128"/>
                      </a:lnTo>
                      <a:lnTo>
                        <a:pt x="2" y="102"/>
                      </a:lnTo>
                      <a:lnTo>
                        <a:pt x="14" y="109"/>
                      </a:lnTo>
                      <a:lnTo>
                        <a:pt x="27" y="117"/>
                      </a:lnTo>
                      <a:lnTo>
                        <a:pt x="41" y="124"/>
                      </a:lnTo>
                      <a:lnTo>
                        <a:pt x="58" y="131"/>
                      </a:lnTo>
                      <a:lnTo>
                        <a:pt x="75" y="133"/>
                      </a:lnTo>
                      <a:lnTo>
                        <a:pt x="92" y="131"/>
                      </a:lnTo>
                      <a:lnTo>
                        <a:pt x="113" y="112"/>
                      </a:lnTo>
                      <a:lnTo>
                        <a:pt x="124" y="87"/>
                      </a:lnTo>
                      <a:lnTo>
                        <a:pt x="136" y="47"/>
                      </a:lnTo>
                      <a:lnTo>
                        <a:pt x="146" y="1"/>
                      </a:lnTo>
                      <a:lnTo>
                        <a:pt x="158" y="0"/>
                      </a:lnTo>
                      <a:close/>
                    </a:path>
                  </a:pathLst>
                </a:custGeom>
                <a:solidFill>
                  <a:srgbClr val="000000"/>
                </a:solidFill>
                <a:ln w="9525">
                  <a:noFill/>
                  <a:round/>
                  <a:headEnd/>
                  <a:tailEnd/>
                </a:ln>
              </p:spPr>
              <p:txBody>
                <a:bodyPr/>
                <a:lstStyle/>
                <a:p>
                  <a:endParaRPr lang="en-MY"/>
                </a:p>
              </p:txBody>
            </p:sp>
            <p:sp>
              <p:nvSpPr>
                <p:cNvPr id="66715" name="Freeform 36"/>
                <p:cNvSpPr>
                  <a:spLocks/>
                </p:cNvSpPr>
                <p:nvPr/>
              </p:nvSpPr>
              <p:spPr bwMode="auto">
                <a:xfrm>
                  <a:off x="3893" y="3601"/>
                  <a:ext cx="40" cy="26"/>
                </a:xfrm>
                <a:custGeom>
                  <a:avLst/>
                  <a:gdLst>
                    <a:gd name="T0" fmla="*/ 0 w 160"/>
                    <a:gd name="T1" fmla="*/ 0 h 102"/>
                    <a:gd name="T2" fmla="*/ 0 w 160"/>
                    <a:gd name="T3" fmla="*/ 0 h 102"/>
                    <a:gd name="T4" fmla="*/ 0 w 160"/>
                    <a:gd name="T5" fmla="*/ 0 h 102"/>
                    <a:gd name="T6" fmla="*/ 0 w 160"/>
                    <a:gd name="T7" fmla="*/ 0 h 102"/>
                    <a:gd name="T8" fmla="*/ 0 w 160"/>
                    <a:gd name="T9" fmla="*/ 0 h 102"/>
                    <a:gd name="T10" fmla="*/ 0 w 160"/>
                    <a:gd name="T11" fmla="*/ 0 h 102"/>
                    <a:gd name="T12" fmla="*/ 0 w 160"/>
                    <a:gd name="T13" fmla="*/ 0 h 102"/>
                    <a:gd name="T14" fmla="*/ 0 w 160"/>
                    <a:gd name="T15" fmla="*/ 0 h 102"/>
                    <a:gd name="T16" fmla="*/ 0 w 160"/>
                    <a:gd name="T17" fmla="*/ 0 h 102"/>
                    <a:gd name="T18" fmla="*/ 0 w 160"/>
                    <a:gd name="T19" fmla="*/ 0 h 102"/>
                    <a:gd name="T20" fmla="*/ 0 w 160"/>
                    <a:gd name="T21" fmla="*/ 0 h 102"/>
                    <a:gd name="T22" fmla="*/ 0 w 160"/>
                    <a:gd name="T23" fmla="*/ 0 h 102"/>
                    <a:gd name="T24" fmla="*/ 0 w 160"/>
                    <a:gd name="T25" fmla="*/ 0 h 102"/>
                    <a:gd name="T26" fmla="*/ 0 w 160"/>
                    <a:gd name="T27" fmla="*/ 0 h 102"/>
                    <a:gd name="T28" fmla="*/ 0 w 160"/>
                    <a:gd name="T29" fmla="*/ 0 h 102"/>
                    <a:gd name="T30" fmla="*/ 0 w 160"/>
                    <a:gd name="T31" fmla="*/ 0 h 102"/>
                    <a:gd name="T32" fmla="*/ 0 w 160"/>
                    <a:gd name="T33" fmla="*/ 0 h 102"/>
                    <a:gd name="T34" fmla="*/ 0 w 160"/>
                    <a:gd name="T35" fmla="*/ 0 h 102"/>
                    <a:gd name="T36" fmla="*/ 0 w 160"/>
                    <a:gd name="T37" fmla="*/ 0 h 102"/>
                    <a:gd name="T38" fmla="*/ 0 w 160"/>
                    <a:gd name="T39" fmla="*/ 0 h 102"/>
                    <a:gd name="T40" fmla="*/ 0 w 160"/>
                    <a:gd name="T41" fmla="*/ 0 h 102"/>
                    <a:gd name="T42" fmla="*/ 0 w 160"/>
                    <a:gd name="T43" fmla="*/ 0 h 102"/>
                    <a:gd name="T44" fmla="*/ 0 w 160"/>
                    <a:gd name="T45" fmla="*/ 0 h 102"/>
                    <a:gd name="T46" fmla="*/ 0 w 160"/>
                    <a:gd name="T47" fmla="*/ 0 h 102"/>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60"/>
                    <a:gd name="T73" fmla="*/ 0 h 102"/>
                    <a:gd name="T74" fmla="*/ 160 w 160"/>
                    <a:gd name="T75" fmla="*/ 102 h 102"/>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60" h="102">
                      <a:moveTo>
                        <a:pt x="155" y="25"/>
                      </a:moveTo>
                      <a:lnTo>
                        <a:pt x="148" y="35"/>
                      </a:lnTo>
                      <a:lnTo>
                        <a:pt x="139" y="43"/>
                      </a:lnTo>
                      <a:lnTo>
                        <a:pt x="130" y="54"/>
                      </a:lnTo>
                      <a:lnTo>
                        <a:pt x="119" y="63"/>
                      </a:lnTo>
                      <a:lnTo>
                        <a:pt x="104" y="70"/>
                      </a:lnTo>
                      <a:lnTo>
                        <a:pt x="71" y="70"/>
                      </a:lnTo>
                      <a:lnTo>
                        <a:pt x="43" y="52"/>
                      </a:lnTo>
                      <a:lnTo>
                        <a:pt x="26" y="28"/>
                      </a:lnTo>
                      <a:lnTo>
                        <a:pt x="16" y="0"/>
                      </a:lnTo>
                      <a:lnTo>
                        <a:pt x="0" y="22"/>
                      </a:lnTo>
                      <a:lnTo>
                        <a:pt x="11" y="59"/>
                      </a:lnTo>
                      <a:lnTo>
                        <a:pt x="19" y="73"/>
                      </a:lnTo>
                      <a:lnTo>
                        <a:pt x="25" y="79"/>
                      </a:lnTo>
                      <a:lnTo>
                        <a:pt x="32" y="86"/>
                      </a:lnTo>
                      <a:lnTo>
                        <a:pt x="47" y="95"/>
                      </a:lnTo>
                      <a:lnTo>
                        <a:pt x="69" y="102"/>
                      </a:lnTo>
                      <a:lnTo>
                        <a:pt x="110" y="98"/>
                      </a:lnTo>
                      <a:lnTo>
                        <a:pt x="138" y="80"/>
                      </a:lnTo>
                      <a:lnTo>
                        <a:pt x="148" y="70"/>
                      </a:lnTo>
                      <a:lnTo>
                        <a:pt x="155" y="62"/>
                      </a:lnTo>
                      <a:lnTo>
                        <a:pt x="160" y="53"/>
                      </a:lnTo>
                      <a:lnTo>
                        <a:pt x="155" y="25"/>
                      </a:lnTo>
                      <a:close/>
                    </a:path>
                  </a:pathLst>
                </a:custGeom>
                <a:solidFill>
                  <a:srgbClr val="000000"/>
                </a:solidFill>
                <a:ln w="9525">
                  <a:noFill/>
                  <a:round/>
                  <a:headEnd/>
                  <a:tailEnd/>
                </a:ln>
              </p:spPr>
              <p:txBody>
                <a:bodyPr/>
                <a:lstStyle/>
                <a:p>
                  <a:endParaRPr lang="en-MY"/>
                </a:p>
              </p:txBody>
            </p:sp>
            <p:sp>
              <p:nvSpPr>
                <p:cNvPr id="66716" name="Freeform 37"/>
                <p:cNvSpPr>
                  <a:spLocks/>
                </p:cNvSpPr>
                <p:nvPr/>
              </p:nvSpPr>
              <p:spPr bwMode="auto">
                <a:xfrm>
                  <a:off x="3976" y="3591"/>
                  <a:ext cx="26" cy="63"/>
                </a:xfrm>
                <a:custGeom>
                  <a:avLst/>
                  <a:gdLst>
                    <a:gd name="T0" fmla="*/ 0 w 105"/>
                    <a:gd name="T1" fmla="*/ 0 h 251"/>
                    <a:gd name="T2" fmla="*/ 0 w 105"/>
                    <a:gd name="T3" fmla="*/ 0 h 251"/>
                    <a:gd name="T4" fmla="*/ 0 w 105"/>
                    <a:gd name="T5" fmla="*/ 0 h 251"/>
                    <a:gd name="T6" fmla="*/ 0 w 105"/>
                    <a:gd name="T7" fmla="*/ 0 h 251"/>
                    <a:gd name="T8" fmla="*/ 0 w 105"/>
                    <a:gd name="T9" fmla="*/ 0 h 251"/>
                    <a:gd name="T10" fmla="*/ 0 w 105"/>
                    <a:gd name="T11" fmla="*/ 0 h 251"/>
                    <a:gd name="T12" fmla="*/ 0 w 105"/>
                    <a:gd name="T13" fmla="*/ 0 h 251"/>
                    <a:gd name="T14" fmla="*/ 0 w 105"/>
                    <a:gd name="T15" fmla="*/ 0 h 251"/>
                    <a:gd name="T16" fmla="*/ 0 w 105"/>
                    <a:gd name="T17" fmla="*/ 0 h 251"/>
                    <a:gd name="T18" fmla="*/ 0 w 105"/>
                    <a:gd name="T19" fmla="*/ 0 h 251"/>
                    <a:gd name="T20" fmla="*/ 0 w 105"/>
                    <a:gd name="T21" fmla="*/ 0 h 251"/>
                    <a:gd name="T22" fmla="*/ 0 w 105"/>
                    <a:gd name="T23" fmla="*/ 0 h 251"/>
                    <a:gd name="T24" fmla="*/ 0 w 105"/>
                    <a:gd name="T25" fmla="*/ 0 h 251"/>
                    <a:gd name="T26" fmla="*/ 0 w 105"/>
                    <a:gd name="T27" fmla="*/ 0 h 251"/>
                    <a:gd name="T28" fmla="*/ 0 w 105"/>
                    <a:gd name="T29" fmla="*/ 0 h 251"/>
                    <a:gd name="T30" fmla="*/ 0 w 105"/>
                    <a:gd name="T31" fmla="*/ 0 h 251"/>
                    <a:gd name="T32" fmla="*/ 0 w 105"/>
                    <a:gd name="T33" fmla="*/ 0 h 251"/>
                    <a:gd name="T34" fmla="*/ 0 w 105"/>
                    <a:gd name="T35" fmla="*/ 0 h 251"/>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05"/>
                    <a:gd name="T55" fmla="*/ 0 h 251"/>
                    <a:gd name="T56" fmla="*/ 105 w 105"/>
                    <a:gd name="T57" fmla="*/ 251 h 251"/>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05" h="251">
                      <a:moveTo>
                        <a:pt x="75" y="3"/>
                      </a:moveTo>
                      <a:lnTo>
                        <a:pt x="64" y="14"/>
                      </a:lnTo>
                      <a:lnTo>
                        <a:pt x="40" y="43"/>
                      </a:lnTo>
                      <a:lnTo>
                        <a:pt x="16" y="82"/>
                      </a:lnTo>
                      <a:lnTo>
                        <a:pt x="2" y="125"/>
                      </a:lnTo>
                      <a:lnTo>
                        <a:pt x="0" y="209"/>
                      </a:lnTo>
                      <a:lnTo>
                        <a:pt x="2" y="251"/>
                      </a:lnTo>
                      <a:lnTo>
                        <a:pt x="12" y="249"/>
                      </a:lnTo>
                      <a:lnTo>
                        <a:pt x="13" y="196"/>
                      </a:lnTo>
                      <a:lnTo>
                        <a:pt x="22" y="148"/>
                      </a:lnTo>
                      <a:lnTo>
                        <a:pt x="29" y="125"/>
                      </a:lnTo>
                      <a:lnTo>
                        <a:pt x="39" y="103"/>
                      </a:lnTo>
                      <a:lnTo>
                        <a:pt x="51" y="83"/>
                      </a:lnTo>
                      <a:lnTo>
                        <a:pt x="62" y="64"/>
                      </a:lnTo>
                      <a:lnTo>
                        <a:pt x="84" y="31"/>
                      </a:lnTo>
                      <a:lnTo>
                        <a:pt x="105" y="0"/>
                      </a:lnTo>
                      <a:lnTo>
                        <a:pt x="75" y="3"/>
                      </a:lnTo>
                      <a:close/>
                    </a:path>
                  </a:pathLst>
                </a:custGeom>
                <a:solidFill>
                  <a:srgbClr val="000000"/>
                </a:solidFill>
                <a:ln w="9525">
                  <a:noFill/>
                  <a:round/>
                  <a:headEnd/>
                  <a:tailEnd/>
                </a:ln>
              </p:spPr>
              <p:txBody>
                <a:bodyPr/>
                <a:lstStyle/>
                <a:p>
                  <a:endParaRPr lang="en-MY"/>
                </a:p>
              </p:txBody>
            </p:sp>
            <p:sp>
              <p:nvSpPr>
                <p:cNvPr id="66717" name="Freeform 38"/>
                <p:cNvSpPr>
                  <a:spLocks/>
                </p:cNvSpPr>
                <p:nvPr/>
              </p:nvSpPr>
              <p:spPr bwMode="auto">
                <a:xfrm>
                  <a:off x="3922" y="3651"/>
                  <a:ext cx="48" cy="12"/>
                </a:xfrm>
                <a:custGeom>
                  <a:avLst/>
                  <a:gdLst>
                    <a:gd name="T0" fmla="*/ 0 w 192"/>
                    <a:gd name="T1" fmla="*/ 0 h 45"/>
                    <a:gd name="T2" fmla="*/ 0 w 192"/>
                    <a:gd name="T3" fmla="*/ 0 h 45"/>
                    <a:gd name="T4" fmla="*/ 0 w 192"/>
                    <a:gd name="T5" fmla="*/ 0 h 45"/>
                    <a:gd name="T6" fmla="*/ 0 w 192"/>
                    <a:gd name="T7" fmla="*/ 0 h 45"/>
                    <a:gd name="T8" fmla="*/ 0 w 192"/>
                    <a:gd name="T9" fmla="*/ 0 h 45"/>
                    <a:gd name="T10" fmla="*/ 0 w 192"/>
                    <a:gd name="T11" fmla="*/ 0 h 45"/>
                    <a:gd name="T12" fmla="*/ 0 w 192"/>
                    <a:gd name="T13" fmla="*/ 0 h 45"/>
                    <a:gd name="T14" fmla="*/ 0 w 192"/>
                    <a:gd name="T15" fmla="*/ 0 h 45"/>
                    <a:gd name="T16" fmla="*/ 0 w 192"/>
                    <a:gd name="T17" fmla="*/ 0 h 45"/>
                    <a:gd name="T18" fmla="*/ 0 w 192"/>
                    <a:gd name="T19" fmla="*/ 0 h 45"/>
                    <a:gd name="T20" fmla="*/ 0 w 192"/>
                    <a:gd name="T21" fmla="*/ 0 h 45"/>
                    <a:gd name="T22" fmla="*/ 0 w 192"/>
                    <a:gd name="T23" fmla="*/ 0 h 45"/>
                    <a:gd name="T24" fmla="*/ 0 w 192"/>
                    <a:gd name="T25" fmla="*/ 0 h 45"/>
                    <a:gd name="T26" fmla="*/ 0 w 192"/>
                    <a:gd name="T27" fmla="*/ 0 h 45"/>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92"/>
                    <a:gd name="T43" fmla="*/ 0 h 45"/>
                    <a:gd name="T44" fmla="*/ 192 w 192"/>
                    <a:gd name="T45" fmla="*/ 45 h 45"/>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92" h="45">
                      <a:moveTo>
                        <a:pt x="192" y="0"/>
                      </a:moveTo>
                      <a:lnTo>
                        <a:pt x="177" y="4"/>
                      </a:lnTo>
                      <a:lnTo>
                        <a:pt x="143" y="13"/>
                      </a:lnTo>
                      <a:lnTo>
                        <a:pt x="103" y="23"/>
                      </a:lnTo>
                      <a:lnTo>
                        <a:pt x="67" y="31"/>
                      </a:lnTo>
                      <a:lnTo>
                        <a:pt x="20" y="26"/>
                      </a:lnTo>
                      <a:lnTo>
                        <a:pt x="0" y="16"/>
                      </a:lnTo>
                      <a:lnTo>
                        <a:pt x="8" y="42"/>
                      </a:lnTo>
                      <a:lnTo>
                        <a:pt x="33" y="45"/>
                      </a:lnTo>
                      <a:lnTo>
                        <a:pt x="108" y="41"/>
                      </a:lnTo>
                      <a:lnTo>
                        <a:pt x="174" y="26"/>
                      </a:lnTo>
                      <a:lnTo>
                        <a:pt x="192" y="16"/>
                      </a:lnTo>
                      <a:lnTo>
                        <a:pt x="192" y="0"/>
                      </a:lnTo>
                      <a:close/>
                    </a:path>
                  </a:pathLst>
                </a:custGeom>
                <a:solidFill>
                  <a:srgbClr val="000000"/>
                </a:solidFill>
                <a:ln w="9525">
                  <a:noFill/>
                  <a:round/>
                  <a:headEnd/>
                  <a:tailEnd/>
                </a:ln>
              </p:spPr>
              <p:txBody>
                <a:bodyPr/>
                <a:lstStyle/>
                <a:p>
                  <a:endParaRPr lang="en-MY"/>
                </a:p>
              </p:txBody>
            </p:sp>
            <p:sp>
              <p:nvSpPr>
                <p:cNvPr id="66718" name="Freeform 39"/>
                <p:cNvSpPr>
                  <a:spLocks/>
                </p:cNvSpPr>
                <p:nvPr/>
              </p:nvSpPr>
              <p:spPr bwMode="auto">
                <a:xfrm>
                  <a:off x="3971" y="3662"/>
                  <a:ext cx="17" cy="15"/>
                </a:xfrm>
                <a:custGeom>
                  <a:avLst/>
                  <a:gdLst>
                    <a:gd name="T0" fmla="*/ 0 w 68"/>
                    <a:gd name="T1" fmla="*/ 0 h 60"/>
                    <a:gd name="T2" fmla="*/ 0 w 68"/>
                    <a:gd name="T3" fmla="*/ 0 h 60"/>
                    <a:gd name="T4" fmla="*/ 0 w 68"/>
                    <a:gd name="T5" fmla="*/ 0 h 60"/>
                    <a:gd name="T6" fmla="*/ 0 w 68"/>
                    <a:gd name="T7" fmla="*/ 0 h 60"/>
                    <a:gd name="T8" fmla="*/ 0 w 68"/>
                    <a:gd name="T9" fmla="*/ 0 h 60"/>
                    <a:gd name="T10" fmla="*/ 0 w 68"/>
                    <a:gd name="T11" fmla="*/ 0 h 60"/>
                    <a:gd name="T12" fmla="*/ 0 w 68"/>
                    <a:gd name="T13" fmla="*/ 0 h 60"/>
                    <a:gd name="T14" fmla="*/ 0 w 68"/>
                    <a:gd name="T15" fmla="*/ 0 h 60"/>
                    <a:gd name="T16" fmla="*/ 0 w 68"/>
                    <a:gd name="T17" fmla="*/ 0 h 60"/>
                    <a:gd name="T18" fmla="*/ 0 w 68"/>
                    <a:gd name="T19" fmla="*/ 0 h 60"/>
                    <a:gd name="T20" fmla="*/ 0 w 68"/>
                    <a:gd name="T21" fmla="*/ 0 h 60"/>
                    <a:gd name="T22" fmla="*/ 0 w 68"/>
                    <a:gd name="T23" fmla="*/ 0 h 60"/>
                    <a:gd name="T24" fmla="*/ 0 w 68"/>
                    <a:gd name="T25" fmla="*/ 0 h 60"/>
                    <a:gd name="T26" fmla="*/ 0 w 68"/>
                    <a:gd name="T27" fmla="*/ 0 h 60"/>
                    <a:gd name="T28" fmla="*/ 0 w 68"/>
                    <a:gd name="T29" fmla="*/ 0 h 60"/>
                    <a:gd name="T30" fmla="*/ 0 w 68"/>
                    <a:gd name="T31" fmla="*/ 0 h 60"/>
                    <a:gd name="T32" fmla="*/ 0 w 68"/>
                    <a:gd name="T33" fmla="*/ 0 h 60"/>
                    <a:gd name="T34" fmla="*/ 0 w 68"/>
                    <a:gd name="T35" fmla="*/ 0 h 6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68"/>
                    <a:gd name="T55" fmla="*/ 0 h 60"/>
                    <a:gd name="T56" fmla="*/ 68 w 68"/>
                    <a:gd name="T57" fmla="*/ 60 h 60"/>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68" h="60">
                      <a:moveTo>
                        <a:pt x="68" y="49"/>
                      </a:moveTo>
                      <a:lnTo>
                        <a:pt x="67" y="16"/>
                      </a:lnTo>
                      <a:lnTo>
                        <a:pt x="56" y="0"/>
                      </a:lnTo>
                      <a:lnTo>
                        <a:pt x="27" y="3"/>
                      </a:lnTo>
                      <a:lnTo>
                        <a:pt x="2" y="23"/>
                      </a:lnTo>
                      <a:lnTo>
                        <a:pt x="0" y="39"/>
                      </a:lnTo>
                      <a:lnTo>
                        <a:pt x="4" y="46"/>
                      </a:lnTo>
                      <a:lnTo>
                        <a:pt x="11" y="52"/>
                      </a:lnTo>
                      <a:lnTo>
                        <a:pt x="26" y="60"/>
                      </a:lnTo>
                      <a:lnTo>
                        <a:pt x="41" y="59"/>
                      </a:lnTo>
                      <a:lnTo>
                        <a:pt x="42" y="53"/>
                      </a:lnTo>
                      <a:lnTo>
                        <a:pt x="27" y="26"/>
                      </a:lnTo>
                      <a:lnTo>
                        <a:pt x="37" y="22"/>
                      </a:lnTo>
                      <a:lnTo>
                        <a:pt x="45" y="25"/>
                      </a:lnTo>
                      <a:lnTo>
                        <a:pt x="49" y="33"/>
                      </a:lnTo>
                      <a:lnTo>
                        <a:pt x="47" y="59"/>
                      </a:lnTo>
                      <a:lnTo>
                        <a:pt x="68" y="49"/>
                      </a:lnTo>
                      <a:close/>
                    </a:path>
                  </a:pathLst>
                </a:custGeom>
                <a:solidFill>
                  <a:srgbClr val="000000"/>
                </a:solidFill>
                <a:ln w="9525">
                  <a:noFill/>
                  <a:round/>
                  <a:headEnd/>
                  <a:tailEnd/>
                </a:ln>
              </p:spPr>
              <p:txBody>
                <a:bodyPr/>
                <a:lstStyle/>
                <a:p>
                  <a:endParaRPr lang="en-MY"/>
                </a:p>
              </p:txBody>
            </p:sp>
            <p:sp>
              <p:nvSpPr>
                <p:cNvPr id="66719" name="Freeform 40"/>
                <p:cNvSpPr>
                  <a:spLocks/>
                </p:cNvSpPr>
                <p:nvPr/>
              </p:nvSpPr>
              <p:spPr bwMode="auto">
                <a:xfrm>
                  <a:off x="3987" y="3602"/>
                  <a:ext cx="47" cy="81"/>
                </a:xfrm>
                <a:custGeom>
                  <a:avLst/>
                  <a:gdLst>
                    <a:gd name="T0" fmla="*/ 0 w 185"/>
                    <a:gd name="T1" fmla="*/ 0 h 325"/>
                    <a:gd name="T2" fmla="*/ 0 w 185"/>
                    <a:gd name="T3" fmla="*/ 0 h 325"/>
                    <a:gd name="T4" fmla="*/ 0 w 185"/>
                    <a:gd name="T5" fmla="*/ 0 h 325"/>
                    <a:gd name="T6" fmla="*/ 0 w 185"/>
                    <a:gd name="T7" fmla="*/ 0 h 325"/>
                    <a:gd name="T8" fmla="*/ 0 w 185"/>
                    <a:gd name="T9" fmla="*/ 0 h 325"/>
                    <a:gd name="T10" fmla="*/ 0 w 185"/>
                    <a:gd name="T11" fmla="*/ 0 h 325"/>
                    <a:gd name="T12" fmla="*/ 0 w 185"/>
                    <a:gd name="T13" fmla="*/ 0 h 325"/>
                    <a:gd name="T14" fmla="*/ 0 w 185"/>
                    <a:gd name="T15" fmla="*/ 0 h 325"/>
                    <a:gd name="T16" fmla="*/ 0 w 185"/>
                    <a:gd name="T17" fmla="*/ 0 h 325"/>
                    <a:gd name="T18" fmla="*/ 0 w 185"/>
                    <a:gd name="T19" fmla="*/ 0 h 325"/>
                    <a:gd name="T20" fmla="*/ 0 w 185"/>
                    <a:gd name="T21" fmla="*/ 0 h 325"/>
                    <a:gd name="T22" fmla="*/ 0 w 185"/>
                    <a:gd name="T23" fmla="*/ 0 h 325"/>
                    <a:gd name="T24" fmla="*/ 0 w 185"/>
                    <a:gd name="T25" fmla="*/ 0 h 325"/>
                    <a:gd name="T26" fmla="*/ 0 w 185"/>
                    <a:gd name="T27" fmla="*/ 0 h 325"/>
                    <a:gd name="T28" fmla="*/ 0 w 185"/>
                    <a:gd name="T29" fmla="*/ 0 h 325"/>
                    <a:gd name="T30" fmla="*/ 0 w 185"/>
                    <a:gd name="T31" fmla="*/ 0 h 325"/>
                    <a:gd name="T32" fmla="*/ 0 w 185"/>
                    <a:gd name="T33" fmla="*/ 0 h 325"/>
                    <a:gd name="T34" fmla="*/ 0 w 185"/>
                    <a:gd name="T35" fmla="*/ 0 h 325"/>
                    <a:gd name="T36" fmla="*/ 0 w 185"/>
                    <a:gd name="T37" fmla="*/ 0 h 325"/>
                    <a:gd name="T38" fmla="*/ 0 w 185"/>
                    <a:gd name="T39" fmla="*/ 0 h 325"/>
                    <a:gd name="T40" fmla="*/ 0 w 185"/>
                    <a:gd name="T41" fmla="*/ 0 h 325"/>
                    <a:gd name="T42" fmla="*/ 0 w 185"/>
                    <a:gd name="T43" fmla="*/ 0 h 325"/>
                    <a:gd name="T44" fmla="*/ 0 w 185"/>
                    <a:gd name="T45" fmla="*/ 0 h 325"/>
                    <a:gd name="T46" fmla="*/ 0 w 185"/>
                    <a:gd name="T47" fmla="*/ 0 h 325"/>
                    <a:gd name="T48" fmla="*/ 0 w 185"/>
                    <a:gd name="T49" fmla="*/ 0 h 325"/>
                    <a:gd name="T50" fmla="*/ 0 w 185"/>
                    <a:gd name="T51" fmla="*/ 0 h 325"/>
                    <a:gd name="T52" fmla="*/ 0 w 185"/>
                    <a:gd name="T53" fmla="*/ 0 h 325"/>
                    <a:gd name="T54" fmla="*/ 0 w 185"/>
                    <a:gd name="T55" fmla="*/ 0 h 325"/>
                    <a:gd name="T56" fmla="*/ 0 w 185"/>
                    <a:gd name="T57" fmla="*/ 0 h 325"/>
                    <a:gd name="T58" fmla="*/ 0 w 185"/>
                    <a:gd name="T59" fmla="*/ 0 h 325"/>
                    <a:gd name="T60" fmla="*/ 0 w 185"/>
                    <a:gd name="T61" fmla="*/ 0 h 325"/>
                    <a:gd name="T62" fmla="*/ 0 w 185"/>
                    <a:gd name="T63" fmla="*/ 0 h 325"/>
                    <a:gd name="T64" fmla="*/ 0 w 185"/>
                    <a:gd name="T65" fmla="*/ 0 h 325"/>
                    <a:gd name="T66" fmla="*/ 0 w 185"/>
                    <a:gd name="T67" fmla="*/ 0 h 325"/>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185"/>
                    <a:gd name="T103" fmla="*/ 0 h 325"/>
                    <a:gd name="T104" fmla="*/ 185 w 185"/>
                    <a:gd name="T105" fmla="*/ 325 h 325"/>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185" h="325">
                      <a:moveTo>
                        <a:pt x="68" y="0"/>
                      </a:moveTo>
                      <a:lnTo>
                        <a:pt x="61" y="10"/>
                      </a:lnTo>
                      <a:lnTo>
                        <a:pt x="46" y="35"/>
                      </a:lnTo>
                      <a:lnTo>
                        <a:pt x="27" y="69"/>
                      </a:lnTo>
                      <a:lnTo>
                        <a:pt x="11" y="107"/>
                      </a:lnTo>
                      <a:lnTo>
                        <a:pt x="0" y="151"/>
                      </a:lnTo>
                      <a:lnTo>
                        <a:pt x="0" y="202"/>
                      </a:lnTo>
                      <a:lnTo>
                        <a:pt x="10" y="236"/>
                      </a:lnTo>
                      <a:lnTo>
                        <a:pt x="23" y="257"/>
                      </a:lnTo>
                      <a:lnTo>
                        <a:pt x="29" y="266"/>
                      </a:lnTo>
                      <a:lnTo>
                        <a:pt x="44" y="283"/>
                      </a:lnTo>
                      <a:lnTo>
                        <a:pt x="52" y="292"/>
                      </a:lnTo>
                      <a:lnTo>
                        <a:pt x="69" y="305"/>
                      </a:lnTo>
                      <a:lnTo>
                        <a:pt x="86" y="316"/>
                      </a:lnTo>
                      <a:lnTo>
                        <a:pt x="123" y="325"/>
                      </a:lnTo>
                      <a:lnTo>
                        <a:pt x="154" y="325"/>
                      </a:lnTo>
                      <a:lnTo>
                        <a:pt x="185" y="319"/>
                      </a:lnTo>
                      <a:lnTo>
                        <a:pt x="181" y="292"/>
                      </a:lnTo>
                      <a:lnTo>
                        <a:pt x="171" y="296"/>
                      </a:lnTo>
                      <a:lnTo>
                        <a:pt x="142" y="303"/>
                      </a:lnTo>
                      <a:lnTo>
                        <a:pt x="107" y="295"/>
                      </a:lnTo>
                      <a:lnTo>
                        <a:pt x="84" y="286"/>
                      </a:lnTo>
                      <a:lnTo>
                        <a:pt x="61" y="264"/>
                      </a:lnTo>
                      <a:lnTo>
                        <a:pt x="40" y="235"/>
                      </a:lnTo>
                      <a:lnTo>
                        <a:pt x="28" y="210"/>
                      </a:lnTo>
                      <a:lnTo>
                        <a:pt x="22" y="167"/>
                      </a:lnTo>
                      <a:lnTo>
                        <a:pt x="27" y="115"/>
                      </a:lnTo>
                      <a:lnTo>
                        <a:pt x="33" y="94"/>
                      </a:lnTo>
                      <a:lnTo>
                        <a:pt x="39" y="79"/>
                      </a:lnTo>
                      <a:lnTo>
                        <a:pt x="52" y="56"/>
                      </a:lnTo>
                      <a:lnTo>
                        <a:pt x="66" y="35"/>
                      </a:lnTo>
                      <a:lnTo>
                        <a:pt x="81" y="12"/>
                      </a:lnTo>
                      <a:lnTo>
                        <a:pt x="68" y="0"/>
                      </a:lnTo>
                      <a:close/>
                    </a:path>
                  </a:pathLst>
                </a:custGeom>
                <a:solidFill>
                  <a:srgbClr val="000000"/>
                </a:solidFill>
                <a:ln w="9525">
                  <a:noFill/>
                  <a:round/>
                  <a:headEnd/>
                  <a:tailEnd/>
                </a:ln>
              </p:spPr>
              <p:txBody>
                <a:bodyPr/>
                <a:lstStyle/>
                <a:p>
                  <a:endParaRPr lang="en-MY"/>
                </a:p>
              </p:txBody>
            </p:sp>
            <p:sp>
              <p:nvSpPr>
                <p:cNvPr id="66720" name="Freeform 41"/>
                <p:cNvSpPr>
                  <a:spLocks/>
                </p:cNvSpPr>
                <p:nvPr/>
              </p:nvSpPr>
              <p:spPr bwMode="auto">
                <a:xfrm>
                  <a:off x="3889" y="3613"/>
                  <a:ext cx="23" cy="62"/>
                </a:xfrm>
                <a:custGeom>
                  <a:avLst/>
                  <a:gdLst>
                    <a:gd name="T0" fmla="*/ 0 w 94"/>
                    <a:gd name="T1" fmla="*/ 0 h 249"/>
                    <a:gd name="T2" fmla="*/ 0 w 94"/>
                    <a:gd name="T3" fmla="*/ 0 h 249"/>
                    <a:gd name="T4" fmla="*/ 0 w 94"/>
                    <a:gd name="T5" fmla="*/ 0 h 249"/>
                    <a:gd name="T6" fmla="*/ 0 w 94"/>
                    <a:gd name="T7" fmla="*/ 0 h 249"/>
                    <a:gd name="T8" fmla="*/ 0 w 94"/>
                    <a:gd name="T9" fmla="*/ 0 h 249"/>
                    <a:gd name="T10" fmla="*/ 0 w 94"/>
                    <a:gd name="T11" fmla="*/ 0 h 249"/>
                    <a:gd name="T12" fmla="*/ 0 w 94"/>
                    <a:gd name="T13" fmla="*/ 0 h 249"/>
                    <a:gd name="T14" fmla="*/ 0 w 94"/>
                    <a:gd name="T15" fmla="*/ 0 h 249"/>
                    <a:gd name="T16" fmla="*/ 0 w 94"/>
                    <a:gd name="T17" fmla="*/ 0 h 249"/>
                    <a:gd name="T18" fmla="*/ 0 w 94"/>
                    <a:gd name="T19" fmla="*/ 0 h 249"/>
                    <a:gd name="T20" fmla="*/ 0 w 94"/>
                    <a:gd name="T21" fmla="*/ 0 h 249"/>
                    <a:gd name="T22" fmla="*/ 0 w 94"/>
                    <a:gd name="T23" fmla="*/ 0 h 249"/>
                    <a:gd name="T24" fmla="*/ 0 w 94"/>
                    <a:gd name="T25" fmla="*/ 0 h 249"/>
                    <a:gd name="T26" fmla="*/ 0 w 94"/>
                    <a:gd name="T27" fmla="*/ 0 h 249"/>
                    <a:gd name="T28" fmla="*/ 0 w 94"/>
                    <a:gd name="T29" fmla="*/ 0 h 249"/>
                    <a:gd name="T30" fmla="*/ 0 w 94"/>
                    <a:gd name="T31" fmla="*/ 0 h 24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94"/>
                    <a:gd name="T49" fmla="*/ 0 h 249"/>
                    <a:gd name="T50" fmla="*/ 94 w 94"/>
                    <a:gd name="T51" fmla="*/ 249 h 249"/>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94" h="249">
                      <a:moveTo>
                        <a:pt x="28" y="0"/>
                      </a:moveTo>
                      <a:lnTo>
                        <a:pt x="22" y="76"/>
                      </a:lnTo>
                      <a:lnTo>
                        <a:pt x="29" y="120"/>
                      </a:lnTo>
                      <a:lnTo>
                        <a:pt x="47" y="157"/>
                      </a:lnTo>
                      <a:lnTo>
                        <a:pt x="68" y="192"/>
                      </a:lnTo>
                      <a:lnTo>
                        <a:pt x="83" y="208"/>
                      </a:lnTo>
                      <a:lnTo>
                        <a:pt x="94" y="226"/>
                      </a:lnTo>
                      <a:lnTo>
                        <a:pt x="90" y="249"/>
                      </a:lnTo>
                      <a:lnTo>
                        <a:pt x="62" y="211"/>
                      </a:lnTo>
                      <a:lnTo>
                        <a:pt x="47" y="188"/>
                      </a:lnTo>
                      <a:lnTo>
                        <a:pt x="22" y="147"/>
                      </a:lnTo>
                      <a:lnTo>
                        <a:pt x="4" y="102"/>
                      </a:lnTo>
                      <a:lnTo>
                        <a:pt x="0" y="32"/>
                      </a:lnTo>
                      <a:lnTo>
                        <a:pt x="6" y="6"/>
                      </a:lnTo>
                      <a:lnTo>
                        <a:pt x="28" y="0"/>
                      </a:lnTo>
                      <a:close/>
                    </a:path>
                  </a:pathLst>
                </a:custGeom>
                <a:solidFill>
                  <a:srgbClr val="000000"/>
                </a:solidFill>
                <a:ln w="9525">
                  <a:noFill/>
                  <a:round/>
                  <a:headEnd/>
                  <a:tailEnd/>
                </a:ln>
              </p:spPr>
              <p:txBody>
                <a:bodyPr/>
                <a:lstStyle/>
                <a:p>
                  <a:endParaRPr lang="en-MY"/>
                </a:p>
              </p:txBody>
            </p:sp>
            <p:sp>
              <p:nvSpPr>
                <p:cNvPr id="66721" name="Freeform 42"/>
                <p:cNvSpPr>
                  <a:spLocks/>
                </p:cNvSpPr>
                <p:nvPr/>
              </p:nvSpPr>
              <p:spPr bwMode="auto">
                <a:xfrm>
                  <a:off x="3903" y="3612"/>
                  <a:ext cx="19" cy="43"/>
                </a:xfrm>
                <a:custGeom>
                  <a:avLst/>
                  <a:gdLst>
                    <a:gd name="T0" fmla="*/ 0 w 75"/>
                    <a:gd name="T1" fmla="*/ 0 h 173"/>
                    <a:gd name="T2" fmla="*/ 0 w 75"/>
                    <a:gd name="T3" fmla="*/ 0 h 173"/>
                    <a:gd name="T4" fmla="*/ 0 w 75"/>
                    <a:gd name="T5" fmla="*/ 0 h 173"/>
                    <a:gd name="T6" fmla="*/ 0 w 75"/>
                    <a:gd name="T7" fmla="*/ 0 h 173"/>
                    <a:gd name="T8" fmla="*/ 0 w 75"/>
                    <a:gd name="T9" fmla="*/ 0 h 173"/>
                    <a:gd name="T10" fmla="*/ 0 w 75"/>
                    <a:gd name="T11" fmla="*/ 0 h 173"/>
                    <a:gd name="T12" fmla="*/ 0 w 75"/>
                    <a:gd name="T13" fmla="*/ 0 h 173"/>
                    <a:gd name="T14" fmla="*/ 0 w 75"/>
                    <a:gd name="T15" fmla="*/ 0 h 173"/>
                    <a:gd name="T16" fmla="*/ 0 w 75"/>
                    <a:gd name="T17" fmla="*/ 0 h 173"/>
                    <a:gd name="T18" fmla="*/ 0 w 75"/>
                    <a:gd name="T19" fmla="*/ 0 h 173"/>
                    <a:gd name="T20" fmla="*/ 0 w 75"/>
                    <a:gd name="T21" fmla="*/ 0 h 173"/>
                    <a:gd name="T22" fmla="*/ 0 w 75"/>
                    <a:gd name="T23" fmla="*/ 0 h 173"/>
                    <a:gd name="T24" fmla="*/ 0 w 75"/>
                    <a:gd name="T25" fmla="*/ 0 h 173"/>
                    <a:gd name="T26" fmla="*/ 0 w 75"/>
                    <a:gd name="T27" fmla="*/ 0 h 173"/>
                    <a:gd name="T28" fmla="*/ 0 w 75"/>
                    <a:gd name="T29" fmla="*/ 0 h 17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75"/>
                    <a:gd name="T46" fmla="*/ 0 h 173"/>
                    <a:gd name="T47" fmla="*/ 75 w 75"/>
                    <a:gd name="T48" fmla="*/ 173 h 17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75" h="173">
                      <a:moveTo>
                        <a:pt x="1" y="0"/>
                      </a:moveTo>
                      <a:lnTo>
                        <a:pt x="0" y="63"/>
                      </a:lnTo>
                      <a:lnTo>
                        <a:pt x="6" y="103"/>
                      </a:lnTo>
                      <a:lnTo>
                        <a:pt x="17" y="122"/>
                      </a:lnTo>
                      <a:lnTo>
                        <a:pt x="38" y="150"/>
                      </a:lnTo>
                      <a:lnTo>
                        <a:pt x="61" y="173"/>
                      </a:lnTo>
                      <a:lnTo>
                        <a:pt x="75" y="148"/>
                      </a:lnTo>
                      <a:lnTo>
                        <a:pt x="67" y="139"/>
                      </a:lnTo>
                      <a:lnTo>
                        <a:pt x="45" y="119"/>
                      </a:lnTo>
                      <a:lnTo>
                        <a:pt x="34" y="106"/>
                      </a:lnTo>
                      <a:lnTo>
                        <a:pt x="23" y="94"/>
                      </a:lnTo>
                      <a:lnTo>
                        <a:pt x="15" y="65"/>
                      </a:lnTo>
                      <a:lnTo>
                        <a:pt x="11" y="13"/>
                      </a:lnTo>
                      <a:lnTo>
                        <a:pt x="1" y="0"/>
                      </a:lnTo>
                      <a:close/>
                    </a:path>
                  </a:pathLst>
                </a:custGeom>
                <a:solidFill>
                  <a:srgbClr val="000000"/>
                </a:solidFill>
                <a:ln w="9525">
                  <a:noFill/>
                  <a:round/>
                  <a:headEnd/>
                  <a:tailEnd/>
                </a:ln>
              </p:spPr>
              <p:txBody>
                <a:bodyPr/>
                <a:lstStyle/>
                <a:p>
                  <a:endParaRPr lang="en-MY"/>
                </a:p>
              </p:txBody>
            </p:sp>
            <p:sp>
              <p:nvSpPr>
                <p:cNvPr id="66722" name="Freeform 43"/>
                <p:cNvSpPr>
                  <a:spLocks/>
                </p:cNvSpPr>
                <p:nvPr/>
              </p:nvSpPr>
              <p:spPr bwMode="auto">
                <a:xfrm>
                  <a:off x="3851" y="3608"/>
                  <a:ext cx="47" cy="87"/>
                </a:xfrm>
                <a:custGeom>
                  <a:avLst/>
                  <a:gdLst>
                    <a:gd name="T0" fmla="*/ 0 w 188"/>
                    <a:gd name="T1" fmla="*/ 0 h 346"/>
                    <a:gd name="T2" fmla="*/ 0 w 188"/>
                    <a:gd name="T3" fmla="*/ 0 h 346"/>
                    <a:gd name="T4" fmla="*/ 0 w 188"/>
                    <a:gd name="T5" fmla="*/ 0 h 346"/>
                    <a:gd name="T6" fmla="*/ 0 w 188"/>
                    <a:gd name="T7" fmla="*/ 0 h 346"/>
                    <a:gd name="T8" fmla="*/ 0 w 188"/>
                    <a:gd name="T9" fmla="*/ 0 h 346"/>
                    <a:gd name="T10" fmla="*/ 0 w 188"/>
                    <a:gd name="T11" fmla="*/ 0 h 346"/>
                    <a:gd name="T12" fmla="*/ 0 w 188"/>
                    <a:gd name="T13" fmla="*/ 0 h 346"/>
                    <a:gd name="T14" fmla="*/ 0 w 188"/>
                    <a:gd name="T15" fmla="*/ 0 h 346"/>
                    <a:gd name="T16" fmla="*/ 0 w 188"/>
                    <a:gd name="T17" fmla="*/ 0 h 346"/>
                    <a:gd name="T18" fmla="*/ 0 w 188"/>
                    <a:gd name="T19" fmla="*/ 0 h 346"/>
                    <a:gd name="T20" fmla="*/ 0 w 188"/>
                    <a:gd name="T21" fmla="*/ 0 h 346"/>
                    <a:gd name="T22" fmla="*/ 0 w 188"/>
                    <a:gd name="T23" fmla="*/ 0 h 346"/>
                    <a:gd name="T24" fmla="*/ 0 w 188"/>
                    <a:gd name="T25" fmla="*/ 0 h 346"/>
                    <a:gd name="T26" fmla="*/ 0 w 188"/>
                    <a:gd name="T27" fmla="*/ 0 h 346"/>
                    <a:gd name="T28" fmla="*/ 0 w 188"/>
                    <a:gd name="T29" fmla="*/ 0 h 346"/>
                    <a:gd name="T30" fmla="*/ 0 w 188"/>
                    <a:gd name="T31" fmla="*/ 0 h 346"/>
                    <a:gd name="T32" fmla="*/ 0 w 188"/>
                    <a:gd name="T33" fmla="*/ 0 h 346"/>
                    <a:gd name="T34" fmla="*/ 0 w 188"/>
                    <a:gd name="T35" fmla="*/ 0 h 346"/>
                    <a:gd name="T36" fmla="*/ 0 w 188"/>
                    <a:gd name="T37" fmla="*/ 0 h 346"/>
                    <a:gd name="T38" fmla="*/ 0 w 188"/>
                    <a:gd name="T39" fmla="*/ 0 h 346"/>
                    <a:gd name="T40" fmla="*/ 0 w 188"/>
                    <a:gd name="T41" fmla="*/ 0 h 346"/>
                    <a:gd name="T42" fmla="*/ 0 w 188"/>
                    <a:gd name="T43" fmla="*/ 0 h 346"/>
                    <a:gd name="T44" fmla="*/ 0 w 188"/>
                    <a:gd name="T45" fmla="*/ 0 h 346"/>
                    <a:gd name="T46" fmla="*/ 0 w 188"/>
                    <a:gd name="T47" fmla="*/ 0 h 346"/>
                    <a:gd name="T48" fmla="*/ 0 w 188"/>
                    <a:gd name="T49" fmla="*/ 0 h 346"/>
                    <a:gd name="T50" fmla="*/ 0 w 188"/>
                    <a:gd name="T51" fmla="*/ 0 h 346"/>
                    <a:gd name="T52" fmla="*/ 0 w 188"/>
                    <a:gd name="T53" fmla="*/ 0 h 346"/>
                    <a:gd name="T54" fmla="*/ 0 w 188"/>
                    <a:gd name="T55" fmla="*/ 0 h 346"/>
                    <a:gd name="T56" fmla="*/ 0 w 188"/>
                    <a:gd name="T57" fmla="*/ 0 h 346"/>
                    <a:gd name="T58" fmla="*/ 0 w 188"/>
                    <a:gd name="T59" fmla="*/ 0 h 346"/>
                    <a:gd name="T60" fmla="*/ 0 w 188"/>
                    <a:gd name="T61" fmla="*/ 0 h 346"/>
                    <a:gd name="T62" fmla="*/ 0 w 188"/>
                    <a:gd name="T63" fmla="*/ 0 h 34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188"/>
                    <a:gd name="T97" fmla="*/ 0 h 346"/>
                    <a:gd name="T98" fmla="*/ 188 w 188"/>
                    <a:gd name="T99" fmla="*/ 346 h 34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188" h="346">
                      <a:moveTo>
                        <a:pt x="35" y="225"/>
                      </a:moveTo>
                      <a:lnTo>
                        <a:pt x="40" y="206"/>
                      </a:lnTo>
                      <a:lnTo>
                        <a:pt x="46" y="187"/>
                      </a:lnTo>
                      <a:lnTo>
                        <a:pt x="64" y="137"/>
                      </a:lnTo>
                      <a:lnTo>
                        <a:pt x="86" y="89"/>
                      </a:lnTo>
                      <a:lnTo>
                        <a:pt x="111" y="60"/>
                      </a:lnTo>
                      <a:lnTo>
                        <a:pt x="141" y="39"/>
                      </a:lnTo>
                      <a:lnTo>
                        <a:pt x="155" y="31"/>
                      </a:lnTo>
                      <a:lnTo>
                        <a:pt x="179" y="21"/>
                      </a:lnTo>
                      <a:lnTo>
                        <a:pt x="188" y="17"/>
                      </a:lnTo>
                      <a:lnTo>
                        <a:pt x="167" y="0"/>
                      </a:lnTo>
                      <a:lnTo>
                        <a:pt x="120" y="21"/>
                      </a:lnTo>
                      <a:lnTo>
                        <a:pt x="100" y="35"/>
                      </a:lnTo>
                      <a:lnTo>
                        <a:pt x="80" y="56"/>
                      </a:lnTo>
                      <a:lnTo>
                        <a:pt x="46" y="119"/>
                      </a:lnTo>
                      <a:lnTo>
                        <a:pt x="25" y="192"/>
                      </a:lnTo>
                      <a:lnTo>
                        <a:pt x="10" y="246"/>
                      </a:lnTo>
                      <a:lnTo>
                        <a:pt x="0" y="295"/>
                      </a:lnTo>
                      <a:lnTo>
                        <a:pt x="20" y="310"/>
                      </a:lnTo>
                      <a:lnTo>
                        <a:pt x="33" y="319"/>
                      </a:lnTo>
                      <a:lnTo>
                        <a:pt x="63" y="337"/>
                      </a:lnTo>
                      <a:lnTo>
                        <a:pt x="95" y="346"/>
                      </a:lnTo>
                      <a:lnTo>
                        <a:pt x="154" y="341"/>
                      </a:lnTo>
                      <a:lnTo>
                        <a:pt x="185" y="333"/>
                      </a:lnTo>
                      <a:lnTo>
                        <a:pt x="170" y="313"/>
                      </a:lnTo>
                      <a:lnTo>
                        <a:pt x="131" y="318"/>
                      </a:lnTo>
                      <a:lnTo>
                        <a:pt x="97" y="317"/>
                      </a:lnTo>
                      <a:lnTo>
                        <a:pt x="66" y="308"/>
                      </a:lnTo>
                      <a:lnTo>
                        <a:pt x="42" y="280"/>
                      </a:lnTo>
                      <a:lnTo>
                        <a:pt x="32" y="251"/>
                      </a:lnTo>
                      <a:lnTo>
                        <a:pt x="35" y="225"/>
                      </a:lnTo>
                      <a:close/>
                    </a:path>
                  </a:pathLst>
                </a:custGeom>
                <a:solidFill>
                  <a:srgbClr val="000000"/>
                </a:solidFill>
                <a:ln w="9525">
                  <a:noFill/>
                  <a:round/>
                  <a:headEnd/>
                  <a:tailEnd/>
                </a:ln>
              </p:spPr>
              <p:txBody>
                <a:bodyPr/>
                <a:lstStyle/>
                <a:p>
                  <a:endParaRPr lang="en-MY"/>
                </a:p>
              </p:txBody>
            </p:sp>
            <p:sp>
              <p:nvSpPr>
                <p:cNvPr id="66723" name="Freeform 44"/>
                <p:cNvSpPr>
                  <a:spLocks/>
                </p:cNvSpPr>
                <p:nvPr/>
              </p:nvSpPr>
              <p:spPr bwMode="auto">
                <a:xfrm>
                  <a:off x="3938" y="3575"/>
                  <a:ext cx="29" cy="33"/>
                </a:xfrm>
                <a:custGeom>
                  <a:avLst/>
                  <a:gdLst>
                    <a:gd name="T0" fmla="*/ 0 w 115"/>
                    <a:gd name="T1" fmla="*/ 0 h 129"/>
                    <a:gd name="T2" fmla="*/ 0 w 115"/>
                    <a:gd name="T3" fmla="*/ 0 h 129"/>
                    <a:gd name="T4" fmla="*/ 0 w 115"/>
                    <a:gd name="T5" fmla="*/ 0 h 129"/>
                    <a:gd name="T6" fmla="*/ 0 w 115"/>
                    <a:gd name="T7" fmla="*/ 0 h 129"/>
                    <a:gd name="T8" fmla="*/ 0 w 115"/>
                    <a:gd name="T9" fmla="*/ 0 h 129"/>
                    <a:gd name="T10" fmla="*/ 0 w 115"/>
                    <a:gd name="T11" fmla="*/ 0 h 129"/>
                    <a:gd name="T12" fmla="*/ 0 w 115"/>
                    <a:gd name="T13" fmla="*/ 0 h 129"/>
                    <a:gd name="T14" fmla="*/ 0 w 115"/>
                    <a:gd name="T15" fmla="*/ 0 h 129"/>
                    <a:gd name="T16" fmla="*/ 0 w 115"/>
                    <a:gd name="T17" fmla="*/ 0 h 129"/>
                    <a:gd name="T18" fmla="*/ 0 w 115"/>
                    <a:gd name="T19" fmla="*/ 0 h 129"/>
                    <a:gd name="T20" fmla="*/ 0 w 115"/>
                    <a:gd name="T21" fmla="*/ 0 h 129"/>
                    <a:gd name="T22" fmla="*/ 0 w 115"/>
                    <a:gd name="T23" fmla="*/ 0 h 129"/>
                    <a:gd name="T24" fmla="*/ 0 w 115"/>
                    <a:gd name="T25" fmla="*/ 0 h 129"/>
                    <a:gd name="T26" fmla="*/ 0 w 115"/>
                    <a:gd name="T27" fmla="*/ 0 h 129"/>
                    <a:gd name="T28" fmla="*/ 0 w 115"/>
                    <a:gd name="T29" fmla="*/ 0 h 129"/>
                    <a:gd name="T30" fmla="*/ 0 w 115"/>
                    <a:gd name="T31" fmla="*/ 0 h 129"/>
                    <a:gd name="T32" fmla="*/ 0 w 115"/>
                    <a:gd name="T33" fmla="*/ 0 h 129"/>
                    <a:gd name="T34" fmla="*/ 0 w 115"/>
                    <a:gd name="T35" fmla="*/ 0 h 129"/>
                    <a:gd name="T36" fmla="*/ 0 w 115"/>
                    <a:gd name="T37" fmla="*/ 0 h 129"/>
                    <a:gd name="T38" fmla="*/ 0 w 115"/>
                    <a:gd name="T39" fmla="*/ 0 h 129"/>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15"/>
                    <a:gd name="T61" fmla="*/ 0 h 129"/>
                    <a:gd name="T62" fmla="*/ 115 w 115"/>
                    <a:gd name="T63" fmla="*/ 129 h 129"/>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15" h="129">
                      <a:moveTo>
                        <a:pt x="112" y="0"/>
                      </a:moveTo>
                      <a:lnTo>
                        <a:pt x="115" y="30"/>
                      </a:lnTo>
                      <a:lnTo>
                        <a:pt x="110" y="58"/>
                      </a:lnTo>
                      <a:lnTo>
                        <a:pt x="103" y="72"/>
                      </a:lnTo>
                      <a:lnTo>
                        <a:pt x="99" y="80"/>
                      </a:lnTo>
                      <a:lnTo>
                        <a:pt x="92" y="87"/>
                      </a:lnTo>
                      <a:lnTo>
                        <a:pt x="78" y="99"/>
                      </a:lnTo>
                      <a:lnTo>
                        <a:pt x="64" y="108"/>
                      </a:lnTo>
                      <a:lnTo>
                        <a:pt x="50" y="116"/>
                      </a:lnTo>
                      <a:lnTo>
                        <a:pt x="36" y="121"/>
                      </a:lnTo>
                      <a:lnTo>
                        <a:pt x="8" y="129"/>
                      </a:lnTo>
                      <a:lnTo>
                        <a:pt x="0" y="117"/>
                      </a:lnTo>
                      <a:lnTo>
                        <a:pt x="19" y="107"/>
                      </a:lnTo>
                      <a:lnTo>
                        <a:pt x="39" y="95"/>
                      </a:lnTo>
                      <a:lnTo>
                        <a:pt x="50" y="88"/>
                      </a:lnTo>
                      <a:lnTo>
                        <a:pt x="61" y="79"/>
                      </a:lnTo>
                      <a:lnTo>
                        <a:pt x="85" y="38"/>
                      </a:lnTo>
                      <a:lnTo>
                        <a:pt x="88" y="16"/>
                      </a:lnTo>
                      <a:lnTo>
                        <a:pt x="112" y="0"/>
                      </a:lnTo>
                      <a:close/>
                    </a:path>
                  </a:pathLst>
                </a:custGeom>
                <a:solidFill>
                  <a:srgbClr val="000000"/>
                </a:solidFill>
                <a:ln w="9525">
                  <a:noFill/>
                  <a:round/>
                  <a:headEnd/>
                  <a:tailEnd/>
                </a:ln>
              </p:spPr>
              <p:txBody>
                <a:bodyPr/>
                <a:lstStyle/>
                <a:p>
                  <a:endParaRPr lang="en-MY"/>
                </a:p>
              </p:txBody>
            </p:sp>
            <p:sp>
              <p:nvSpPr>
                <p:cNvPr id="66724" name="Freeform 45"/>
                <p:cNvSpPr>
                  <a:spLocks/>
                </p:cNvSpPr>
                <p:nvPr/>
              </p:nvSpPr>
              <p:spPr bwMode="auto">
                <a:xfrm>
                  <a:off x="3990" y="3582"/>
                  <a:ext cx="89" cy="82"/>
                </a:xfrm>
                <a:custGeom>
                  <a:avLst/>
                  <a:gdLst>
                    <a:gd name="T0" fmla="*/ 0 w 353"/>
                    <a:gd name="T1" fmla="*/ 0 h 330"/>
                    <a:gd name="T2" fmla="*/ 0 w 353"/>
                    <a:gd name="T3" fmla="*/ 0 h 330"/>
                    <a:gd name="T4" fmla="*/ 0 w 353"/>
                    <a:gd name="T5" fmla="*/ 0 h 330"/>
                    <a:gd name="T6" fmla="*/ 0 w 353"/>
                    <a:gd name="T7" fmla="*/ 0 h 330"/>
                    <a:gd name="T8" fmla="*/ 0 w 353"/>
                    <a:gd name="T9" fmla="*/ 0 h 330"/>
                    <a:gd name="T10" fmla="*/ 0 w 353"/>
                    <a:gd name="T11" fmla="*/ 0 h 330"/>
                    <a:gd name="T12" fmla="*/ 0 w 353"/>
                    <a:gd name="T13" fmla="*/ 0 h 330"/>
                    <a:gd name="T14" fmla="*/ 0 w 353"/>
                    <a:gd name="T15" fmla="*/ 0 h 330"/>
                    <a:gd name="T16" fmla="*/ 0 w 353"/>
                    <a:gd name="T17" fmla="*/ 0 h 330"/>
                    <a:gd name="T18" fmla="*/ 0 w 353"/>
                    <a:gd name="T19" fmla="*/ 0 h 330"/>
                    <a:gd name="T20" fmla="*/ 0 w 353"/>
                    <a:gd name="T21" fmla="*/ 0 h 330"/>
                    <a:gd name="T22" fmla="*/ 0 w 353"/>
                    <a:gd name="T23" fmla="*/ 0 h 330"/>
                    <a:gd name="T24" fmla="*/ 0 w 353"/>
                    <a:gd name="T25" fmla="*/ 0 h 330"/>
                    <a:gd name="T26" fmla="*/ 0 w 353"/>
                    <a:gd name="T27" fmla="*/ 0 h 330"/>
                    <a:gd name="T28" fmla="*/ 0 w 353"/>
                    <a:gd name="T29" fmla="*/ 0 h 330"/>
                    <a:gd name="T30" fmla="*/ 0 w 353"/>
                    <a:gd name="T31" fmla="*/ 0 h 330"/>
                    <a:gd name="T32" fmla="*/ 0 w 353"/>
                    <a:gd name="T33" fmla="*/ 0 h 330"/>
                    <a:gd name="T34" fmla="*/ 0 w 353"/>
                    <a:gd name="T35" fmla="*/ 0 h 330"/>
                    <a:gd name="T36" fmla="*/ 0 w 353"/>
                    <a:gd name="T37" fmla="*/ 0 h 330"/>
                    <a:gd name="T38" fmla="*/ 0 w 353"/>
                    <a:gd name="T39" fmla="*/ 0 h 330"/>
                    <a:gd name="T40" fmla="*/ 0 w 353"/>
                    <a:gd name="T41" fmla="*/ 0 h 330"/>
                    <a:gd name="T42" fmla="*/ 0 w 353"/>
                    <a:gd name="T43" fmla="*/ 0 h 330"/>
                    <a:gd name="T44" fmla="*/ 0 w 353"/>
                    <a:gd name="T45" fmla="*/ 0 h 330"/>
                    <a:gd name="T46" fmla="*/ 0 w 353"/>
                    <a:gd name="T47" fmla="*/ 0 h 330"/>
                    <a:gd name="T48" fmla="*/ 0 w 353"/>
                    <a:gd name="T49" fmla="*/ 0 h 330"/>
                    <a:gd name="T50" fmla="*/ 0 w 353"/>
                    <a:gd name="T51" fmla="*/ 0 h 330"/>
                    <a:gd name="T52" fmla="*/ 0 w 353"/>
                    <a:gd name="T53" fmla="*/ 0 h 330"/>
                    <a:gd name="T54" fmla="*/ 0 w 353"/>
                    <a:gd name="T55" fmla="*/ 0 h 330"/>
                    <a:gd name="T56" fmla="*/ 0 w 353"/>
                    <a:gd name="T57" fmla="*/ 0 h 330"/>
                    <a:gd name="T58" fmla="*/ 0 w 353"/>
                    <a:gd name="T59" fmla="*/ 0 h 330"/>
                    <a:gd name="T60" fmla="*/ 0 w 353"/>
                    <a:gd name="T61" fmla="*/ 0 h 330"/>
                    <a:gd name="T62" fmla="*/ 0 w 353"/>
                    <a:gd name="T63" fmla="*/ 0 h 330"/>
                    <a:gd name="T64" fmla="*/ 0 w 353"/>
                    <a:gd name="T65" fmla="*/ 0 h 330"/>
                    <a:gd name="T66" fmla="*/ 0 w 353"/>
                    <a:gd name="T67" fmla="*/ 0 h 330"/>
                    <a:gd name="T68" fmla="*/ 0 w 353"/>
                    <a:gd name="T69" fmla="*/ 0 h 330"/>
                    <a:gd name="T70" fmla="*/ 0 w 353"/>
                    <a:gd name="T71" fmla="*/ 0 h 330"/>
                    <a:gd name="T72" fmla="*/ 0 w 353"/>
                    <a:gd name="T73" fmla="*/ 0 h 330"/>
                    <a:gd name="T74" fmla="*/ 0 w 353"/>
                    <a:gd name="T75" fmla="*/ 0 h 330"/>
                    <a:gd name="T76" fmla="*/ 0 w 353"/>
                    <a:gd name="T77" fmla="*/ 0 h 330"/>
                    <a:gd name="T78" fmla="*/ 0 w 353"/>
                    <a:gd name="T79" fmla="*/ 0 h 330"/>
                    <a:gd name="T80" fmla="*/ 0 w 353"/>
                    <a:gd name="T81" fmla="*/ 0 h 330"/>
                    <a:gd name="T82" fmla="*/ 0 w 353"/>
                    <a:gd name="T83" fmla="*/ 0 h 330"/>
                    <a:gd name="T84" fmla="*/ 0 w 353"/>
                    <a:gd name="T85" fmla="*/ 0 h 330"/>
                    <a:gd name="T86" fmla="*/ 0 w 353"/>
                    <a:gd name="T87" fmla="*/ 0 h 330"/>
                    <a:gd name="T88" fmla="*/ 0 w 353"/>
                    <a:gd name="T89" fmla="*/ 0 h 330"/>
                    <a:gd name="T90" fmla="*/ 0 w 353"/>
                    <a:gd name="T91" fmla="*/ 0 h 330"/>
                    <a:gd name="T92" fmla="*/ 0 w 353"/>
                    <a:gd name="T93" fmla="*/ 0 h 330"/>
                    <a:gd name="T94" fmla="*/ 0 w 353"/>
                    <a:gd name="T95" fmla="*/ 0 h 330"/>
                    <a:gd name="T96" fmla="*/ 0 w 353"/>
                    <a:gd name="T97" fmla="*/ 0 h 330"/>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353"/>
                    <a:gd name="T148" fmla="*/ 0 h 330"/>
                    <a:gd name="T149" fmla="*/ 353 w 353"/>
                    <a:gd name="T150" fmla="*/ 330 h 330"/>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353" h="330">
                      <a:moveTo>
                        <a:pt x="0" y="0"/>
                      </a:moveTo>
                      <a:lnTo>
                        <a:pt x="54" y="7"/>
                      </a:lnTo>
                      <a:lnTo>
                        <a:pt x="106" y="19"/>
                      </a:lnTo>
                      <a:lnTo>
                        <a:pt x="135" y="29"/>
                      </a:lnTo>
                      <a:lnTo>
                        <a:pt x="163" y="41"/>
                      </a:lnTo>
                      <a:lnTo>
                        <a:pt x="191" y="56"/>
                      </a:lnTo>
                      <a:lnTo>
                        <a:pt x="215" y="75"/>
                      </a:lnTo>
                      <a:lnTo>
                        <a:pt x="236" y="94"/>
                      </a:lnTo>
                      <a:lnTo>
                        <a:pt x="253" y="113"/>
                      </a:lnTo>
                      <a:lnTo>
                        <a:pt x="268" y="131"/>
                      </a:lnTo>
                      <a:lnTo>
                        <a:pt x="279" y="145"/>
                      </a:lnTo>
                      <a:lnTo>
                        <a:pt x="298" y="164"/>
                      </a:lnTo>
                      <a:lnTo>
                        <a:pt x="353" y="215"/>
                      </a:lnTo>
                      <a:lnTo>
                        <a:pt x="343" y="227"/>
                      </a:lnTo>
                      <a:lnTo>
                        <a:pt x="333" y="241"/>
                      </a:lnTo>
                      <a:lnTo>
                        <a:pt x="317" y="256"/>
                      </a:lnTo>
                      <a:lnTo>
                        <a:pt x="300" y="274"/>
                      </a:lnTo>
                      <a:lnTo>
                        <a:pt x="279" y="291"/>
                      </a:lnTo>
                      <a:lnTo>
                        <a:pt x="257" y="305"/>
                      </a:lnTo>
                      <a:lnTo>
                        <a:pt x="233" y="317"/>
                      </a:lnTo>
                      <a:lnTo>
                        <a:pt x="212" y="323"/>
                      </a:lnTo>
                      <a:lnTo>
                        <a:pt x="171" y="330"/>
                      </a:lnTo>
                      <a:lnTo>
                        <a:pt x="158" y="325"/>
                      </a:lnTo>
                      <a:lnTo>
                        <a:pt x="157" y="305"/>
                      </a:lnTo>
                      <a:lnTo>
                        <a:pt x="172" y="305"/>
                      </a:lnTo>
                      <a:lnTo>
                        <a:pt x="192" y="299"/>
                      </a:lnTo>
                      <a:lnTo>
                        <a:pt x="221" y="288"/>
                      </a:lnTo>
                      <a:lnTo>
                        <a:pt x="249" y="273"/>
                      </a:lnTo>
                      <a:lnTo>
                        <a:pt x="263" y="260"/>
                      </a:lnTo>
                      <a:lnTo>
                        <a:pt x="285" y="237"/>
                      </a:lnTo>
                      <a:lnTo>
                        <a:pt x="292" y="228"/>
                      </a:lnTo>
                      <a:lnTo>
                        <a:pt x="303" y="209"/>
                      </a:lnTo>
                      <a:lnTo>
                        <a:pt x="296" y="203"/>
                      </a:lnTo>
                      <a:lnTo>
                        <a:pt x="283" y="186"/>
                      </a:lnTo>
                      <a:lnTo>
                        <a:pt x="263" y="164"/>
                      </a:lnTo>
                      <a:lnTo>
                        <a:pt x="246" y="143"/>
                      </a:lnTo>
                      <a:lnTo>
                        <a:pt x="225" y="121"/>
                      </a:lnTo>
                      <a:lnTo>
                        <a:pt x="211" y="107"/>
                      </a:lnTo>
                      <a:lnTo>
                        <a:pt x="195" y="94"/>
                      </a:lnTo>
                      <a:lnTo>
                        <a:pt x="181" y="81"/>
                      </a:lnTo>
                      <a:lnTo>
                        <a:pt x="152" y="60"/>
                      </a:lnTo>
                      <a:lnTo>
                        <a:pt x="139" y="53"/>
                      </a:lnTo>
                      <a:lnTo>
                        <a:pt x="127" y="47"/>
                      </a:lnTo>
                      <a:lnTo>
                        <a:pt x="103" y="40"/>
                      </a:lnTo>
                      <a:lnTo>
                        <a:pt x="82" y="34"/>
                      </a:lnTo>
                      <a:lnTo>
                        <a:pt x="48" y="26"/>
                      </a:lnTo>
                      <a:lnTo>
                        <a:pt x="17" y="19"/>
                      </a:lnTo>
                      <a:lnTo>
                        <a:pt x="0" y="0"/>
                      </a:lnTo>
                      <a:close/>
                    </a:path>
                  </a:pathLst>
                </a:custGeom>
                <a:solidFill>
                  <a:srgbClr val="000000"/>
                </a:solidFill>
                <a:ln w="9525">
                  <a:noFill/>
                  <a:round/>
                  <a:headEnd/>
                  <a:tailEnd/>
                </a:ln>
              </p:spPr>
              <p:txBody>
                <a:bodyPr/>
                <a:lstStyle/>
                <a:p>
                  <a:endParaRPr lang="en-MY"/>
                </a:p>
              </p:txBody>
            </p:sp>
            <p:sp>
              <p:nvSpPr>
                <p:cNvPr id="66725" name="Freeform 46"/>
                <p:cNvSpPr>
                  <a:spLocks/>
                </p:cNvSpPr>
                <p:nvPr/>
              </p:nvSpPr>
              <p:spPr bwMode="auto">
                <a:xfrm>
                  <a:off x="4002" y="3611"/>
                  <a:ext cx="31" cy="42"/>
                </a:xfrm>
                <a:custGeom>
                  <a:avLst/>
                  <a:gdLst>
                    <a:gd name="T0" fmla="*/ 0 w 122"/>
                    <a:gd name="T1" fmla="*/ 0 h 168"/>
                    <a:gd name="T2" fmla="*/ 0 w 122"/>
                    <a:gd name="T3" fmla="*/ 0 h 168"/>
                    <a:gd name="T4" fmla="*/ 0 w 122"/>
                    <a:gd name="T5" fmla="*/ 0 h 168"/>
                    <a:gd name="T6" fmla="*/ 0 w 122"/>
                    <a:gd name="T7" fmla="*/ 0 h 168"/>
                    <a:gd name="T8" fmla="*/ 0 w 122"/>
                    <a:gd name="T9" fmla="*/ 0 h 168"/>
                    <a:gd name="T10" fmla="*/ 0 w 122"/>
                    <a:gd name="T11" fmla="*/ 0 h 168"/>
                    <a:gd name="T12" fmla="*/ 0 w 122"/>
                    <a:gd name="T13" fmla="*/ 0 h 168"/>
                    <a:gd name="T14" fmla="*/ 0 w 122"/>
                    <a:gd name="T15" fmla="*/ 0 h 168"/>
                    <a:gd name="T16" fmla="*/ 0 w 122"/>
                    <a:gd name="T17" fmla="*/ 0 h 168"/>
                    <a:gd name="T18" fmla="*/ 0 w 122"/>
                    <a:gd name="T19" fmla="*/ 0 h 168"/>
                    <a:gd name="T20" fmla="*/ 0 w 122"/>
                    <a:gd name="T21" fmla="*/ 0 h 168"/>
                    <a:gd name="T22" fmla="*/ 0 w 122"/>
                    <a:gd name="T23" fmla="*/ 0 h 168"/>
                    <a:gd name="T24" fmla="*/ 0 w 122"/>
                    <a:gd name="T25" fmla="*/ 0 h 168"/>
                    <a:gd name="T26" fmla="*/ 0 w 122"/>
                    <a:gd name="T27" fmla="*/ 0 h 168"/>
                    <a:gd name="T28" fmla="*/ 0 w 122"/>
                    <a:gd name="T29" fmla="*/ 0 h 168"/>
                    <a:gd name="T30" fmla="*/ 0 w 122"/>
                    <a:gd name="T31" fmla="*/ 0 h 168"/>
                    <a:gd name="T32" fmla="*/ 0 w 122"/>
                    <a:gd name="T33" fmla="*/ 0 h 168"/>
                    <a:gd name="T34" fmla="*/ 0 w 122"/>
                    <a:gd name="T35" fmla="*/ 0 h 168"/>
                    <a:gd name="T36" fmla="*/ 0 w 122"/>
                    <a:gd name="T37" fmla="*/ 0 h 168"/>
                    <a:gd name="T38" fmla="*/ 0 w 122"/>
                    <a:gd name="T39" fmla="*/ 0 h 168"/>
                    <a:gd name="T40" fmla="*/ 0 w 122"/>
                    <a:gd name="T41" fmla="*/ 0 h 168"/>
                    <a:gd name="T42" fmla="*/ 0 w 122"/>
                    <a:gd name="T43" fmla="*/ 0 h 16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22"/>
                    <a:gd name="T67" fmla="*/ 0 h 168"/>
                    <a:gd name="T68" fmla="*/ 122 w 122"/>
                    <a:gd name="T69" fmla="*/ 168 h 168"/>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22" h="168">
                      <a:moveTo>
                        <a:pt x="26" y="0"/>
                      </a:moveTo>
                      <a:lnTo>
                        <a:pt x="24" y="31"/>
                      </a:lnTo>
                      <a:lnTo>
                        <a:pt x="30" y="62"/>
                      </a:lnTo>
                      <a:lnTo>
                        <a:pt x="36" y="78"/>
                      </a:lnTo>
                      <a:lnTo>
                        <a:pt x="47" y="95"/>
                      </a:lnTo>
                      <a:lnTo>
                        <a:pt x="59" y="110"/>
                      </a:lnTo>
                      <a:lnTo>
                        <a:pt x="73" y="120"/>
                      </a:lnTo>
                      <a:lnTo>
                        <a:pt x="85" y="129"/>
                      </a:lnTo>
                      <a:lnTo>
                        <a:pt x="97" y="133"/>
                      </a:lnTo>
                      <a:lnTo>
                        <a:pt x="122" y="141"/>
                      </a:lnTo>
                      <a:lnTo>
                        <a:pt x="119" y="168"/>
                      </a:lnTo>
                      <a:lnTo>
                        <a:pt x="74" y="154"/>
                      </a:lnTo>
                      <a:lnTo>
                        <a:pt x="56" y="145"/>
                      </a:lnTo>
                      <a:lnTo>
                        <a:pt x="38" y="133"/>
                      </a:lnTo>
                      <a:lnTo>
                        <a:pt x="22" y="118"/>
                      </a:lnTo>
                      <a:lnTo>
                        <a:pt x="11" y="99"/>
                      </a:lnTo>
                      <a:lnTo>
                        <a:pt x="0" y="61"/>
                      </a:lnTo>
                      <a:lnTo>
                        <a:pt x="1" y="31"/>
                      </a:lnTo>
                      <a:lnTo>
                        <a:pt x="6" y="12"/>
                      </a:lnTo>
                      <a:lnTo>
                        <a:pt x="9" y="5"/>
                      </a:lnTo>
                      <a:lnTo>
                        <a:pt x="26" y="0"/>
                      </a:lnTo>
                      <a:close/>
                    </a:path>
                  </a:pathLst>
                </a:custGeom>
                <a:solidFill>
                  <a:srgbClr val="000000"/>
                </a:solidFill>
                <a:ln w="9525">
                  <a:noFill/>
                  <a:round/>
                  <a:headEnd/>
                  <a:tailEnd/>
                </a:ln>
              </p:spPr>
              <p:txBody>
                <a:bodyPr/>
                <a:lstStyle/>
                <a:p>
                  <a:endParaRPr lang="en-MY"/>
                </a:p>
              </p:txBody>
            </p:sp>
            <p:sp>
              <p:nvSpPr>
                <p:cNvPr id="66726" name="Freeform 47"/>
                <p:cNvSpPr>
                  <a:spLocks/>
                </p:cNvSpPr>
                <p:nvPr/>
              </p:nvSpPr>
              <p:spPr bwMode="auto">
                <a:xfrm>
                  <a:off x="3916" y="3670"/>
                  <a:ext cx="15" cy="14"/>
                </a:xfrm>
                <a:custGeom>
                  <a:avLst/>
                  <a:gdLst>
                    <a:gd name="T0" fmla="*/ 0 w 62"/>
                    <a:gd name="T1" fmla="*/ 0 h 59"/>
                    <a:gd name="T2" fmla="*/ 0 w 62"/>
                    <a:gd name="T3" fmla="*/ 0 h 59"/>
                    <a:gd name="T4" fmla="*/ 0 w 62"/>
                    <a:gd name="T5" fmla="*/ 0 h 59"/>
                    <a:gd name="T6" fmla="*/ 0 w 62"/>
                    <a:gd name="T7" fmla="*/ 0 h 59"/>
                    <a:gd name="T8" fmla="*/ 0 w 62"/>
                    <a:gd name="T9" fmla="*/ 0 h 59"/>
                    <a:gd name="T10" fmla="*/ 0 w 62"/>
                    <a:gd name="T11" fmla="*/ 0 h 59"/>
                    <a:gd name="T12" fmla="*/ 0 w 62"/>
                    <a:gd name="T13" fmla="*/ 0 h 59"/>
                    <a:gd name="T14" fmla="*/ 0 w 62"/>
                    <a:gd name="T15" fmla="*/ 0 h 59"/>
                    <a:gd name="T16" fmla="*/ 0 w 62"/>
                    <a:gd name="T17" fmla="*/ 0 h 59"/>
                    <a:gd name="T18" fmla="*/ 0 w 62"/>
                    <a:gd name="T19" fmla="*/ 0 h 59"/>
                    <a:gd name="T20" fmla="*/ 0 w 62"/>
                    <a:gd name="T21" fmla="*/ 0 h 59"/>
                    <a:gd name="T22" fmla="*/ 0 w 62"/>
                    <a:gd name="T23" fmla="*/ 0 h 59"/>
                    <a:gd name="T24" fmla="*/ 0 w 62"/>
                    <a:gd name="T25" fmla="*/ 0 h 59"/>
                    <a:gd name="T26" fmla="*/ 0 w 62"/>
                    <a:gd name="T27" fmla="*/ 0 h 59"/>
                    <a:gd name="T28" fmla="*/ 0 w 62"/>
                    <a:gd name="T29" fmla="*/ 0 h 59"/>
                    <a:gd name="T30" fmla="*/ 0 w 62"/>
                    <a:gd name="T31" fmla="*/ 0 h 5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62"/>
                    <a:gd name="T49" fmla="*/ 0 h 59"/>
                    <a:gd name="T50" fmla="*/ 62 w 62"/>
                    <a:gd name="T51" fmla="*/ 59 h 59"/>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62" h="59">
                      <a:moveTo>
                        <a:pt x="0" y="45"/>
                      </a:moveTo>
                      <a:lnTo>
                        <a:pt x="2" y="22"/>
                      </a:lnTo>
                      <a:lnTo>
                        <a:pt x="10" y="7"/>
                      </a:lnTo>
                      <a:lnTo>
                        <a:pt x="16" y="3"/>
                      </a:lnTo>
                      <a:lnTo>
                        <a:pt x="23" y="0"/>
                      </a:lnTo>
                      <a:lnTo>
                        <a:pt x="55" y="6"/>
                      </a:lnTo>
                      <a:lnTo>
                        <a:pt x="62" y="15"/>
                      </a:lnTo>
                      <a:lnTo>
                        <a:pt x="58" y="32"/>
                      </a:lnTo>
                      <a:lnTo>
                        <a:pt x="50" y="46"/>
                      </a:lnTo>
                      <a:lnTo>
                        <a:pt x="41" y="53"/>
                      </a:lnTo>
                      <a:lnTo>
                        <a:pt x="31" y="54"/>
                      </a:lnTo>
                      <a:lnTo>
                        <a:pt x="36" y="23"/>
                      </a:lnTo>
                      <a:lnTo>
                        <a:pt x="16" y="25"/>
                      </a:lnTo>
                      <a:lnTo>
                        <a:pt x="11" y="59"/>
                      </a:lnTo>
                      <a:lnTo>
                        <a:pt x="0" y="45"/>
                      </a:lnTo>
                      <a:close/>
                    </a:path>
                  </a:pathLst>
                </a:custGeom>
                <a:solidFill>
                  <a:srgbClr val="000000"/>
                </a:solidFill>
                <a:ln w="9525">
                  <a:noFill/>
                  <a:round/>
                  <a:headEnd/>
                  <a:tailEnd/>
                </a:ln>
              </p:spPr>
              <p:txBody>
                <a:bodyPr/>
                <a:lstStyle/>
                <a:p>
                  <a:endParaRPr lang="en-MY"/>
                </a:p>
              </p:txBody>
            </p:sp>
            <p:sp>
              <p:nvSpPr>
                <p:cNvPr id="66727" name="Freeform 48"/>
                <p:cNvSpPr>
                  <a:spLocks/>
                </p:cNvSpPr>
                <p:nvPr/>
              </p:nvSpPr>
              <p:spPr bwMode="auto">
                <a:xfrm>
                  <a:off x="3908" y="3683"/>
                  <a:ext cx="120" cy="41"/>
                </a:xfrm>
                <a:custGeom>
                  <a:avLst/>
                  <a:gdLst>
                    <a:gd name="T0" fmla="*/ 0 w 481"/>
                    <a:gd name="T1" fmla="*/ 0 h 166"/>
                    <a:gd name="T2" fmla="*/ 0 w 481"/>
                    <a:gd name="T3" fmla="*/ 0 h 166"/>
                    <a:gd name="T4" fmla="*/ 0 w 481"/>
                    <a:gd name="T5" fmla="*/ 0 h 166"/>
                    <a:gd name="T6" fmla="*/ 0 w 481"/>
                    <a:gd name="T7" fmla="*/ 0 h 166"/>
                    <a:gd name="T8" fmla="*/ 0 w 481"/>
                    <a:gd name="T9" fmla="*/ 0 h 166"/>
                    <a:gd name="T10" fmla="*/ 0 w 481"/>
                    <a:gd name="T11" fmla="*/ 0 h 166"/>
                    <a:gd name="T12" fmla="*/ 0 w 481"/>
                    <a:gd name="T13" fmla="*/ 0 h 166"/>
                    <a:gd name="T14" fmla="*/ 0 w 481"/>
                    <a:gd name="T15" fmla="*/ 0 h 166"/>
                    <a:gd name="T16" fmla="*/ 0 w 481"/>
                    <a:gd name="T17" fmla="*/ 0 h 166"/>
                    <a:gd name="T18" fmla="*/ 0 w 481"/>
                    <a:gd name="T19" fmla="*/ 0 h 166"/>
                    <a:gd name="T20" fmla="*/ 0 w 481"/>
                    <a:gd name="T21" fmla="*/ 0 h 166"/>
                    <a:gd name="T22" fmla="*/ 0 w 481"/>
                    <a:gd name="T23" fmla="*/ 0 h 166"/>
                    <a:gd name="T24" fmla="*/ 0 w 481"/>
                    <a:gd name="T25" fmla="*/ 0 h 166"/>
                    <a:gd name="T26" fmla="*/ 0 w 481"/>
                    <a:gd name="T27" fmla="*/ 0 h 166"/>
                    <a:gd name="T28" fmla="*/ 0 w 481"/>
                    <a:gd name="T29" fmla="*/ 0 h 166"/>
                    <a:gd name="T30" fmla="*/ 0 w 481"/>
                    <a:gd name="T31" fmla="*/ 0 h 166"/>
                    <a:gd name="T32" fmla="*/ 0 w 481"/>
                    <a:gd name="T33" fmla="*/ 0 h 166"/>
                    <a:gd name="T34" fmla="*/ 0 w 481"/>
                    <a:gd name="T35" fmla="*/ 0 h 166"/>
                    <a:gd name="T36" fmla="*/ 0 w 481"/>
                    <a:gd name="T37" fmla="*/ 0 h 166"/>
                    <a:gd name="T38" fmla="*/ 0 w 481"/>
                    <a:gd name="T39" fmla="*/ 0 h 166"/>
                    <a:gd name="T40" fmla="*/ 0 w 481"/>
                    <a:gd name="T41" fmla="*/ 0 h 166"/>
                    <a:gd name="T42" fmla="*/ 0 w 481"/>
                    <a:gd name="T43" fmla="*/ 0 h 166"/>
                    <a:gd name="T44" fmla="*/ 0 w 481"/>
                    <a:gd name="T45" fmla="*/ 0 h 166"/>
                    <a:gd name="T46" fmla="*/ 0 w 481"/>
                    <a:gd name="T47" fmla="*/ 0 h 166"/>
                    <a:gd name="T48" fmla="*/ 0 w 481"/>
                    <a:gd name="T49" fmla="*/ 0 h 166"/>
                    <a:gd name="T50" fmla="*/ 0 w 481"/>
                    <a:gd name="T51" fmla="*/ 0 h 166"/>
                    <a:gd name="T52" fmla="*/ 0 w 481"/>
                    <a:gd name="T53" fmla="*/ 0 h 16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481"/>
                    <a:gd name="T82" fmla="*/ 0 h 166"/>
                    <a:gd name="T83" fmla="*/ 481 w 481"/>
                    <a:gd name="T84" fmla="*/ 166 h 16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481" h="166">
                      <a:moveTo>
                        <a:pt x="0" y="0"/>
                      </a:moveTo>
                      <a:lnTo>
                        <a:pt x="31" y="159"/>
                      </a:lnTo>
                      <a:lnTo>
                        <a:pt x="97" y="166"/>
                      </a:lnTo>
                      <a:lnTo>
                        <a:pt x="198" y="162"/>
                      </a:lnTo>
                      <a:lnTo>
                        <a:pt x="264" y="152"/>
                      </a:lnTo>
                      <a:lnTo>
                        <a:pt x="313" y="133"/>
                      </a:lnTo>
                      <a:lnTo>
                        <a:pt x="352" y="119"/>
                      </a:lnTo>
                      <a:lnTo>
                        <a:pt x="388" y="104"/>
                      </a:lnTo>
                      <a:lnTo>
                        <a:pt x="420" y="88"/>
                      </a:lnTo>
                      <a:lnTo>
                        <a:pt x="446" y="73"/>
                      </a:lnTo>
                      <a:lnTo>
                        <a:pt x="465" y="63"/>
                      </a:lnTo>
                      <a:lnTo>
                        <a:pt x="481" y="52"/>
                      </a:lnTo>
                      <a:lnTo>
                        <a:pt x="461" y="34"/>
                      </a:lnTo>
                      <a:lnTo>
                        <a:pt x="452" y="39"/>
                      </a:lnTo>
                      <a:lnTo>
                        <a:pt x="425" y="51"/>
                      </a:lnTo>
                      <a:lnTo>
                        <a:pt x="408" y="58"/>
                      </a:lnTo>
                      <a:lnTo>
                        <a:pt x="387" y="67"/>
                      </a:lnTo>
                      <a:lnTo>
                        <a:pt x="341" y="85"/>
                      </a:lnTo>
                      <a:lnTo>
                        <a:pt x="293" y="105"/>
                      </a:lnTo>
                      <a:lnTo>
                        <a:pt x="246" y="122"/>
                      </a:lnTo>
                      <a:lnTo>
                        <a:pt x="206" y="134"/>
                      </a:lnTo>
                      <a:lnTo>
                        <a:pt x="159" y="140"/>
                      </a:lnTo>
                      <a:lnTo>
                        <a:pt x="100" y="138"/>
                      </a:lnTo>
                      <a:lnTo>
                        <a:pt x="71" y="131"/>
                      </a:lnTo>
                      <a:lnTo>
                        <a:pt x="21" y="12"/>
                      </a:lnTo>
                      <a:lnTo>
                        <a:pt x="0" y="0"/>
                      </a:lnTo>
                      <a:close/>
                    </a:path>
                  </a:pathLst>
                </a:custGeom>
                <a:solidFill>
                  <a:srgbClr val="000000"/>
                </a:solidFill>
                <a:ln w="9525">
                  <a:noFill/>
                  <a:round/>
                  <a:headEnd/>
                  <a:tailEnd/>
                </a:ln>
              </p:spPr>
              <p:txBody>
                <a:bodyPr/>
                <a:lstStyle/>
                <a:p>
                  <a:endParaRPr lang="en-MY"/>
                </a:p>
              </p:txBody>
            </p:sp>
            <p:sp>
              <p:nvSpPr>
                <p:cNvPr id="66728" name="Freeform 49"/>
                <p:cNvSpPr>
                  <a:spLocks/>
                </p:cNvSpPr>
                <p:nvPr/>
              </p:nvSpPr>
              <p:spPr bwMode="auto">
                <a:xfrm>
                  <a:off x="4005" y="3698"/>
                  <a:ext cx="80" cy="126"/>
                </a:xfrm>
                <a:custGeom>
                  <a:avLst/>
                  <a:gdLst>
                    <a:gd name="T0" fmla="*/ 0 w 318"/>
                    <a:gd name="T1" fmla="*/ 0 h 502"/>
                    <a:gd name="T2" fmla="*/ 0 w 318"/>
                    <a:gd name="T3" fmla="*/ 0 h 502"/>
                    <a:gd name="T4" fmla="*/ 0 w 318"/>
                    <a:gd name="T5" fmla="*/ 0 h 502"/>
                    <a:gd name="T6" fmla="*/ 0 w 318"/>
                    <a:gd name="T7" fmla="*/ 0 h 502"/>
                    <a:gd name="T8" fmla="*/ 0 w 318"/>
                    <a:gd name="T9" fmla="*/ 0 h 502"/>
                    <a:gd name="T10" fmla="*/ 0 w 318"/>
                    <a:gd name="T11" fmla="*/ 0 h 502"/>
                    <a:gd name="T12" fmla="*/ 0 w 318"/>
                    <a:gd name="T13" fmla="*/ 0 h 502"/>
                    <a:gd name="T14" fmla="*/ 0 w 318"/>
                    <a:gd name="T15" fmla="*/ 0 h 502"/>
                    <a:gd name="T16" fmla="*/ 0 w 318"/>
                    <a:gd name="T17" fmla="*/ 0 h 502"/>
                    <a:gd name="T18" fmla="*/ 0 w 318"/>
                    <a:gd name="T19" fmla="*/ 0 h 502"/>
                    <a:gd name="T20" fmla="*/ 0 w 318"/>
                    <a:gd name="T21" fmla="*/ 0 h 502"/>
                    <a:gd name="T22" fmla="*/ 0 w 318"/>
                    <a:gd name="T23" fmla="*/ 0 h 502"/>
                    <a:gd name="T24" fmla="*/ 0 w 318"/>
                    <a:gd name="T25" fmla="*/ 0 h 502"/>
                    <a:gd name="T26" fmla="*/ 0 w 318"/>
                    <a:gd name="T27" fmla="*/ 0 h 502"/>
                    <a:gd name="T28" fmla="*/ 0 w 318"/>
                    <a:gd name="T29" fmla="*/ 0 h 502"/>
                    <a:gd name="T30" fmla="*/ 0 w 318"/>
                    <a:gd name="T31" fmla="*/ 0 h 502"/>
                    <a:gd name="T32" fmla="*/ 0 w 318"/>
                    <a:gd name="T33" fmla="*/ 0 h 502"/>
                    <a:gd name="T34" fmla="*/ 0 w 318"/>
                    <a:gd name="T35" fmla="*/ 0 h 502"/>
                    <a:gd name="T36" fmla="*/ 0 w 318"/>
                    <a:gd name="T37" fmla="*/ 0 h 502"/>
                    <a:gd name="T38" fmla="*/ 0 w 318"/>
                    <a:gd name="T39" fmla="*/ 0 h 502"/>
                    <a:gd name="T40" fmla="*/ 0 w 318"/>
                    <a:gd name="T41" fmla="*/ 0 h 502"/>
                    <a:gd name="T42" fmla="*/ 0 w 318"/>
                    <a:gd name="T43" fmla="*/ 0 h 502"/>
                    <a:gd name="T44" fmla="*/ 0 w 318"/>
                    <a:gd name="T45" fmla="*/ 0 h 502"/>
                    <a:gd name="T46" fmla="*/ 0 w 318"/>
                    <a:gd name="T47" fmla="*/ 0 h 502"/>
                    <a:gd name="T48" fmla="*/ 0 w 318"/>
                    <a:gd name="T49" fmla="*/ 0 h 502"/>
                    <a:gd name="T50" fmla="*/ 0 w 318"/>
                    <a:gd name="T51" fmla="*/ 0 h 502"/>
                    <a:gd name="T52" fmla="*/ 0 w 318"/>
                    <a:gd name="T53" fmla="*/ 0 h 502"/>
                    <a:gd name="T54" fmla="*/ 0 w 318"/>
                    <a:gd name="T55" fmla="*/ 0 h 502"/>
                    <a:gd name="T56" fmla="*/ 0 w 318"/>
                    <a:gd name="T57" fmla="*/ 0 h 502"/>
                    <a:gd name="T58" fmla="*/ 0 w 318"/>
                    <a:gd name="T59" fmla="*/ 0 h 502"/>
                    <a:gd name="T60" fmla="*/ 0 w 318"/>
                    <a:gd name="T61" fmla="*/ 0 h 502"/>
                    <a:gd name="T62" fmla="*/ 0 w 318"/>
                    <a:gd name="T63" fmla="*/ 0 h 502"/>
                    <a:gd name="T64" fmla="*/ 0 w 318"/>
                    <a:gd name="T65" fmla="*/ 0 h 502"/>
                    <a:gd name="T66" fmla="*/ 0 w 318"/>
                    <a:gd name="T67" fmla="*/ 0 h 502"/>
                    <a:gd name="T68" fmla="*/ 0 w 318"/>
                    <a:gd name="T69" fmla="*/ 0 h 502"/>
                    <a:gd name="T70" fmla="*/ 0 w 318"/>
                    <a:gd name="T71" fmla="*/ 0 h 502"/>
                    <a:gd name="T72" fmla="*/ 0 w 318"/>
                    <a:gd name="T73" fmla="*/ 0 h 502"/>
                    <a:gd name="T74" fmla="*/ 0 w 318"/>
                    <a:gd name="T75" fmla="*/ 0 h 502"/>
                    <a:gd name="T76" fmla="*/ 0 w 318"/>
                    <a:gd name="T77" fmla="*/ 0 h 502"/>
                    <a:gd name="T78" fmla="*/ 0 w 318"/>
                    <a:gd name="T79" fmla="*/ 0 h 502"/>
                    <a:gd name="T80" fmla="*/ 0 w 318"/>
                    <a:gd name="T81" fmla="*/ 0 h 502"/>
                    <a:gd name="T82" fmla="*/ 0 w 318"/>
                    <a:gd name="T83" fmla="*/ 0 h 502"/>
                    <a:gd name="T84" fmla="*/ 0 w 318"/>
                    <a:gd name="T85" fmla="*/ 0 h 502"/>
                    <a:gd name="T86" fmla="*/ 0 w 318"/>
                    <a:gd name="T87" fmla="*/ 0 h 502"/>
                    <a:gd name="T88" fmla="*/ 0 w 318"/>
                    <a:gd name="T89" fmla="*/ 0 h 502"/>
                    <a:gd name="T90" fmla="*/ 0 w 318"/>
                    <a:gd name="T91" fmla="*/ 0 h 502"/>
                    <a:gd name="T92" fmla="*/ 0 w 318"/>
                    <a:gd name="T93" fmla="*/ 0 h 502"/>
                    <a:gd name="T94" fmla="*/ 0 w 318"/>
                    <a:gd name="T95" fmla="*/ 0 h 502"/>
                    <a:gd name="T96" fmla="*/ 0 w 318"/>
                    <a:gd name="T97" fmla="*/ 0 h 502"/>
                    <a:gd name="T98" fmla="*/ 0 w 318"/>
                    <a:gd name="T99" fmla="*/ 0 h 502"/>
                    <a:gd name="T100" fmla="*/ 0 w 318"/>
                    <a:gd name="T101" fmla="*/ 0 h 502"/>
                    <a:gd name="T102" fmla="*/ 0 w 318"/>
                    <a:gd name="T103" fmla="*/ 0 h 502"/>
                    <a:gd name="T104" fmla="*/ 0 w 318"/>
                    <a:gd name="T105" fmla="*/ 0 h 502"/>
                    <a:gd name="T106" fmla="*/ 0 w 318"/>
                    <a:gd name="T107" fmla="*/ 0 h 502"/>
                    <a:gd name="T108" fmla="*/ 0 w 318"/>
                    <a:gd name="T109" fmla="*/ 0 h 502"/>
                    <a:gd name="T110" fmla="*/ 0 w 318"/>
                    <a:gd name="T111" fmla="*/ 0 h 502"/>
                    <a:gd name="T112" fmla="*/ 0 w 318"/>
                    <a:gd name="T113" fmla="*/ 0 h 502"/>
                    <a:gd name="T114" fmla="*/ 0 w 318"/>
                    <a:gd name="T115" fmla="*/ 0 h 502"/>
                    <a:gd name="T116" fmla="*/ 0 w 318"/>
                    <a:gd name="T117" fmla="*/ 0 h 502"/>
                    <a:gd name="T118" fmla="*/ 0 w 318"/>
                    <a:gd name="T119" fmla="*/ 0 h 502"/>
                    <a:gd name="T120" fmla="*/ 0 w 318"/>
                    <a:gd name="T121" fmla="*/ 0 h 502"/>
                    <a:gd name="T122" fmla="*/ 0 w 318"/>
                    <a:gd name="T123" fmla="*/ 0 h 502"/>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318"/>
                    <a:gd name="T187" fmla="*/ 0 h 502"/>
                    <a:gd name="T188" fmla="*/ 318 w 318"/>
                    <a:gd name="T189" fmla="*/ 502 h 502"/>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318" h="502">
                      <a:moveTo>
                        <a:pt x="115" y="0"/>
                      </a:moveTo>
                      <a:lnTo>
                        <a:pt x="131" y="13"/>
                      </a:lnTo>
                      <a:lnTo>
                        <a:pt x="149" y="28"/>
                      </a:lnTo>
                      <a:lnTo>
                        <a:pt x="169" y="47"/>
                      </a:lnTo>
                      <a:lnTo>
                        <a:pt x="191" y="70"/>
                      </a:lnTo>
                      <a:lnTo>
                        <a:pt x="202" y="82"/>
                      </a:lnTo>
                      <a:lnTo>
                        <a:pt x="212" y="95"/>
                      </a:lnTo>
                      <a:lnTo>
                        <a:pt x="244" y="149"/>
                      </a:lnTo>
                      <a:lnTo>
                        <a:pt x="255" y="179"/>
                      </a:lnTo>
                      <a:lnTo>
                        <a:pt x="267" y="213"/>
                      </a:lnTo>
                      <a:lnTo>
                        <a:pt x="279" y="250"/>
                      </a:lnTo>
                      <a:lnTo>
                        <a:pt x="291" y="287"/>
                      </a:lnTo>
                      <a:lnTo>
                        <a:pt x="302" y="320"/>
                      </a:lnTo>
                      <a:lnTo>
                        <a:pt x="311" y="347"/>
                      </a:lnTo>
                      <a:lnTo>
                        <a:pt x="318" y="371"/>
                      </a:lnTo>
                      <a:lnTo>
                        <a:pt x="317" y="383"/>
                      </a:lnTo>
                      <a:lnTo>
                        <a:pt x="314" y="397"/>
                      </a:lnTo>
                      <a:lnTo>
                        <a:pt x="305" y="413"/>
                      </a:lnTo>
                      <a:lnTo>
                        <a:pt x="299" y="422"/>
                      </a:lnTo>
                      <a:lnTo>
                        <a:pt x="290" y="432"/>
                      </a:lnTo>
                      <a:lnTo>
                        <a:pt x="280" y="440"/>
                      </a:lnTo>
                      <a:lnTo>
                        <a:pt x="267" y="450"/>
                      </a:lnTo>
                      <a:lnTo>
                        <a:pt x="253" y="460"/>
                      </a:lnTo>
                      <a:lnTo>
                        <a:pt x="235" y="469"/>
                      </a:lnTo>
                      <a:lnTo>
                        <a:pt x="215" y="477"/>
                      </a:lnTo>
                      <a:lnTo>
                        <a:pt x="191" y="485"/>
                      </a:lnTo>
                      <a:lnTo>
                        <a:pt x="167" y="491"/>
                      </a:lnTo>
                      <a:lnTo>
                        <a:pt x="145" y="497"/>
                      </a:lnTo>
                      <a:lnTo>
                        <a:pt x="105" y="502"/>
                      </a:lnTo>
                      <a:lnTo>
                        <a:pt x="45" y="502"/>
                      </a:lnTo>
                      <a:lnTo>
                        <a:pt x="11" y="494"/>
                      </a:lnTo>
                      <a:lnTo>
                        <a:pt x="0" y="488"/>
                      </a:lnTo>
                      <a:lnTo>
                        <a:pt x="3" y="448"/>
                      </a:lnTo>
                      <a:lnTo>
                        <a:pt x="21" y="451"/>
                      </a:lnTo>
                      <a:lnTo>
                        <a:pt x="68" y="457"/>
                      </a:lnTo>
                      <a:lnTo>
                        <a:pt x="133" y="452"/>
                      </a:lnTo>
                      <a:lnTo>
                        <a:pt x="201" y="432"/>
                      </a:lnTo>
                      <a:lnTo>
                        <a:pt x="217" y="423"/>
                      </a:lnTo>
                      <a:lnTo>
                        <a:pt x="231" y="415"/>
                      </a:lnTo>
                      <a:lnTo>
                        <a:pt x="254" y="401"/>
                      </a:lnTo>
                      <a:lnTo>
                        <a:pt x="270" y="389"/>
                      </a:lnTo>
                      <a:lnTo>
                        <a:pt x="281" y="380"/>
                      </a:lnTo>
                      <a:lnTo>
                        <a:pt x="293" y="360"/>
                      </a:lnTo>
                      <a:lnTo>
                        <a:pt x="284" y="328"/>
                      </a:lnTo>
                      <a:lnTo>
                        <a:pt x="275" y="295"/>
                      </a:lnTo>
                      <a:lnTo>
                        <a:pt x="268" y="276"/>
                      </a:lnTo>
                      <a:lnTo>
                        <a:pt x="261" y="256"/>
                      </a:lnTo>
                      <a:lnTo>
                        <a:pt x="253" y="234"/>
                      </a:lnTo>
                      <a:lnTo>
                        <a:pt x="245" y="212"/>
                      </a:lnTo>
                      <a:lnTo>
                        <a:pt x="236" y="191"/>
                      </a:lnTo>
                      <a:lnTo>
                        <a:pt x="226" y="170"/>
                      </a:lnTo>
                      <a:lnTo>
                        <a:pt x="216" y="150"/>
                      </a:lnTo>
                      <a:lnTo>
                        <a:pt x="205" y="133"/>
                      </a:lnTo>
                      <a:lnTo>
                        <a:pt x="184" y="104"/>
                      </a:lnTo>
                      <a:lnTo>
                        <a:pt x="174" y="93"/>
                      </a:lnTo>
                      <a:lnTo>
                        <a:pt x="155" y="72"/>
                      </a:lnTo>
                      <a:lnTo>
                        <a:pt x="138" y="57"/>
                      </a:lnTo>
                      <a:lnTo>
                        <a:pt x="121" y="40"/>
                      </a:lnTo>
                      <a:lnTo>
                        <a:pt x="113" y="31"/>
                      </a:lnTo>
                      <a:lnTo>
                        <a:pt x="102" y="21"/>
                      </a:lnTo>
                      <a:lnTo>
                        <a:pt x="115" y="0"/>
                      </a:lnTo>
                      <a:close/>
                    </a:path>
                  </a:pathLst>
                </a:custGeom>
                <a:solidFill>
                  <a:srgbClr val="000000"/>
                </a:solidFill>
                <a:ln w="9525">
                  <a:noFill/>
                  <a:round/>
                  <a:headEnd/>
                  <a:tailEnd/>
                </a:ln>
              </p:spPr>
              <p:txBody>
                <a:bodyPr/>
                <a:lstStyle/>
                <a:p>
                  <a:endParaRPr lang="en-MY"/>
                </a:p>
              </p:txBody>
            </p:sp>
            <p:sp>
              <p:nvSpPr>
                <p:cNvPr id="66729" name="Freeform 50"/>
                <p:cNvSpPr>
                  <a:spLocks/>
                </p:cNvSpPr>
                <p:nvPr/>
              </p:nvSpPr>
              <p:spPr bwMode="auto">
                <a:xfrm>
                  <a:off x="3912" y="3732"/>
                  <a:ext cx="87" cy="108"/>
                </a:xfrm>
                <a:custGeom>
                  <a:avLst/>
                  <a:gdLst>
                    <a:gd name="T0" fmla="*/ 0 w 349"/>
                    <a:gd name="T1" fmla="*/ 0 h 433"/>
                    <a:gd name="T2" fmla="*/ 0 w 349"/>
                    <a:gd name="T3" fmla="*/ 0 h 433"/>
                    <a:gd name="T4" fmla="*/ 0 w 349"/>
                    <a:gd name="T5" fmla="*/ 0 h 433"/>
                    <a:gd name="T6" fmla="*/ 0 w 349"/>
                    <a:gd name="T7" fmla="*/ 0 h 433"/>
                    <a:gd name="T8" fmla="*/ 0 w 349"/>
                    <a:gd name="T9" fmla="*/ 0 h 433"/>
                    <a:gd name="T10" fmla="*/ 0 w 349"/>
                    <a:gd name="T11" fmla="*/ 0 h 433"/>
                    <a:gd name="T12" fmla="*/ 0 w 349"/>
                    <a:gd name="T13" fmla="*/ 0 h 433"/>
                    <a:gd name="T14" fmla="*/ 0 w 349"/>
                    <a:gd name="T15" fmla="*/ 0 h 433"/>
                    <a:gd name="T16" fmla="*/ 0 w 349"/>
                    <a:gd name="T17" fmla="*/ 0 h 433"/>
                    <a:gd name="T18" fmla="*/ 0 w 349"/>
                    <a:gd name="T19" fmla="*/ 0 h 433"/>
                    <a:gd name="T20" fmla="*/ 0 w 349"/>
                    <a:gd name="T21" fmla="*/ 0 h 433"/>
                    <a:gd name="T22" fmla="*/ 0 w 349"/>
                    <a:gd name="T23" fmla="*/ 0 h 433"/>
                    <a:gd name="T24" fmla="*/ 0 w 349"/>
                    <a:gd name="T25" fmla="*/ 0 h 433"/>
                    <a:gd name="T26" fmla="*/ 0 w 349"/>
                    <a:gd name="T27" fmla="*/ 0 h 433"/>
                    <a:gd name="T28" fmla="*/ 0 w 349"/>
                    <a:gd name="T29" fmla="*/ 0 h 433"/>
                    <a:gd name="T30" fmla="*/ 0 w 349"/>
                    <a:gd name="T31" fmla="*/ 0 h 433"/>
                    <a:gd name="T32" fmla="*/ 0 w 349"/>
                    <a:gd name="T33" fmla="*/ 0 h 433"/>
                    <a:gd name="T34" fmla="*/ 0 w 349"/>
                    <a:gd name="T35" fmla="*/ 0 h 433"/>
                    <a:gd name="T36" fmla="*/ 0 w 349"/>
                    <a:gd name="T37" fmla="*/ 0 h 433"/>
                    <a:gd name="T38" fmla="*/ 0 w 349"/>
                    <a:gd name="T39" fmla="*/ 0 h 433"/>
                    <a:gd name="T40" fmla="*/ 0 w 349"/>
                    <a:gd name="T41" fmla="*/ 0 h 433"/>
                    <a:gd name="T42" fmla="*/ 0 w 349"/>
                    <a:gd name="T43" fmla="*/ 0 h 433"/>
                    <a:gd name="T44" fmla="*/ 0 w 349"/>
                    <a:gd name="T45" fmla="*/ 0 h 433"/>
                    <a:gd name="T46" fmla="*/ 0 w 349"/>
                    <a:gd name="T47" fmla="*/ 0 h 433"/>
                    <a:gd name="T48" fmla="*/ 0 w 349"/>
                    <a:gd name="T49" fmla="*/ 0 h 433"/>
                    <a:gd name="T50" fmla="*/ 0 w 349"/>
                    <a:gd name="T51" fmla="*/ 0 h 433"/>
                    <a:gd name="T52" fmla="*/ 0 w 349"/>
                    <a:gd name="T53" fmla="*/ 0 h 433"/>
                    <a:gd name="T54" fmla="*/ 0 w 349"/>
                    <a:gd name="T55" fmla="*/ 0 h 433"/>
                    <a:gd name="T56" fmla="*/ 0 w 349"/>
                    <a:gd name="T57" fmla="*/ 0 h 433"/>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349"/>
                    <a:gd name="T88" fmla="*/ 0 h 433"/>
                    <a:gd name="T89" fmla="*/ 349 w 349"/>
                    <a:gd name="T90" fmla="*/ 433 h 433"/>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349" h="433">
                      <a:moveTo>
                        <a:pt x="33" y="0"/>
                      </a:moveTo>
                      <a:lnTo>
                        <a:pt x="59" y="89"/>
                      </a:lnTo>
                      <a:lnTo>
                        <a:pt x="0" y="369"/>
                      </a:lnTo>
                      <a:lnTo>
                        <a:pt x="19" y="366"/>
                      </a:lnTo>
                      <a:lnTo>
                        <a:pt x="64" y="362"/>
                      </a:lnTo>
                      <a:lnTo>
                        <a:pt x="122" y="362"/>
                      </a:lnTo>
                      <a:lnTo>
                        <a:pt x="178" y="371"/>
                      </a:lnTo>
                      <a:lnTo>
                        <a:pt x="203" y="380"/>
                      </a:lnTo>
                      <a:lnTo>
                        <a:pt x="226" y="391"/>
                      </a:lnTo>
                      <a:lnTo>
                        <a:pt x="248" y="402"/>
                      </a:lnTo>
                      <a:lnTo>
                        <a:pt x="268" y="412"/>
                      </a:lnTo>
                      <a:lnTo>
                        <a:pt x="284" y="420"/>
                      </a:lnTo>
                      <a:lnTo>
                        <a:pt x="297" y="428"/>
                      </a:lnTo>
                      <a:lnTo>
                        <a:pt x="307" y="433"/>
                      </a:lnTo>
                      <a:lnTo>
                        <a:pt x="349" y="356"/>
                      </a:lnTo>
                      <a:lnTo>
                        <a:pt x="331" y="337"/>
                      </a:lnTo>
                      <a:lnTo>
                        <a:pt x="294" y="393"/>
                      </a:lnTo>
                      <a:lnTo>
                        <a:pt x="273" y="383"/>
                      </a:lnTo>
                      <a:lnTo>
                        <a:pt x="251" y="375"/>
                      </a:lnTo>
                      <a:lnTo>
                        <a:pt x="224" y="364"/>
                      </a:lnTo>
                      <a:lnTo>
                        <a:pt x="195" y="353"/>
                      </a:lnTo>
                      <a:lnTo>
                        <a:pt x="167" y="342"/>
                      </a:lnTo>
                      <a:lnTo>
                        <a:pt x="122" y="331"/>
                      </a:lnTo>
                      <a:lnTo>
                        <a:pt x="61" y="331"/>
                      </a:lnTo>
                      <a:lnTo>
                        <a:pt x="35" y="336"/>
                      </a:lnTo>
                      <a:lnTo>
                        <a:pt x="99" y="84"/>
                      </a:lnTo>
                      <a:lnTo>
                        <a:pt x="56" y="1"/>
                      </a:lnTo>
                      <a:lnTo>
                        <a:pt x="33" y="0"/>
                      </a:lnTo>
                      <a:close/>
                    </a:path>
                  </a:pathLst>
                </a:custGeom>
                <a:solidFill>
                  <a:srgbClr val="000000"/>
                </a:solidFill>
                <a:ln w="9525">
                  <a:noFill/>
                  <a:round/>
                  <a:headEnd/>
                  <a:tailEnd/>
                </a:ln>
              </p:spPr>
              <p:txBody>
                <a:bodyPr/>
                <a:lstStyle/>
                <a:p>
                  <a:endParaRPr lang="en-MY"/>
                </a:p>
              </p:txBody>
            </p:sp>
            <p:sp>
              <p:nvSpPr>
                <p:cNvPr id="66730" name="Freeform 51"/>
                <p:cNvSpPr>
                  <a:spLocks/>
                </p:cNvSpPr>
                <p:nvPr/>
              </p:nvSpPr>
              <p:spPr bwMode="auto">
                <a:xfrm>
                  <a:off x="3967" y="3744"/>
                  <a:ext cx="30" cy="51"/>
                </a:xfrm>
                <a:custGeom>
                  <a:avLst/>
                  <a:gdLst>
                    <a:gd name="T0" fmla="*/ 0 w 122"/>
                    <a:gd name="T1" fmla="*/ 0 h 206"/>
                    <a:gd name="T2" fmla="*/ 0 w 122"/>
                    <a:gd name="T3" fmla="*/ 0 h 206"/>
                    <a:gd name="T4" fmla="*/ 0 w 122"/>
                    <a:gd name="T5" fmla="*/ 0 h 206"/>
                    <a:gd name="T6" fmla="*/ 0 w 122"/>
                    <a:gd name="T7" fmla="*/ 0 h 206"/>
                    <a:gd name="T8" fmla="*/ 0 w 122"/>
                    <a:gd name="T9" fmla="*/ 0 h 206"/>
                    <a:gd name="T10" fmla="*/ 0 w 122"/>
                    <a:gd name="T11" fmla="*/ 0 h 206"/>
                    <a:gd name="T12" fmla="*/ 0 w 122"/>
                    <a:gd name="T13" fmla="*/ 0 h 206"/>
                    <a:gd name="T14" fmla="*/ 0 w 122"/>
                    <a:gd name="T15" fmla="*/ 0 h 206"/>
                    <a:gd name="T16" fmla="*/ 0 w 122"/>
                    <a:gd name="T17" fmla="*/ 0 h 206"/>
                    <a:gd name="T18" fmla="*/ 0 w 122"/>
                    <a:gd name="T19" fmla="*/ 0 h 206"/>
                    <a:gd name="T20" fmla="*/ 0 w 122"/>
                    <a:gd name="T21" fmla="*/ 0 h 206"/>
                    <a:gd name="T22" fmla="*/ 0 w 122"/>
                    <a:gd name="T23" fmla="*/ 0 h 206"/>
                    <a:gd name="T24" fmla="*/ 0 w 122"/>
                    <a:gd name="T25" fmla="*/ 0 h 206"/>
                    <a:gd name="T26" fmla="*/ 0 w 122"/>
                    <a:gd name="T27" fmla="*/ 0 h 206"/>
                    <a:gd name="T28" fmla="*/ 0 w 122"/>
                    <a:gd name="T29" fmla="*/ 0 h 206"/>
                    <a:gd name="T30" fmla="*/ 0 w 122"/>
                    <a:gd name="T31" fmla="*/ 0 h 206"/>
                    <a:gd name="T32" fmla="*/ 0 w 122"/>
                    <a:gd name="T33" fmla="*/ 0 h 206"/>
                    <a:gd name="T34" fmla="*/ 0 w 122"/>
                    <a:gd name="T35" fmla="*/ 0 h 20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22"/>
                    <a:gd name="T55" fmla="*/ 0 h 206"/>
                    <a:gd name="T56" fmla="*/ 122 w 122"/>
                    <a:gd name="T57" fmla="*/ 206 h 20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22" h="206">
                      <a:moveTo>
                        <a:pt x="0" y="0"/>
                      </a:moveTo>
                      <a:lnTo>
                        <a:pt x="11" y="57"/>
                      </a:lnTo>
                      <a:lnTo>
                        <a:pt x="27" y="107"/>
                      </a:lnTo>
                      <a:lnTo>
                        <a:pt x="37" y="130"/>
                      </a:lnTo>
                      <a:lnTo>
                        <a:pt x="48" y="149"/>
                      </a:lnTo>
                      <a:lnTo>
                        <a:pt x="59" y="165"/>
                      </a:lnTo>
                      <a:lnTo>
                        <a:pt x="71" y="177"/>
                      </a:lnTo>
                      <a:lnTo>
                        <a:pt x="90" y="194"/>
                      </a:lnTo>
                      <a:lnTo>
                        <a:pt x="107" y="206"/>
                      </a:lnTo>
                      <a:lnTo>
                        <a:pt x="122" y="193"/>
                      </a:lnTo>
                      <a:lnTo>
                        <a:pt x="104" y="180"/>
                      </a:lnTo>
                      <a:lnTo>
                        <a:pt x="93" y="171"/>
                      </a:lnTo>
                      <a:lnTo>
                        <a:pt x="49" y="108"/>
                      </a:lnTo>
                      <a:lnTo>
                        <a:pt x="36" y="70"/>
                      </a:lnTo>
                      <a:lnTo>
                        <a:pt x="25" y="36"/>
                      </a:lnTo>
                      <a:lnTo>
                        <a:pt x="16" y="2"/>
                      </a:lnTo>
                      <a:lnTo>
                        <a:pt x="0" y="0"/>
                      </a:lnTo>
                      <a:close/>
                    </a:path>
                  </a:pathLst>
                </a:custGeom>
                <a:solidFill>
                  <a:srgbClr val="000000"/>
                </a:solidFill>
                <a:ln w="9525">
                  <a:noFill/>
                  <a:round/>
                  <a:headEnd/>
                  <a:tailEnd/>
                </a:ln>
              </p:spPr>
              <p:txBody>
                <a:bodyPr/>
                <a:lstStyle/>
                <a:p>
                  <a:endParaRPr lang="en-MY"/>
                </a:p>
              </p:txBody>
            </p:sp>
            <p:sp>
              <p:nvSpPr>
                <p:cNvPr id="66731" name="Freeform 52"/>
                <p:cNvSpPr>
                  <a:spLocks/>
                </p:cNvSpPr>
                <p:nvPr/>
              </p:nvSpPr>
              <p:spPr bwMode="auto">
                <a:xfrm>
                  <a:off x="4067" y="3805"/>
                  <a:ext cx="41" cy="151"/>
                </a:xfrm>
                <a:custGeom>
                  <a:avLst/>
                  <a:gdLst>
                    <a:gd name="T0" fmla="*/ 0 w 164"/>
                    <a:gd name="T1" fmla="*/ 0 h 603"/>
                    <a:gd name="T2" fmla="*/ 0 w 164"/>
                    <a:gd name="T3" fmla="*/ 0 h 603"/>
                    <a:gd name="T4" fmla="*/ 0 w 164"/>
                    <a:gd name="T5" fmla="*/ 0 h 603"/>
                    <a:gd name="T6" fmla="*/ 0 w 164"/>
                    <a:gd name="T7" fmla="*/ 0 h 603"/>
                    <a:gd name="T8" fmla="*/ 0 w 164"/>
                    <a:gd name="T9" fmla="*/ 0 h 603"/>
                    <a:gd name="T10" fmla="*/ 0 w 164"/>
                    <a:gd name="T11" fmla="*/ 0 h 603"/>
                    <a:gd name="T12" fmla="*/ 0 w 164"/>
                    <a:gd name="T13" fmla="*/ 0 h 603"/>
                    <a:gd name="T14" fmla="*/ 0 w 164"/>
                    <a:gd name="T15" fmla="*/ 0 h 603"/>
                    <a:gd name="T16" fmla="*/ 0 w 164"/>
                    <a:gd name="T17" fmla="*/ 0 h 603"/>
                    <a:gd name="T18" fmla="*/ 0 w 164"/>
                    <a:gd name="T19" fmla="*/ 0 h 603"/>
                    <a:gd name="T20" fmla="*/ 0 w 164"/>
                    <a:gd name="T21" fmla="*/ 0 h 603"/>
                    <a:gd name="T22" fmla="*/ 0 w 164"/>
                    <a:gd name="T23" fmla="*/ 0 h 603"/>
                    <a:gd name="T24" fmla="*/ 0 w 164"/>
                    <a:gd name="T25" fmla="*/ 0 h 603"/>
                    <a:gd name="T26" fmla="*/ 0 w 164"/>
                    <a:gd name="T27" fmla="*/ 0 h 603"/>
                    <a:gd name="T28" fmla="*/ 0 w 164"/>
                    <a:gd name="T29" fmla="*/ 0 h 603"/>
                    <a:gd name="T30" fmla="*/ 0 w 164"/>
                    <a:gd name="T31" fmla="*/ 0 h 603"/>
                    <a:gd name="T32" fmla="*/ 0 w 164"/>
                    <a:gd name="T33" fmla="*/ 0 h 603"/>
                    <a:gd name="T34" fmla="*/ 0 w 164"/>
                    <a:gd name="T35" fmla="*/ 0 h 603"/>
                    <a:gd name="T36" fmla="*/ 0 w 164"/>
                    <a:gd name="T37" fmla="*/ 0 h 603"/>
                    <a:gd name="T38" fmla="*/ 0 w 164"/>
                    <a:gd name="T39" fmla="*/ 0 h 603"/>
                    <a:gd name="T40" fmla="*/ 0 w 164"/>
                    <a:gd name="T41" fmla="*/ 0 h 603"/>
                    <a:gd name="T42" fmla="*/ 0 w 164"/>
                    <a:gd name="T43" fmla="*/ 0 h 603"/>
                    <a:gd name="T44" fmla="*/ 0 w 164"/>
                    <a:gd name="T45" fmla="*/ 0 h 603"/>
                    <a:gd name="T46" fmla="*/ 0 w 164"/>
                    <a:gd name="T47" fmla="*/ 0 h 603"/>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164"/>
                    <a:gd name="T73" fmla="*/ 0 h 603"/>
                    <a:gd name="T74" fmla="*/ 164 w 164"/>
                    <a:gd name="T75" fmla="*/ 603 h 603"/>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164" h="603">
                      <a:moveTo>
                        <a:pt x="32" y="0"/>
                      </a:moveTo>
                      <a:lnTo>
                        <a:pt x="60" y="166"/>
                      </a:lnTo>
                      <a:lnTo>
                        <a:pt x="74" y="187"/>
                      </a:lnTo>
                      <a:lnTo>
                        <a:pt x="88" y="210"/>
                      </a:lnTo>
                      <a:lnTo>
                        <a:pt x="105" y="239"/>
                      </a:lnTo>
                      <a:lnTo>
                        <a:pt x="123" y="272"/>
                      </a:lnTo>
                      <a:lnTo>
                        <a:pt x="140" y="305"/>
                      </a:lnTo>
                      <a:lnTo>
                        <a:pt x="161" y="373"/>
                      </a:lnTo>
                      <a:lnTo>
                        <a:pt x="164" y="444"/>
                      </a:lnTo>
                      <a:lnTo>
                        <a:pt x="162" y="519"/>
                      </a:lnTo>
                      <a:lnTo>
                        <a:pt x="154" y="603"/>
                      </a:lnTo>
                      <a:lnTo>
                        <a:pt x="139" y="583"/>
                      </a:lnTo>
                      <a:lnTo>
                        <a:pt x="137" y="462"/>
                      </a:lnTo>
                      <a:lnTo>
                        <a:pt x="128" y="367"/>
                      </a:lnTo>
                      <a:lnTo>
                        <a:pt x="118" y="326"/>
                      </a:lnTo>
                      <a:lnTo>
                        <a:pt x="105" y="297"/>
                      </a:lnTo>
                      <a:lnTo>
                        <a:pt x="90" y="273"/>
                      </a:lnTo>
                      <a:lnTo>
                        <a:pt x="77" y="251"/>
                      </a:lnTo>
                      <a:lnTo>
                        <a:pt x="55" y="212"/>
                      </a:lnTo>
                      <a:lnTo>
                        <a:pt x="40" y="183"/>
                      </a:lnTo>
                      <a:lnTo>
                        <a:pt x="34" y="172"/>
                      </a:lnTo>
                      <a:lnTo>
                        <a:pt x="0" y="18"/>
                      </a:lnTo>
                      <a:lnTo>
                        <a:pt x="32" y="0"/>
                      </a:lnTo>
                      <a:close/>
                    </a:path>
                  </a:pathLst>
                </a:custGeom>
                <a:solidFill>
                  <a:srgbClr val="000000"/>
                </a:solidFill>
                <a:ln w="9525">
                  <a:noFill/>
                  <a:round/>
                  <a:headEnd/>
                  <a:tailEnd/>
                </a:ln>
              </p:spPr>
              <p:txBody>
                <a:bodyPr/>
                <a:lstStyle/>
                <a:p>
                  <a:endParaRPr lang="en-MY"/>
                </a:p>
              </p:txBody>
            </p:sp>
            <p:sp>
              <p:nvSpPr>
                <p:cNvPr id="66732" name="Freeform 53"/>
                <p:cNvSpPr>
                  <a:spLocks/>
                </p:cNvSpPr>
                <p:nvPr/>
              </p:nvSpPr>
              <p:spPr bwMode="auto">
                <a:xfrm>
                  <a:off x="4024" y="3821"/>
                  <a:ext cx="39" cy="59"/>
                </a:xfrm>
                <a:custGeom>
                  <a:avLst/>
                  <a:gdLst>
                    <a:gd name="T0" fmla="*/ 0 w 154"/>
                    <a:gd name="T1" fmla="*/ 0 h 237"/>
                    <a:gd name="T2" fmla="*/ 0 w 154"/>
                    <a:gd name="T3" fmla="*/ 0 h 237"/>
                    <a:gd name="T4" fmla="*/ 0 w 154"/>
                    <a:gd name="T5" fmla="*/ 0 h 237"/>
                    <a:gd name="T6" fmla="*/ 0 w 154"/>
                    <a:gd name="T7" fmla="*/ 0 h 237"/>
                    <a:gd name="T8" fmla="*/ 0 w 154"/>
                    <a:gd name="T9" fmla="*/ 0 h 237"/>
                    <a:gd name="T10" fmla="*/ 0 w 154"/>
                    <a:gd name="T11" fmla="*/ 0 h 237"/>
                    <a:gd name="T12" fmla="*/ 0 w 154"/>
                    <a:gd name="T13" fmla="*/ 0 h 237"/>
                    <a:gd name="T14" fmla="*/ 0 w 154"/>
                    <a:gd name="T15" fmla="*/ 0 h 237"/>
                    <a:gd name="T16" fmla="*/ 0 w 154"/>
                    <a:gd name="T17" fmla="*/ 0 h 237"/>
                    <a:gd name="T18" fmla="*/ 0 w 154"/>
                    <a:gd name="T19" fmla="*/ 0 h 237"/>
                    <a:gd name="T20" fmla="*/ 0 w 154"/>
                    <a:gd name="T21" fmla="*/ 0 h 237"/>
                    <a:gd name="T22" fmla="*/ 0 w 154"/>
                    <a:gd name="T23" fmla="*/ 0 h 237"/>
                    <a:gd name="T24" fmla="*/ 0 w 154"/>
                    <a:gd name="T25" fmla="*/ 0 h 237"/>
                    <a:gd name="T26" fmla="*/ 0 w 154"/>
                    <a:gd name="T27" fmla="*/ 0 h 237"/>
                    <a:gd name="T28" fmla="*/ 0 w 154"/>
                    <a:gd name="T29" fmla="*/ 0 h 237"/>
                    <a:gd name="T30" fmla="*/ 0 w 154"/>
                    <a:gd name="T31" fmla="*/ 0 h 237"/>
                    <a:gd name="T32" fmla="*/ 0 w 154"/>
                    <a:gd name="T33" fmla="*/ 0 h 237"/>
                    <a:gd name="T34" fmla="*/ 0 w 154"/>
                    <a:gd name="T35" fmla="*/ 0 h 237"/>
                    <a:gd name="T36" fmla="*/ 0 w 154"/>
                    <a:gd name="T37" fmla="*/ 0 h 237"/>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54"/>
                    <a:gd name="T58" fmla="*/ 0 h 237"/>
                    <a:gd name="T59" fmla="*/ 154 w 154"/>
                    <a:gd name="T60" fmla="*/ 237 h 237"/>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54" h="237">
                      <a:moveTo>
                        <a:pt x="0" y="8"/>
                      </a:moveTo>
                      <a:lnTo>
                        <a:pt x="46" y="96"/>
                      </a:lnTo>
                      <a:lnTo>
                        <a:pt x="50" y="111"/>
                      </a:lnTo>
                      <a:lnTo>
                        <a:pt x="61" y="147"/>
                      </a:lnTo>
                      <a:lnTo>
                        <a:pt x="70" y="166"/>
                      </a:lnTo>
                      <a:lnTo>
                        <a:pt x="79" y="187"/>
                      </a:lnTo>
                      <a:lnTo>
                        <a:pt x="89" y="204"/>
                      </a:lnTo>
                      <a:lnTo>
                        <a:pt x="99" y="216"/>
                      </a:lnTo>
                      <a:lnTo>
                        <a:pt x="117" y="231"/>
                      </a:lnTo>
                      <a:lnTo>
                        <a:pt x="136" y="237"/>
                      </a:lnTo>
                      <a:lnTo>
                        <a:pt x="152" y="236"/>
                      </a:lnTo>
                      <a:lnTo>
                        <a:pt x="154" y="215"/>
                      </a:lnTo>
                      <a:lnTo>
                        <a:pt x="125" y="204"/>
                      </a:lnTo>
                      <a:lnTo>
                        <a:pt x="103" y="189"/>
                      </a:lnTo>
                      <a:lnTo>
                        <a:pt x="87" y="164"/>
                      </a:lnTo>
                      <a:lnTo>
                        <a:pt x="71" y="78"/>
                      </a:lnTo>
                      <a:lnTo>
                        <a:pt x="25" y="0"/>
                      </a:lnTo>
                      <a:lnTo>
                        <a:pt x="0" y="8"/>
                      </a:lnTo>
                      <a:close/>
                    </a:path>
                  </a:pathLst>
                </a:custGeom>
                <a:solidFill>
                  <a:srgbClr val="000000"/>
                </a:solidFill>
                <a:ln w="9525">
                  <a:noFill/>
                  <a:round/>
                  <a:headEnd/>
                  <a:tailEnd/>
                </a:ln>
              </p:spPr>
              <p:txBody>
                <a:bodyPr/>
                <a:lstStyle/>
                <a:p>
                  <a:endParaRPr lang="en-MY"/>
                </a:p>
              </p:txBody>
            </p:sp>
            <p:sp>
              <p:nvSpPr>
                <p:cNvPr id="66733" name="Freeform 54"/>
                <p:cNvSpPr>
                  <a:spLocks/>
                </p:cNvSpPr>
                <p:nvPr/>
              </p:nvSpPr>
              <p:spPr bwMode="auto">
                <a:xfrm>
                  <a:off x="4056" y="3881"/>
                  <a:ext cx="25" cy="99"/>
                </a:xfrm>
                <a:custGeom>
                  <a:avLst/>
                  <a:gdLst>
                    <a:gd name="T0" fmla="*/ 0 w 103"/>
                    <a:gd name="T1" fmla="*/ 0 h 396"/>
                    <a:gd name="T2" fmla="*/ 0 w 103"/>
                    <a:gd name="T3" fmla="*/ 0 h 396"/>
                    <a:gd name="T4" fmla="*/ 0 w 103"/>
                    <a:gd name="T5" fmla="*/ 0 h 396"/>
                    <a:gd name="T6" fmla="*/ 0 w 103"/>
                    <a:gd name="T7" fmla="*/ 0 h 396"/>
                    <a:gd name="T8" fmla="*/ 0 w 103"/>
                    <a:gd name="T9" fmla="*/ 0 h 396"/>
                    <a:gd name="T10" fmla="*/ 0 w 103"/>
                    <a:gd name="T11" fmla="*/ 0 h 396"/>
                    <a:gd name="T12" fmla="*/ 0 w 103"/>
                    <a:gd name="T13" fmla="*/ 0 h 396"/>
                    <a:gd name="T14" fmla="*/ 0 w 103"/>
                    <a:gd name="T15" fmla="*/ 0 h 396"/>
                    <a:gd name="T16" fmla="*/ 0 w 103"/>
                    <a:gd name="T17" fmla="*/ 0 h 396"/>
                    <a:gd name="T18" fmla="*/ 0 w 103"/>
                    <a:gd name="T19" fmla="*/ 0 h 396"/>
                    <a:gd name="T20" fmla="*/ 0 w 103"/>
                    <a:gd name="T21" fmla="*/ 0 h 396"/>
                    <a:gd name="T22" fmla="*/ 0 w 103"/>
                    <a:gd name="T23" fmla="*/ 0 h 396"/>
                    <a:gd name="T24" fmla="*/ 0 w 103"/>
                    <a:gd name="T25" fmla="*/ 0 h 396"/>
                    <a:gd name="T26" fmla="*/ 0 w 103"/>
                    <a:gd name="T27" fmla="*/ 0 h 396"/>
                    <a:gd name="T28" fmla="*/ 0 w 103"/>
                    <a:gd name="T29" fmla="*/ 0 h 396"/>
                    <a:gd name="T30" fmla="*/ 0 w 103"/>
                    <a:gd name="T31" fmla="*/ 0 h 396"/>
                    <a:gd name="T32" fmla="*/ 0 w 103"/>
                    <a:gd name="T33" fmla="*/ 0 h 396"/>
                    <a:gd name="T34" fmla="*/ 0 w 103"/>
                    <a:gd name="T35" fmla="*/ 0 h 396"/>
                    <a:gd name="T36" fmla="*/ 0 w 103"/>
                    <a:gd name="T37" fmla="*/ 0 h 396"/>
                    <a:gd name="T38" fmla="*/ 0 w 103"/>
                    <a:gd name="T39" fmla="*/ 0 h 396"/>
                    <a:gd name="T40" fmla="*/ 0 w 103"/>
                    <a:gd name="T41" fmla="*/ 0 h 396"/>
                    <a:gd name="T42" fmla="*/ 0 w 103"/>
                    <a:gd name="T43" fmla="*/ 0 h 39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103"/>
                    <a:gd name="T67" fmla="*/ 0 h 396"/>
                    <a:gd name="T68" fmla="*/ 103 w 103"/>
                    <a:gd name="T69" fmla="*/ 396 h 39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103" h="396">
                      <a:moveTo>
                        <a:pt x="0" y="0"/>
                      </a:moveTo>
                      <a:lnTo>
                        <a:pt x="2" y="49"/>
                      </a:lnTo>
                      <a:lnTo>
                        <a:pt x="12" y="135"/>
                      </a:lnTo>
                      <a:lnTo>
                        <a:pt x="26" y="186"/>
                      </a:lnTo>
                      <a:lnTo>
                        <a:pt x="37" y="216"/>
                      </a:lnTo>
                      <a:lnTo>
                        <a:pt x="49" y="246"/>
                      </a:lnTo>
                      <a:lnTo>
                        <a:pt x="60" y="274"/>
                      </a:lnTo>
                      <a:lnTo>
                        <a:pt x="70" y="297"/>
                      </a:lnTo>
                      <a:lnTo>
                        <a:pt x="78" y="317"/>
                      </a:lnTo>
                      <a:lnTo>
                        <a:pt x="85" y="386"/>
                      </a:lnTo>
                      <a:lnTo>
                        <a:pt x="103" y="396"/>
                      </a:lnTo>
                      <a:lnTo>
                        <a:pt x="96" y="299"/>
                      </a:lnTo>
                      <a:lnTo>
                        <a:pt x="86" y="269"/>
                      </a:lnTo>
                      <a:lnTo>
                        <a:pt x="77" y="238"/>
                      </a:lnTo>
                      <a:lnTo>
                        <a:pt x="65" y="202"/>
                      </a:lnTo>
                      <a:lnTo>
                        <a:pt x="53" y="163"/>
                      </a:lnTo>
                      <a:lnTo>
                        <a:pt x="42" y="127"/>
                      </a:lnTo>
                      <a:lnTo>
                        <a:pt x="26" y="78"/>
                      </a:lnTo>
                      <a:lnTo>
                        <a:pt x="20" y="30"/>
                      </a:lnTo>
                      <a:lnTo>
                        <a:pt x="21" y="6"/>
                      </a:lnTo>
                      <a:lnTo>
                        <a:pt x="0" y="0"/>
                      </a:lnTo>
                      <a:close/>
                    </a:path>
                  </a:pathLst>
                </a:custGeom>
                <a:solidFill>
                  <a:srgbClr val="000000"/>
                </a:solidFill>
                <a:ln w="9525">
                  <a:noFill/>
                  <a:round/>
                  <a:headEnd/>
                  <a:tailEnd/>
                </a:ln>
              </p:spPr>
              <p:txBody>
                <a:bodyPr/>
                <a:lstStyle/>
                <a:p>
                  <a:endParaRPr lang="en-MY"/>
                </a:p>
              </p:txBody>
            </p:sp>
            <p:sp>
              <p:nvSpPr>
                <p:cNvPr id="66734" name="Freeform 55"/>
                <p:cNvSpPr>
                  <a:spLocks/>
                </p:cNvSpPr>
                <p:nvPr/>
              </p:nvSpPr>
              <p:spPr bwMode="auto">
                <a:xfrm>
                  <a:off x="4077" y="3951"/>
                  <a:ext cx="25" cy="9"/>
                </a:xfrm>
                <a:custGeom>
                  <a:avLst/>
                  <a:gdLst>
                    <a:gd name="T0" fmla="*/ 0 w 99"/>
                    <a:gd name="T1" fmla="*/ 0 h 36"/>
                    <a:gd name="T2" fmla="*/ 0 w 99"/>
                    <a:gd name="T3" fmla="*/ 0 h 36"/>
                    <a:gd name="T4" fmla="*/ 0 w 99"/>
                    <a:gd name="T5" fmla="*/ 0 h 36"/>
                    <a:gd name="T6" fmla="*/ 0 w 99"/>
                    <a:gd name="T7" fmla="*/ 0 h 36"/>
                    <a:gd name="T8" fmla="*/ 0 w 99"/>
                    <a:gd name="T9" fmla="*/ 0 h 36"/>
                    <a:gd name="T10" fmla="*/ 0 w 99"/>
                    <a:gd name="T11" fmla="*/ 0 h 36"/>
                    <a:gd name="T12" fmla="*/ 0 w 99"/>
                    <a:gd name="T13" fmla="*/ 0 h 36"/>
                    <a:gd name="T14" fmla="*/ 0 w 99"/>
                    <a:gd name="T15" fmla="*/ 0 h 36"/>
                    <a:gd name="T16" fmla="*/ 0 w 99"/>
                    <a:gd name="T17" fmla="*/ 0 h 36"/>
                    <a:gd name="T18" fmla="*/ 0 w 99"/>
                    <a:gd name="T19" fmla="*/ 0 h 36"/>
                    <a:gd name="T20" fmla="*/ 0 w 99"/>
                    <a:gd name="T21" fmla="*/ 0 h 36"/>
                    <a:gd name="T22" fmla="*/ 0 w 99"/>
                    <a:gd name="T23" fmla="*/ 0 h 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99"/>
                    <a:gd name="T37" fmla="*/ 0 h 36"/>
                    <a:gd name="T38" fmla="*/ 99 w 99"/>
                    <a:gd name="T39" fmla="*/ 36 h 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99" h="36">
                      <a:moveTo>
                        <a:pt x="90" y="0"/>
                      </a:moveTo>
                      <a:lnTo>
                        <a:pt x="78" y="7"/>
                      </a:lnTo>
                      <a:lnTo>
                        <a:pt x="48" y="18"/>
                      </a:lnTo>
                      <a:lnTo>
                        <a:pt x="15" y="19"/>
                      </a:lnTo>
                      <a:lnTo>
                        <a:pt x="0" y="16"/>
                      </a:lnTo>
                      <a:lnTo>
                        <a:pt x="0" y="34"/>
                      </a:lnTo>
                      <a:lnTo>
                        <a:pt x="23" y="36"/>
                      </a:lnTo>
                      <a:lnTo>
                        <a:pt x="60" y="36"/>
                      </a:lnTo>
                      <a:lnTo>
                        <a:pt x="87" y="23"/>
                      </a:lnTo>
                      <a:lnTo>
                        <a:pt x="99" y="12"/>
                      </a:lnTo>
                      <a:lnTo>
                        <a:pt x="90" y="0"/>
                      </a:lnTo>
                      <a:close/>
                    </a:path>
                  </a:pathLst>
                </a:custGeom>
                <a:solidFill>
                  <a:srgbClr val="000000"/>
                </a:solidFill>
                <a:ln w="9525">
                  <a:noFill/>
                  <a:round/>
                  <a:headEnd/>
                  <a:tailEnd/>
                </a:ln>
              </p:spPr>
              <p:txBody>
                <a:bodyPr/>
                <a:lstStyle/>
                <a:p>
                  <a:endParaRPr lang="en-MY"/>
                </a:p>
              </p:txBody>
            </p:sp>
            <p:sp>
              <p:nvSpPr>
                <p:cNvPr id="66735" name="Freeform 56"/>
                <p:cNvSpPr>
                  <a:spLocks/>
                </p:cNvSpPr>
                <p:nvPr/>
              </p:nvSpPr>
              <p:spPr bwMode="auto">
                <a:xfrm>
                  <a:off x="4098" y="3961"/>
                  <a:ext cx="9" cy="24"/>
                </a:xfrm>
                <a:custGeom>
                  <a:avLst/>
                  <a:gdLst>
                    <a:gd name="T0" fmla="*/ 0 w 38"/>
                    <a:gd name="T1" fmla="*/ 0 h 98"/>
                    <a:gd name="T2" fmla="*/ 0 w 38"/>
                    <a:gd name="T3" fmla="*/ 0 h 98"/>
                    <a:gd name="T4" fmla="*/ 0 w 38"/>
                    <a:gd name="T5" fmla="*/ 0 h 98"/>
                    <a:gd name="T6" fmla="*/ 0 w 38"/>
                    <a:gd name="T7" fmla="*/ 0 h 98"/>
                    <a:gd name="T8" fmla="*/ 0 w 38"/>
                    <a:gd name="T9" fmla="*/ 0 h 98"/>
                    <a:gd name="T10" fmla="*/ 0 w 38"/>
                    <a:gd name="T11" fmla="*/ 0 h 98"/>
                    <a:gd name="T12" fmla="*/ 0 w 38"/>
                    <a:gd name="T13" fmla="*/ 0 h 98"/>
                    <a:gd name="T14" fmla="*/ 0 w 38"/>
                    <a:gd name="T15" fmla="*/ 0 h 98"/>
                    <a:gd name="T16" fmla="*/ 0 w 38"/>
                    <a:gd name="T17" fmla="*/ 0 h 98"/>
                    <a:gd name="T18" fmla="*/ 0 w 38"/>
                    <a:gd name="T19" fmla="*/ 0 h 9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8"/>
                    <a:gd name="T31" fmla="*/ 0 h 98"/>
                    <a:gd name="T32" fmla="*/ 38 w 38"/>
                    <a:gd name="T33" fmla="*/ 98 h 98"/>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8" h="98">
                      <a:moveTo>
                        <a:pt x="35" y="0"/>
                      </a:moveTo>
                      <a:lnTo>
                        <a:pt x="38" y="60"/>
                      </a:lnTo>
                      <a:lnTo>
                        <a:pt x="24" y="87"/>
                      </a:lnTo>
                      <a:lnTo>
                        <a:pt x="19" y="98"/>
                      </a:lnTo>
                      <a:lnTo>
                        <a:pt x="0" y="93"/>
                      </a:lnTo>
                      <a:lnTo>
                        <a:pt x="10" y="77"/>
                      </a:lnTo>
                      <a:lnTo>
                        <a:pt x="20" y="49"/>
                      </a:lnTo>
                      <a:lnTo>
                        <a:pt x="17" y="10"/>
                      </a:lnTo>
                      <a:lnTo>
                        <a:pt x="35" y="0"/>
                      </a:lnTo>
                      <a:close/>
                    </a:path>
                  </a:pathLst>
                </a:custGeom>
                <a:solidFill>
                  <a:srgbClr val="000000"/>
                </a:solidFill>
                <a:ln w="9525">
                  <a:noFill/>
                  <a:round/>
                  <a:headEnd/>
                  <a:tailEnd/>
                </a:ln>
              </p:spPr>
              <p:txBody>
                <a:bodyPr/>
                <a:lstStyle/>
                <a:p>
                  <a:endParaRPr lang="en-MY"/>
                </a:p>
              </p:txBody>
            </p:sp>
            <p:sp>
              <p:nvSpPr>
                <p:cNvPr id="66736" name="Freeform 57"/>
                <p:cNvSpPr>
                  <a:spLocks/>
                </p:cNvSpPr>
                <p:nvPr/>
              </p:nvSpPr>
              <p:spPr bwMode="auto">
                <a:xfrm>
                  <a:off x="4065" y="3973"/>
                  <a:ext cx="53" cy="55"/>
                </a:xfrm>
                <a:custGeom>
                  <a:avLst/>
                  <a:gdLst>
                    <a:gd name="T0" fmla="*/ 0 w 213"/>
                    <a:gd name="T1" fmla="*/ 0 h 220"/>
                    <a:gd name="T2" fmla="*/ 0 w 213"/>
                    <a:gd name="T3" fmla="*/ 0 h 220"/>
                    <a:gd name="T4" fmla="*/ 0 w 213"/>
                    <a:gd name="T5" fmla="*/ 0 h 220"/>
                    <a:gd name="T6" fmla="*/ 0 w 213"/>
                    <a:gd name="T7" fmla="*/ 0 h 220"/>
                    <a:gd name="T8" fmla="*/ 0 w 213"/>
                    <a:gd name="T9" fmla="*/ 0 h 220"/>
                    <a:gd name="T10" fmla="*/ 0 w 213"/>
                    <a:gd name="T11" fmla="*/ 0 h 220"/>
                    <a:gd name="T12" fmla="*/ 0 w 213"/>
                    <a:gd name="T13" fmla="*/ 0 h 220"/>
                    <a:gd name="T14" fmla="*/ 0 w 213"/>
                    <a:gd name="T15" fmla="*/ 0 h 220"/>
                    <a:gd name="T16" fmla="*/ 0 w 213"/>
                    <a:gd name="T17" fmla="*/ 0 h 220"/>
                    <a:gd name="T18" fmla="*/ 0 w 213"/>
                    <a:gd name="T19" fmla="*/ 0 h 220"/>
                    <a:gd name="T20" fmla="*/ 0 w 213"/>
                    <a:gd name="T21" fmla="*/ 0 h 220"/>
                    <a:gd name="T22" fmla="*/ 0 w 213"/>
                    <a:gd name="T23" fmla="*/ 0 h 220"/>
                    <a:gd name="T24" fmla="*/ 0 w 213"/>
                    <a:gd name="T25" fmla="*/ 0 h 220"/>
                    <a:gd name="T26" fmla="*/ 0 w 213"/>
                    <a:gd name="T27" fmla="*/ 0 h 220"/>
                    <a:gd name="T28" fmla="*/ 0 w 213"/>
                    <a:gd name="T29" fmla="*/ 0 h 220"/>
                    <a:gd name="T30" fmla="*/ 0 w 213"/>
                    <a:gd name="T31" fmla="*/ 0 h 220"/>
                    <a:gd name="T32" fmla="*/ 0 w 213"/>
                    <a:gd name="T33" fmla="*/ 0 h 220"/>
                    <a:gd name="T34" fmla="*/ 0 w 213"/>
                    <a:gd name="T35" fmla="*/ 0 h 220"/>
                    <a:gd name="T36" fmla="*/ 0 w 213"/>
                    <a:gd name="T37" fmla="*/ 0 h 220"/>
                    <a:gd name="T38" fmla="*/ 0 w 213"/>
                    <a:gd name="T39" fmla="*/ 0 h 220"/>
                    <a:gd name="T40" fmla="*/ 0 w 213"/>
                    <a:gd name="T41" fmla="*/ 0 h 220"/>
                    <a:gd name="T42" fmla="*/ 0 w 213"/>
                    <a:gd name="T43" fmla="*/ 0 h 220"/>
                    <a:gd name="T44" fmla="*/ 0 w 213"/>
                    <a:gd name="T45" fmla="*/ 0 h 220"/>
                    <a:gd name="T46" fmla="*/ 0 w 213"/>
                    <a:gd name="T47" fmla="*/ 0 h 220"/>
                    <a:gd name="T48" fmla="*/ 0 w 213"/>
                    <a:gd name="T49" fmla="*/ 0 h 220"/>
                    <a:gd name="T50" fmla="*/ 0 w 213"/>
                    <a:gd name="T51" fmla="*/ 0 h 220"/>
                    <a:gd name="T52" fmla="*/ 0 w 213"/>
                    <a:gd name="T53" fmla="*/ 0 h 220"/>
                    <a:gd name="T54" fmla="*/ 0 w 213"/>
                    <a:gd name="T55" fmla="*/ 0 h 220"/>
                    <a:gd name="T56" fmla="*/ 0 w 213"/>
                    <a:gd name="T57" fmla="*/ 0 h 220"/>
                    <a:gd name="T58" fmla="*/ 0 w 213"/>
                    <a:gd name="T59" fmla="*/ 0 h 220"/>
                    <a:gd name="T60" fmla="*/ 0 w 213"/>
                    <a:gd name="T61" fmla="*/ 0 h 220"/>
                    <a:gd name="T62" fmla="*/ 0 w 213"/>
                    <a:gd name="T63" fmla="*/ 0 h 220"/>
                    <a:gd name="T64" fmla="*/ 0 w 213"/>
                    <a:gd name="T65" fmla="*/ 0 h 220"/>
                    <a:gd name="T66" fmla="*/ 0 w 213"/>
                    <a:gd name="T67" fmla="*/ 0 h 220"/>
                    <a:gd name="T68" fmla="*/ 0 w 213"/>
                    <a:gd name="T69" fmla="*/ 0 h 220"/>
                    <a:gd name="T70" fmla="*/ 0 w 213"/>
                    <a:gd name="T71" fmla="*/ 0 h 220"/>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213"/>
                    <a:gd name="T109" fmla="*/ 0 h 220"/>
                    <a:gd name="T110" fmla="*/ 213 w 213"/>
                    <a:gd name="T111" fmla="*/ 220 h 220"/>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213" h="220">
                      <a:moveTo>
                        <a:pt x="171" y="0"/>
                      </a:moveTo>
                      <a:lnTo>
                        <a:pt x="179" y="14"/>
                      </a:lnTo>
                      <a:lnTo>
                        <a:pt x="199" y="49"/>
                      </a:lnTo>
                      <a:lnTo>
                        <a:pt x="212" y="94"/>
                      </a:lnTo>
                      <a:lnTo>
                        <a:pt x="213" y="118"/>
                      </a:lnTo>
                      <a:lnTo>
                        <a:pt x="208" y="139"/>
                      </a:lnTo>
                      <a:lnTo>
                        <a:pt x="195" y="160"/>
                      </a:lnTo>
                      <a:lnTo>
                        <a:pt x="176" y="177"/>
                      </a:lnTo>
                      <a:lnTo>
                        <a:pt x="154" y="194"/>
                      </a:lnTo>
                      <a:lnTo>
                        <a:pt x="128" y="206"/>
                      </a:lnTo>
                      <a:lnTo>
                        <a:pt x="102" y="214"/>
                      </a:lnTo>
                      <a:lnTo>
                        <a:pt x="76" y="220"/>
                      </a:lnTo>
                      <a:lnTo>
                        <a:pt x="34" y="217"/>
                      </a:lnTo>
                      <a:lnTo>
                        <a:pt x="9" y="201"/>
                      </a:lnTo>
                      <a:lnTo>
                        <a:pt x="0" y="176"/>
                      </a:lnTo>
                      <a:lnTo>
                        <a:pt x="1" y="149"/>
                      </a:lnTo>
                      <a:lnTo>
                        <a:pt x="8" y="124"/>
                      </a:lnTo>
                      <a:lnTo>
                        <a:pt x="27" y="60"/>
                      </a:lnTo>
                      <a:lnTo>
                        <a:pt x="37" y="18"/>
                      </a:lnTo>
                      <a:lnTo>
                        <a:pt x="49" y="35"/>
                      </a:lnTo>
                      <a:lnTo>
                        <a:pt x="33" y="85"/>
                      </a:lnTo>
                      <a:lnTo>
                        <a:pt x="27" y="159"/>
                      </a:lnTo>
                      <a:lnTo>
                        <a:pt x="34" y="170"/>
                      </a:lnTo>
                      <a:lnTo>
                        <a:pt x="56" y="189"/>
                      </a:lnTo>
                      <a:lnTo>
                        <a:pt x="73" y="194"/>
                      </a:lnTo>
                      <a:lnTo>
                        <a:pt x="108" y="194"/>
                      </a:lnTo>
                      <a:lnTo>
                        <a:pt x="146" y="173"/>
                      </a:lnTo>
                      <a:lnTo>
                        <a:pt x="189" y="114"/>
                      </a:lnTo>
                      <a:lnTo>
                        <a:pt x="192" y="89"/>
                      </a:lnTo>
                      <a:lnTo>
                        <a:pt x="187" y="69"/>
                      </a:lnTo>
                      <a:lnTo>
                        <a:pt x="177" y="50"/>
                      </a:lnTo>
                      <a:lnTo>
                        <a:pt x="168" y="36"/>
                      </a:lnTo>
                      <a:lnTo>
                        <a:pt x="161" y="27"/>
                      </a:lnTo>
                      <a:lnTo>
                        <a:pt x="157" y="23"/>
                      </a:lnTo>
                      <a:lnTo>
                        <a:pt x="171" y="0"/>
                      </a:lnTo>
                      <a:close/>
                    </a:path>
                  </a:pathLst>
                </a:custGeom>
                <a:solidFill>
                  <a:srgbClr val="000000"/>
                </a:solidFill>
                <a:ln w="9525">
                  <a:noFill/>
                  <a:round/>
                  <a:headEnd/>
                  <a:tailEnd/>
                </a:ln>
              </p:spPr>
              <p:txBody>
                <a:bodyPr/>
                <a:lstStyle/>
                <a:p>
                  <a:endParaRPr lang="en-MY"/>
                </a:p>
              </p:txBody>
            </p:sp>
            <p:sp>
              <p:nvSpPr>
                <p:cNvPr id="66737" name="Freeform 58"/>
                <p:cNvSpPr>
                  <a:spLocks/>
                </p:cNvSpPr>
                <p:nvPr/>
              </p:nvSpPr>
              <p:spPr bwMode="auto">
                <a:xfrm>
                  <a:off x="4079" y="3989"/>
                  <a:ext cx="22" cy="8"/>
                </a:xfrm>
                <a:custGeom>
                  <a:avLst/>
                  <a:gdLst>
                    <a:gd name="T0" fmla="*/ 0 w 87"/>
                    <a:gd name="T1" fmla="*/ 0 h 34"/>
                    <a:gd name="T2" fmla="*/ 0 w 87"/>
                    <a:gd name="T3" fmla="*/ 0 h 34"/>
                    <a:gd name="T4" fmla="*/ 0 w 87"/>
                    <a:gd name="T5" fmla="*/ 0 h 34"/>
                    <a:gd name="T6" fmla="*/ 0 w 87"/>
                    <a:gd name="T7" fmla="*/ 0 h 34"/>
                    <a:gd name="T8" fmla="*/ 0 w 87"/>
                    <a:gd name="T9" fmla="*/ 0 h 34"/>
                    <a:gd name="T10" fmla="*/ 0 w 87"/>
                    <a:gd name="T11" fmla="*/ 0 h 34"/>
                    <a:gd name="T12" fmla="*/ 0 w 87"/>
                    <a:gd name="T13" fmla="*/ 0 h 34"/>
                    <a:gd name="T14" fmla="*/ 0 w 87"/>
                    <a:gd name="T15" fmla="*/ 0 h 34"/>
                    <a:gd name="T16" fmla="*/ 0 w 87"/>
                    <a:gd name="T17" fmla="*/ 0 h 34"/>
                    <a:gd name="T18" fmla="*/ 0 w 87"/>
                    <a:gd name="T19" fmla="*/ 0 h 34"/>
                    <a:gd name="T20" fmla="*/ 0 w 87"/>
                    <a:gd name="T21" fmla="*/ 0 h 34"/>
                    <a:gd name="T22" fmla="*/ 0 w 87"/>
                    <a:gd name="T23" fmla="*/ 0 h 34"/>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87"/>
                    <a:gd name="T37" fmla="*/ 0 h 34"/>
                    <a:gd name="T38" fmla="*/ 87 w 87"/>
                    <a:gd name="T39" fmla="*/ 34 h 34"/>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87" h="34">
                      <a:moveTo>
                        <a:pt x="87" y="15"/>
                      </a:moveTo>
                      <a:lnTo>
                        <a:pt x="75" y="8"/>
                      </a:lnTo>
                      <a:lnTo>
                        <a:pt x="62" y="2"/>
                      </a:lnTo>
                      <a:lnTo>
                        <a:pt x="45" y="0"/>
                      </a:lnTo>
                      <a:lnTo>
                        <a:pt x="3" y="5"/>
                      </a:lnTo>
                      <a:lnTo>
                        <a:pt x="0" y="22"/>
                      </a:lnTo>
                      <a:lnTo>
                        <a:pt x="19" y="19"/>
                      </a:lnTo>
                      <a:lnTo>
                        <a:pt x="53" y="16"/>
                      </a:lnTo>
                      <a:lnTo>
                        <a:pt x="75" y="26"/>
                      </a:lnTo>
                      <a:lnTo>
                        <a:pt x="84" y="34"/>
                      </a:lnTo>
                      <a:lnTo>
                        <a:pt x="87" y="15"/>
                      </a:lnTo>
                      <a:close/>
                    </a:path>
                  </a:pathLst>
                </a:custGeom>
                <a:solidFill>
                  <a:srgbClr val="000000"/>
                </a:solidFill>
                <a:ln w="9525">
                  <a:noFill/>
                  <a:round/>
                  <a:headEnd/>
                  <a:tailEnd/>
                </a:ln>
              </p:spPr>
              <p:txBody>
                <a:bodyPr/>
                <a:lstStyle/>
                <a:p>
                  <a:endParaRPr lang="en-MY"/>
                </a:p>
              </p:txBody>
            </p:sp>
            <p:sp>
              <p:nvSpPr>
                <p:cNvPr id="66738" name="Freeform 59"/>
                <p:cNvSpPr>
                  <a:spLocks/>
                </p:cNvSpPr>
                <p:nvPr/>
              </p:nvSpPr>
              <p:spPr bwMode="auto">
                <a:xfrm>
                  <a:off x="4076" y="3997"/>
                  <a:ext cx="23" cy="8"/>
                </a:xfrm>
                <a:custGeom>
                  <a:avLst/>
                  <a:gdLst>
                    <a:gd name="T0" fmla="*/ 0 w 93"/>
                    <a:gd name="T1" fmla="*/ 0 h 29"/>
                    <a:gd name="T2" fmla="*/ 0 w 93"/>
                    <a:gd name="T3" fmla="*/ 0 h 29"/>
                    <a:gd name="T4" fmla="*/ 0 w 93"/>
                    <a:gd name="T5" fmla="*/ 0 h 29"/>
                    <a:gd name="T6" fmla="*/ 0 w 93"/>
                    <a:gd name="T7" fmla="*/ 0 h 29"/>
                    <a:gd name="T8" fmla="*/ 0 w 93"/>
                    <a:gd name="T9" fmla="*/ 0 h 29"/>
                    <a:gd name="T10" fmla="*/ 0 w 93"/>
                    <a:gd name="T11" fmla="*/ 0 h 29"/>
                    <a:gd name="T12" fmla="*/ 0 w 93"/>
                    <a:gd name="T13" fmla="*/ 0 h 29"/>
                    <a:gd name="T14" fmla="*/ 0 w 93"/>
                    <a:gd name="T15" fmla="*/ 0 h 29"/>
                    <a:gd name="T16" fmla="*/ 0 w 93"/>
                    <a:gd name="T17" fmla="*/ 0 h 29"/>
                    <a:gd name="T18" fmla="*/ 0 w 93"/>
                    <a:gd name="T19" fmla="*/ 0 h 29"/>
                    <a:gd name="T20" fmla="*/ 0 w 93"/>
                    <a:gd name="T21" fmla="*/ 0 h 29"/>
                    <a:gd name="T22" fmla="*/ 0 w 93"/>
                    <a:gd name="T23" fmla="*/ 0 h 29"/>
                    <a:gd name="T24" fmla="*/ 0 w 93"/>
                    <a:gd name="T25" fmla="*/ 0 h 29"/>
                    <a:gd name="T26" fmla="*/ 0 w 93"/>
                    <a:gd name="T27" fmla="*/ 0 h 29"/>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93"/>
                    <a:gd name="T43" fmla="*/ 0 h 29"/>
                    <a:gd name="T44" fmla="*/ 93 w 93"/>
                    <a:gd name="T45" fmla="*/ 29 h 29"/>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93" h="29">
                      <a:moveTo>
                        <a:pt x="93" y="18"/>
                      </a:moveTo>
                      <a:lnTo>
                        <a:pt x="88" y="15"/>
                      </a:lnTo>
                      <a:lnTo>
                        <a:pt x="78" y="9"/>
                      </a:lnTo>
                      <a:lnTo>
                        <a:pt x="66" y="2"/>
                      </a:lnTo>
                      <a:lnTo>
                        <a:pt x="50" y="0"/>
                      </a:lnTo>
                      <a:lnTo>
                        <a:pt x="18" y="5"/>
                      </a:lnTo>
                      <a:lnTo>
                        <a:pt x="0" y="11"/>
                      </a:lnTo>
                      <a:lnTo>
                        <a:pt x="0" y="29"/>
                      </a:lnTo>
                      <a:lnTo>
                        <a:pt x="17" y="21"/>
                      </a:lnTo>
                      <a:lnTo>
                        <a:pt x="33" y="16"/>
                      </a:lnTo>
                      <a:lnTo>
                        <a:pt x="52" y="16"/>
                      </a:lnTo>
                      <a:lnTo>
                        <a:pt x="87" y="29"/>
                      </a:lnTo>
                      <a:lnTo>
                        <a:pt x="93" y="18"/>
                      </a:lnTo>
                      <a:close/>
                    </a:path>
                  </a:pathLst>
                </a:custGeom>
                <a:solidFill>
                  <a:srgbClr val="000000"/>
                </a:solidFill>
                <a:ln w="9525">
                  <a:noFill/>
                  <a:round/>
                  <a:headEnd/>
                  <a:tailEnd/>
                </a:ln>
              </p:spPr>
              <p:txBody>
                <a:bodyPr/>
                <a:lstStyle/>
                <a:p>
                  <a:endParaRPr lang="en-MY"/>
                </a:p>
              </p:txBody>
            </p:sp>
            <p:sp>
              <p:nvSpPr>
                <p:cNvPr id="66739" name="Freeform 60"/>
                <p:cNvSpPr>
                  <a:spLocks/>
                </p:cNvSpPr>
                <p:nvPr/>
              </p:nvSpPr>
              <p:spPr bwMode="auto">
                <a:xfrm>
                  <a:off x="3918" y="3818"/>
                  <a:ext cx="70" cy="80"/>
                </a:xfrm>
                <a:custGeom>
                  <a:avLst/>
                  <a:gdLst>
                    <a:gd name="T0" fmla="*/ 0 w 279"/>
                    <a:gd name="T1" fmla="*/ 0 h 320"/>
                    <a:gd name="T2" fmla="*/ 0 w 279"/>
                    <a:gd name="T3" fmla="*/ 0 h 320"/>
                    <a:gd name="T4" fmla="*/ 0 w 279"/>
                    <a:gd name="T5" fmla="*/ 0 h 320"/>
                    <a:gd name="T6" fmla="*/ 0 w 279"/>
                    <a:gd name="T7" fmla="*/ 0 h 320"/>
                    <a:gd name="T8" fmla="*/ 0 w 279"/>
                    <a:gd name="T9" fmla="*/ 0 h 320"/>
                    <a:gd name="T10" fmla="*/ 0 w 279"/>
                    <a:gd name="T11" fmla="*/ 0 h 320"/>
                    <a:gd name="T12" fmla="*/ 0 w 279"/>
                    <a:gd name="T13" fmla="*/ 0 h 320"/>
                    <a:gd name="T14" fmla="*/ 0 w 279"/>
                    <a:gd name="T15" fmla="*/ 0 h 320"/>
                    <a:gd name="T16" fmla="*/ 0 w 279"/>
                    <a:gd name="T17" fmla="*/ 0 h 320"/>
                    <a:gd name="T18" fmla="*/ 0 w 279"/>
                    <a:gd name="T19" fmla="*/ 0 h 320"/>
                    <a:gd name="T20" fmla="*/ 0 w 279"/>
                    <a:gd name="T21" fmla="*/ 0 h 320"/>
                    <a:gd name="T22" fmla="*/ 0 w 279"/>
                    <a:gd name="T23" fmla="*/ 0 h 320"/>
                    <a:gd name="T24" fmla="*/ 0 w 279"/>
                    <a:gd name="T25" fmla="*/ 0 h 320"/>
                    <a:gd name="T26" fmla="*/ 0 w 279"/>
                    <a:gd name="T27" fmla="*/ 0 h 320"/>
                    <a:gd name="T28" fmla="*/ 0 w 279"/>
                    <a:gd name="T29" fmla="*/ 0 h 320"/>
                    <a:gd name="T30" fmla="*/ 0 w 279"/>
                    <a:gd name="T31" fmla="*/ 0 h 320"/>
                    <a:gd name="T32" fmla="*/ 0 w 279"/>
                    <a:gd name="T33" fmla="*/ 0 h 320"/>
                    <a:gd name="T34" fmla="*/ 0 w 279"/>
                    <a:gd name="T35" fmla="*/ 0 h 320"/>
                    <a:gd name="T36" fmla="*/ 0 w 279"/>
                    <a:gd name="T37" fmla="*/ 0 h 320"/>
                    <a:gd name="T38" fmla="*/ 0 w 279"/>
                    <a:gd name="T39" fmla="*/ 0 h 320"/>
                    <a:gd name="T40" fmla="*/ 0 w 279"/>
                    <a:gd name="T41" fmla="*/ 0 h 320"/>
                    <a:gd name="T42" fmla="*/ 0 w 279"/>
                    <a:gd name="T43" fmla="*/ 0 h 320"/>
                    <a:gd name="T44" fmla="*/ 0 w 279"/>
                    <a:gd name="T45" fmla="*/ 0 h 320"/>
                    <a:gd name="T46" fmla="*/ 0 w 279"/>
                    <a:gd name="T47" fmla="*/ 0 h 320"/>
                    <a:gd name="T48" fmla="*/ 0 w 279"/>
                    <a:gd name="T49" fmla="*/ 0 h 320"/>
                    <a:gd name="T50" fmla="*/ 0 w 279"/>
                    <a:gd name="T51" fmla="*/ 0 h 320"/>
                    <a:gd name="T52" fmla="*/ 0 w 279"/>
                    <a:gd name="T53" fmla="*/ 0 h 320"/>
                    <a:gd name="T54" fmla="*/ 0 w 279"/>
                    <a:gd name="T55" fmla="*/ 0 h 320"/>
                    <a:gd name="T56" fmla="*/ 0 w 279"/>
                    <a:gd name="T57" fmla="*/ 0 h 320"/>
                    <a:gd name="T58" fmla="*/ 0 w 279"/>
                    <a:gd name="T59" fmla="*/ 0 h 320"/>
                    <a:gd name="T60" fmla="*/ 0 w 279"/>
                    <a:gd name="T61" fmla="*/ 0 h 320"/>
                    <a:gd name="T62" fmla="*/ 0 w 279"/>
                    <a:gd name="T63" fmla="*/ 0 h 320"/>
                    <a:gd name="T64" fmla="*/ 0 w 279"/>
                    <a:gd name="T65" fmla="*/ 0 h 320"/>
                    <a:gd name="T66" fmla="*/ 0 w 279"/>
                    <a:gd name="T67" fmla="*/ 0 h 320"/>
                    <a:gd name="T68" fmla="*/ 0 w 279"/>
                    <a:gd name="T69" fmla="*/ 0 h 320"/>
                    <a:gd name="T70" fmla="*/ 0 w 279"/>
                    <a:gd name="T71" fmla="*/ 0 h 320"/>
                    <a:gd name="T72" fmla="*/ 0 w 279"/>
                    <a:gd name="T73" fmla="*/ 0 h 320"/>
                    <a:gd name="T74" fmla="*/ 0 w 279"/>
                    <a:gd name="T75" fmla="*/ 0 h 320"/>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79"/>
                    <a:gd name="T115" fmla="*/ 0 h 320"/>
                    <a:gd name="T116" fmla="*/ 279 w 279"/>
                    <a:gd name="T117" fmla="*/ 320 h 320"/>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79" h="320">
                      <a:moveTo>
                        <a:pt x="20" y="5"/>
                      </a:moveTo>
                      <a:lnTo>
                        <a:pt x="15" y="36"/>
                      </a:lnTo>
                      <a:lnTo>
                        <a:pt x="6" y="110"/>
                      </a:lnTo>
                      <a:lnTo>
                        <a:pt x="0" y="194"/>
                      </a:lnTo>
                      <a:lnTo>
                        <a:pt x="7" y="253"/>
                      </a:lnTo>
                      <a:lnTo>
                        <a:pt x="16" y="271"/>
                      </a:lnTo>
                      <a:lnTo>
                        <a:pt x="29" y="287"/>
                      </a:lnTo>
                      <a:lnTo>
                        <a:pt x="44" y="300"/>
                      </a:lnTo>
                      <a:lnTo>
                        <a:pt x="62" y="311"/>
                      </a:lnTo>
                      <a:lnTo>
                        <a:pt x="82" y="317"/>
                      </a:lnTo>
                      <a:lnTo>
                        <a:pt x="107" y="320"/>
                      </a:lnTo>
                      <a:lnTo>
                        <a:pt x="167" y="311"/>
                      </a:lnTo>
                      <a:lnTo>
                        <a:pt x="198" y="298"/>
                      </a:lnTo>
                      <a:lnTo>
                        <a:pt x="222" y="284"/>
                      </a:lnTo>
                      <a:lnTo>
                        <a:pt x="240" y="267"/>
                      </a:lnTo>
                      <a:lnTo>
                        <a:pt x="255" y="250"/>
                      </a:lnTo>
                      <a:lnTo>
                        <a:pt x="271" y="218"/>
                      </a:lnTo>
                      <a:lnTo>
                        <a:pt x="278" y="193"/>
                      </a:lnTo>
                      <a:lnTo>
                        <a:pt x="279" y="134"/>
                      </a:lnTo>
                      <a:lnTo>
                        <a:pt x="267" y="131"/>
                      </a:lnTo>
                      <a:lnTo>
                        <a:pt x="259" y="182"/>
                      </a:lnTo>
                      <a:lnTo>
                        <a:pt x="253" y="203"/>
                      </a:lnTo>
                      <a:lnTo>
                        <a:pt x="243" y="224"/>
                      </a:lnTo>
                      <a:lnTo>
                        <a:pt x="229" y="244"/>
                      </a:lnTo>
                      <a:lnTo>
                        <a:pt x="212" y="259"/>
                      </a:lnTo>
                      <a:lnTo>
                        <a:pt x="191" y="271"/>
                      </a:lnTo>
                      <a:lnTo>
                        <a:pt x="168" y="278"/>
                      </a:lnTo>
                      <a:lnTo>
                        <a:pt x="121" y="284"/>
                      </a:lnTo>
                      <a:lnTo>
                        <a:pt x="77" y="278"/>
                      </a:lnTo>
                      <a:lnTo>
                        <a:pt x="45" y="260"/>
                      </a:lnTo>
                      <a:lnTo>
                        <a:pt x="35" y="243"/>
                      </a:lnTo>
                      <a:lnTo>
                        <a:pt x="30" y="215"/>
                      </a:lnTo>
                      <a:lnTo>
                        <a:pt x="27" y="145"/>
                      </a:lnTo>
                      <a:lnTo>
                        <a:pt x="32" y="76"/>
                      </a:lnTo>
                      <a:lnTo>
                        <a:pt x="37" y="36"/>
                      </a:lnTo>
                      <a:lnTo>
                        <a:pt x="45" y="0"/>
                      </a:lnTo>
                      <a:lnTo>
                        <a:pt x="20" y="5"/>
                      </a:lnTo>
                      <a:close/>
                    </a:path>
                  </a:pathLst>
                </a:custGeom>
                <a:solidFill>
                  <a:srgbClr val="000000"/>
                </a:solidFill>
                <a:ln w="9525">
                  <a:noFill/>
                  <a:round/>
                  <a:headEnd/>
                  <a:tailEnd/>
                </a:ln>
              </p:spPr>
              <p:txBody>
                <a:bodyPr/>
                <a:lstStyle/>
                <a:p>
                  <a:endParaRPr lang="en-MY"/>
                </a:p>
              </p:txBody>
            </p:sp>
            <p:sp>
              <p:nvSpPr>
                <p:cNvPr id="66740" name="Freeform 61"/>
                <p:cNvSpPr>
                  <a:spLocks/>
                </p:cNvSpPr>
                <p:nvPr/>
              </p:nvSpPr>
              <p:spPr bwMode="auto">
                <a:xfrm>
                  <a:off x="3855" y="3714"/>
                  <a:ext cx="25" cy="92"/>
                </a:xfrm>
                <a:custGeom>
                  <a:avLst/>
                  <a:gdLst>
                    <a:gd name="T0" fmla="*/ 0 w 98"/>
                    <a:gd name="T1" fmla="*/ 0 h 367"/>
                    <a:gd name="T2" fmla="*/ 0 w 98"/>
                    <a:gd name="T3" fmla="*/ 0 h 367"/>
                    <a:gd name="T4" fmla="*/ 0 w 98"/>
                    <a:gd name="T5" fmla="*/ 0 h 367"/>
                    <a:gd name="T6" fmla="*/ 0 w 98"/>
                    <a:gd name="T7" fmla="*/ 0 h 367"/>
                    <a:gd name="T8" fmla="*/ 0 w 98"/>
                    <a:gd name="T9" fmla="*/ 0 h 367"/>
                    <a:gd name="T10" fmla="*/ 0 w 98"/>
                    <a:gd name="T11" fmla="*/ 0 h 367"/>
                    <a:gd name="T12" fmla="*/ 0 w 98"/>
                    <a:gd name="T13" fmla="*/ 0 h 367"/>
                    <a:gd name="T14" fmla="*/ 0 w 98"/>
                    <a:gd name="T15" fmla="*/ 0 h 367"/>
                    <a:gd name="T16" fmla="*/ 0 w 98"/>
                    <a:gd name="T17" fmla="*/ 0 h 367"/>
                    <a:gd name="T18" fmla="*/ 0 w 98"/>
                    <a:gd name="T19" fmla="*/ 0 h 367"/>
                    <a:gd name="T20" fmla="*/ 0 w 98"/>
                    <a:gd name="T21" fmla="*/ 0 h 367"/>
                    <a:gd name="T22" fmla="*/ 0 w 98"/>
                    <a:gd name="T23" fmla="*/ 0 h 367"/>
                    <a:gd name="T24" fmla="*/ 0 w 98"/>
                    <a:gd name="T25" fmla="*/ 0 h 367"/>
                    <a:gd name="T26" fmla="*/ 0 w 98"/>
                    <a:gd name="T27" fmla="*/ 0 h 367"/>
                    <a:gd name="T28" fmla="*/ 0 w 98"/>
                    <a:gd name="T29" fmla="*/ 0 h 367"/>
                    <a:gd name="T30" fmla="*/ 0 w 98"/>
                    <a:gd name="T31" fmla="*/ 0 h 367"/>
                    <a:gd name="T32" fmla="*/ 0 w 98"/>
                    <a:gd name="T33" fmla="*/ 0 h 367"/>
                    <a:gd name="T34" fmla="*/ 0 w 98"/>
                    <a:gd name="T35" fmla="*/ 0 h 367"/>
                    <a:gd name="T36" fmla="*/ 0 w 98"/>
                    <a:gd name="T37" fmla="*/ 0 h 367"/>
                    <a:gd name="T38" fmla="*/ 0 w 98"/>
                    <a:gd name="T39" fmla="*/ 0 h 367"/>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98"/>
                    <a:gd name="T61" fmla="*/ 0 h 367"/>
                    <a:gd name="T62" fmla="*/ 98 w 98"/>
                    <a:gd name="T63" fmla="*/ 367 h 367"/>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98" h="367">
                      <a:moveTo>
                        <a:pt x="69" y="359"/>
                      </a:moveTo>
                      <a:lnTo>
                        <a:pt x="27" y="288"/>
                      </a:lnTo>
                      <a:lnTo>
                        <a:pt x="47" y="240"/>
                      </a:lnTo>
                      <a:lnTo>
                        <a:pt x="59" y="211"/>
                      </a:lnTo>
                      <a:lnTo>
                        <a:pt x="72" y="180"/>
                      </a:lnTo>
                      <a:lnTo>
                        <a:pt x="83" y="149"/>
                      </a:lnTo>
                      <a:lnTo>
                        <a:pt x="97" y="101"/>
                      </a:lnTo>
                      <a:lnTo>
                        <a:pt x="98" y="69"/>
                      </a:lnTo>
                      <a:lnTo>
                        <a:pt x="94" y="44"/>
                      </a:lnTo>
                      <a:lnTo>
                        <a:pt x="85" y="20"/>
                      </a:lnTo>
                      <a:lnTo>
                        <a:pt x="70" y="0"/>
                      </a:lnTo>
                      <a:lnTo>
                        <a:pt x="53" y="23"/>
                      </a:lnTo>
                      <a:lnTo>
                        <a:pt x="65" y="106"/>
                      </a:lnTo>
                      <a:lnTo>
                        <a:pt x="49" y="159"/>
                      </a:lnTo>
                      <a:lnTo>
                        <a:pt x="38" y="190"/>
                      </a:lnTo>
                      <a:lnTo>
                        <a:pt x="17" y="250"/>
                      </a:lnTo>
                      <a:lnTo>
                        <a:pt x="0" y="295"/>
                      </a:lnTo>
                      <a:lnTo>
                        <a:pt x="54" y="367"/>
                      </a:lnTo>
                      <a:lnTo>
                        <a:pt x="69" y="359"/>
                      </a:lnTo>
                      <a:close/>
                    </a:path>
                  </a:pathLst>
                </a:custGeom>
                <a:solidFill>
                  <a:srgbClr val="000000"/>
                </a:solidFill>
                <a:ln w="9525">
                  <a:noFill/>
                  <a:round/>
                  <a:headEnd/>
                  <a:tailEnd/>
                </a:ln>
              </p:spPr>
              <p:txBody>
                <a:bodyPr/>
                <a:lstStyle/>
                <a:p>
                  <a:endParaRPr lang="en-MY"/>
                </a:p>
              </p:txBody>
            </p:sp>
            <p:sp>
              <p:nvSpPr>
                <p:cNvPr id="66741" name="Freeform 62"/>
                <p:cNvSpPr>
                  <a:spLocks/>
                </p:cNvSpPr>
                <p:nvPr/>
              </p:nvSpPr>
              <p:spPr bwMode="auto">
                <a:xfrm>
                  <a:off x="3815" y="3684"/>
                  <a:ext cx="45" cy="141"/>
                </a:xfrm>
                <a:custGeom>
                  <a:avLst/>
                  <a:gdLst>
                    <a:gd name="T0" fmla="*/ 0 w 180"/>
                    <a:gd name="T1" fmla="*/ 0 h 565"/>
                    <a:gd name="T2" fmla="*/ 0 w 180"/>
                    <a:gd name="T3" fmla="*/ 0 h 565"/>
                    <a:gd name="T4" fmla="*/ 0 w 180"/>
                    <a:gd name="T5" fmla="*/ 0 h 565"/>
                    <a:gd name="T6" fmla="*/ 0 w 180"/>
                    <a:gd name="T7" fmla="*/ 0 h 565"/>
                    <a:gd name="T8" fmla="*/ 0 w 180"/>
                    <a:gd name="T9" fmla="*/ 0 h 565"/>
                    <a:gd name="T10" fmla="*/ 0 w 180"/>
                    <a:gd name="T11" fmla="*/ 0 h 565"/>
                    <a:gd name="T12" fmla="*/ 0 w 180"/>
                    <a:gd name="T13" fmla="*/ 0 h 565"/>
                    <a:gd name="T14" fmla="*/ 0 w 180"/>
                    <a:gd name="T15" fmla="*/ 0 h 565"/>
                    <a:gd name="T16" fmla="*/ 0 w 180"/>
                    <a:gd name="T17" fmla="*/ 0 h 565"/>
                    <a:gd name="T18" fmla="*/ 0 w 180"/>
                    <a:gd name="T19" fmla="*/ 0 h 565"/>
                    <a:gd name="T20" fmla="*/ 0 w 180"/>
                    <a:gd name="T21" fmla="*/ 0 h 565"/>
                    <a:gd name="T22" fmla="*/ 0 w 180"/>
                    <a:gd name="T23" fmla="*/ 0 h 565"/>
                    <a:gd name="T24" fmla="*/ 0 w 180"/>
                    <a:gd name="T25" fmla="*/ 0 h 565"/>
                    <a:gd name="T26" fmla="*/ 0 w 180"/>
                    <a:gd name="T27" fmla="*/ 0 h 565"/>
                    <a:gd name="T28" fmla="*/ 0 w 180"/>
                    <a:gd name="T29" fmla="*/ 0 h 565"/>
                    <a:gd name="T30" fmla="*/ 0 w 180"/>
                    <a:gd name="T31" fmla="*/ 0 h 565"/>
                    <a:gd name="T32" fmla="*/ 0 w 180"/>
                    <a:gd name="T33" fmla="*/ 0 h 565"/>
                    <a:gd name="T34" fmla="*/ 0 w 180"/>
                    <a:gd name="T35" fmla="*/ 0 h 565"/>
                    <a:gd name="T36" fmla="*/ 0 w 180"/>
                    <a:gd name="T37" fmla="*/ 0 h 565"/>
                    <a:gd name="T38" fmla="*/ 0 w 180"/>
                    <a:gd name="T39" fmla="*/ 0 h 565"/>
                    <a:gd name="T40" fmla="*/ 0 w 180"/>
                    <a:gd name="T41" fmla="*/ 0 h 565"/>
                    <a:gd name="T42" fmla="*/ 0 w 180"/>
                    <a:gd name="T43" fmla="*/ 0 h 565"/>
                    <a:gd name="T44" fmla="*/ 0 w 180"/>
                    <a:gd name="T45" fmla="*/ 0 h 565"/>
                    <a:gd name="T46" fmla="*/ 0 w 180"/>
                    <a:gd name="T47" fmla="*/ 0 h 565"/>
                    <a:gd name="T48" fmla="*/ 0 w 180"/>
                    <a:gd name="T49" fmla="*/ 0 h 565"/>
                    <a:gd name="T50" fmla="*/ 0 w 180"/>
                    <a:gd name="T51" fmla="*/ 0 h 565"/>
                    <a:gd name="T52" fmla="*/ 0 w 180"/>
                    <a:gd name="T53" fmla="*/ 0 h 565"/>
                    <a:gd name="T54" fmla="*/ 0 w 180"/>
                    <a:gd name="T55" fmla="*/ 0 h 565"/>
                    <a:gd name="T56" fmla="*/ 0 w 180"/>
                    <a:gd name="T57" fmla="*/ 0 h 565"/>
                    <a:gd name="T58" fmla="*/ 0 w 180"/>
                    <a:gd name="T59" fmla="*/ 0 h 565"/>
                    <a:gd name="T60" fmla="*/ 0 w 180"/>
                    <a:gd name="T61" fmla="*/ 0 h 565"/>
                    <a:gd name="T62" fmla="*/ 0 w 180"/>
                    <a:gd name="T63" fmla="*/ 0 h 565"/>
                    <a:gd name="T64" fmla="*/ 0 w 180"/>
                    <a:gd name="T65" fmla="*/ 0 h 565"/>
                    <a:gd name="T66" fmla="*/ 0 w 180"/>
                    <a:gd name="T67" fmla="*/ 0 h 565"/>
                    <a:gd name="T68" fmla="*/ 0 w 180"/>
                    <a:gd name="T69" fmla="*/ 0 h 565"/>
                    <a:gd name="T70" fmla="*/ 0 w 180"/>
                    <a:gd name="T71" fmla="*/ 0 h 565"/>
                    <a:gd name="T72" fmla="*/ 0 w 180"/>
                    <a:gd name="T73" fmla="*/ 0 h 565"/>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80"/>
                    <a:gd name="T112" fmla="*/ 0 h 565"/>
                    <a:gd name="T113" fmla="*/ 180 w 180"/>
                    <a:gd name="T114" fmla="*/ 565 h 565"/>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80" h="565">
                      <a:moveTo>
                        <a:pt x="159" y="0"/>
                      </a:moveTo>
                      <a:lnTo>
                        <a:pt x="123" y="130"/>
                      </a:lnTo>
                      <a:lnTo>
                        <a:pt x="105" y="164"/>
                      </a:lnTo>
                      <a:lnTo>
                        <a:pt x="85" y="271"/>
                      </a:lnTo>
                      <a:lnTo>
                        <a:pt x="84" y="390"/>
                      </a:lnTo>
                      <a:lnTo>
                        <a:pt x="70" y="395"/>
                      </a:lnTo>
                      <a:lnTo>
                        <a:pt x="56" y="403"/>
                      </a:lnTo>
                      <a:lnTo>
                        <a:pt x="40" y="413"/>
                      </a:lnTo>
                      <a:lnTo>
                        <a:pt x="25" y="426"/>
                      </a:lnTo>
                      <a:lnTo>
                        <a:pt x="11" y="442"/>
                      </a:lnTo>
                      <a:lnTo>
                        <a:pt x="0" y="481"/>
                      </a:lnTo>
                      <a:lnTo>
                        <a:pt x="3" y="502"/>
                      </a:lnTo>
                      <a:lnTo>
                        <a:pt x="9" y="519"/>
                      </a:lnTo>
                      <a:lnTo>
                        <a:pt x="29" y="545"/>
                      </a:lnTo>
                      <a:lnTo>
                        <a:pt x="38" y="554"/>
                      </a:lnTo>
                      <a:lnTo>
                        <a:pt x="47" y="560"/>
                      </a:lnTo>
                      <a:lnTo>
                        <a:pt x="54" y="565"/>
                      </a:lnTo>
                      <a:lnTo>
                        <a:pt x="73" y="554"/>
                      </a:lnTo>
                      <a:lnTo>
                        <a:pt x="64" y="549"/>
                      </a:lnTo>
                      <a:lnTo>
                        <a:pt x="45" y="534"/>
                      </a:lnTo>
                      <a:lnTo>
                        <a:pt x="36" y="523"/>
                      </a:lnTo>
                      <a:lnTo>
                        <a:pt x="27" y="510"/>
                      </a:lnTo>
                      <a:lnTo>
                        <a:pt x="19" y="479"/>
                      </a:lnTo>
                      <a:lnTo>
                        <a:pt x="23" y="463"/>
                      </a:lnTo>
                      <a:lnTo>
                        <a:pt x="33" y="448"/>
                      </a:lnTo>
                      <a:lnTo>
                        <a:pt x="47" y="437"/>
                      </a:lnTo>
                      <a:lnTo>
                        <a:pt x="63" y="427"/>
                      </a:lnTo>
                      <a:lnTo>
                        <a:pt x="90" y="413"/>
                      </a:lnTo>
                      <a:lnTo>
                        <a:pt x="104" y="409"/>
                      </a:lnTo>
                      <a:lnTo>
                        <a:pt x="107" y="309"/>
                      </a:lnTo>
                      <a:lnTo>
                        <a:pt x="115" y="231"/>
                      </a:lnTo>
                      <a:lnTo>
                        <a:pt x="120" y="199"/>
                      </a:lnTo>
                      <a:lnTo>
                        <a:pt x="127" y="176"/>
                      </a:lnTo>
                      <a:lnTo>
                        <a:pt x="156" y="122"/>
                      </a:lnTo>
                      <a:lnTo>
                        <a:pt x="180" y="11"/>
                      </a:lnTo>
                      <a:lnTo>
                        <a:pt x="159" y="0"/>
                      </a:lnTo>
                      <a:close/>
                    </a:path>
                  </a:pathLst>
                </a:custGeom>
                <a:solidFill>
                  <a:srgbClr val="000000"/>
                </a:solidFill>
                <a:ln w="9525">
                  <a:noFill/>
                  <a:round/>
                  <a:headEnd/>
                  <a:tailEnd/>
                </a:ln>
              </p:spPr>
              <p:txBody>
                <a:bodyPr/>
                <a:lstStyle/>
                <a:p>
                  <a:endParaRPr lang="en-MY"/>
                </a:p>
              </p:txBody>
            </p:sp>
            <p:sp>
              <p:nvSpPr>
                <p:cNvPr id="66742" name="Freeform 63"/>
                <p:cNvSpPr>
                  <a:spLocks/>
                </p:cNvSpPr>
                <p:nvPr/>
              </p:nvSpPr>
              <p:spPr bwMode="auto">
                <a:xfrm>
                  <a:off x="3936" y="3629"/>
                  <a:ext cx="13" cy="11"/>
                </a:xfrm>
                <a:custGeom>
                  <a:avLst/>
                  <a:gdLst>
                    <a:gd name="T0" fmla="*/ 0 w 51"/>
                    <a:gd name="T1" fmla="*/ 0 h 45"/>
                    <a:gd name="T2" fmla="*/ 0 w 51"/>
                    <a:gd name="T3" fmla="*/ 0 h 45"/>
                    <a:gd name="T4" fmla="*/ 0 w 51"/>
                    <a:gd name="T5" fmla="*/ 0 h 45"/>
                    <a:gd name="T6" fmla="*/ 0 w 51"/>
                    <a:gd name="T7" fmla="*/ 0 h 45"/>
                    <a:gd name="T8" fmla="*/ 0 w 51"/>
                    <a:gd name="T9" fmla="*/ 0 h 45"/>
                    <a:gd name="T10" fmla="*/ 0 w 51"/>
                    <a:gd name="T11" fmla="*/ 0 h 45"/>
                    <a:gd name="T12" fmla="*/ 0 w 51"/>
                    <a:gd name="T13" fmla="*/ 0 h 45"/>
                    <a:gd name="T14" fmla="*/ 0 w 51"/>
                    <a:gd name="T15" fmla="*/ 0 h 45"/>
                    <a:gd name="T16" fmla="*/ 0 60000 65536"/>
                    <a:gd name="T17" fmla="*/ 0 60000 65536"/>
                    <a:gd name="T18" fmla="*/ 0 60000 65536"/>
                    <a:gd name="T19" fmla="*/ 0 60000 65536"/>
                    <a:gd name="T20" fmla="*/ 0 60000 65536"/>
                    <a:gd name="T21" fmla="*/ 0 60000 65536"/>
                    <a:gd name="T22" fmla="*/ 0 60000 65536"/>
                    <a:gd name="T23" fmla="*/ 0 60000 65536"/>
                    <a:gd name="T24" fmla="*/ 0 w 51"/>
                    <a:gd name="T25" fmla="*/ 0 h 45"/>
                    <a:gd name="T26" fmla="*/ 51 w 51"/>
                    <a:gd name="T27" fmla="*/ 45 h 45"/>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51" h="45">
                      <a:moveTo>
                        <a:pt x="10" y="7"/>
                      </a:moveTo>
                      <a:lnTo>
                        <a:pt x="35" y="0"/>
                      </a:lnTo>
                      <a:lnTo>
                        <a:pt x="51" y="21"/>
                      </a:lnTo>
                      <a:lnTo>
                        <a:pt x="30" y="45"/>
                      </a:lnTo>
                      <a:lnTo>
                        <a:pt x="11" y="40"/>
                      </a:lnTo>
                      <a:lnTo>
                        <a:pt x="0" y="27"/>
                      </a:lnTo>
                      <a:lnTo>
                        <a:pt x="10" y="7"/>
                      </a:lnTo>
                      <a:close/>
                    </a:path>
                  </a:pathLst>
                </a:custGeom>
                <a:solidFill>
                  <a:srgbClr val="000000"/>
                </a:solidFill>
                <a:ln w="9525">
                  <a:noFill/>
                  <a:round/>
                  <a:headEnd/>
                  <a:tailEnd/>
                </a:ln>
              </p:spPr>
              <p:txBody>
                <a:bodyPr/>
                <a:lstStyle/>
                <a:p>
                  <a:endParaRPr lang="en-MY"/>
                </a:p>
              </p:txBody>
            </p:sp>
            <p:sp>
              <p:nvSpPr>
                <p:cNvPr id="66743" name="Freeform 64"/>
                <p:cNvSpPr>
                  <a:spLocks/>
                </p:cNvSpPr>
                <p:nvPr/>
              </p:nvSpPr>
              <p:spPr bwMode="auto">
                <a:xfrm>
                  <a:off x="3932" y="3710"/>
                  <a:ext cx="88" cy="28"/>
                </a:xfrm>
                <a:custGeom>
                  <a:avLst/>
                  <a:gdLst>
                    <a:gd name="T0" fmla="*/ 0 w 351"/>
                    <a:gd name="T1" fmla="*/ 0 h 113"/>
                    <a:gd name="T2" fmla="*/ 0 w 351"/>
                    <a:gd name="T3" fmla="*/ 0 h 113"/>
                    <a:gd name="T4" fmla="*/ 0 w 351"/>
                    <a:gd name="T5" fmla="*/ 0 h 113"/>
                    <a:gd name="T6" fmla="*/ 0 w 351"/>
                    <a:gd name="T7" fmla="*/ 0 h 113"/>
                    <a:gd name="T8" fmla="*/ 0 w 351"/>
                    <a:gd name="T9" fmla="*/ 0 h 113"/>
                    <a:gd name="T10" fmla="*/ 0 w 351"/>
                    <a:gd name="T11" fmla="*/ 0 h 113"/>
                    <a:gd name="T12" fmla="*/ 0 w 351"/>
                    <a:gd name="T13" fmla="*/ 0 h 113"/>
                    <a:gd name="T14" fmla="*/ 0 w 351"/>
                    <a:gd name="T15" fmla="*/ 0 h 113"/>
                    <a:gd name="T16" fmla="*/ 0 w 351"/>
                    <a:gd name="T17" fmla="*/ 0 h 113"/>
                    <a:gd name="T18" fmla="*/ 0 w 351"/>
                    <a:gd name="T19" fmla="*/ 0 h 113"/>
                    <a:gd name="T20" fmla="*/ 0 w 351"/>
                    <a:gd name="T21" fmla="*/ 0 h 113"/>
                    <a:gd name="T22" fmla="*/ 0 w 351"/>
                    <a:gd name="T23" fmla="*/ 0 h 113"/>
                    <a:gd name="T24" fmla="*/ 0 w 351"/>
                    <a:gd name="T25" fmla="*/ 0 h 113"/>
                    <a:gd name="T26" fmla="*/ 0 w 351"/>
                    <a:gd name="T27" fmla="*/ 0 h 113"/>
                    <a:gd name="T28" fmla="*/ 0 w 351"/>
                    <a:gd name="T29" fmla="*/ 0 h 113"/>
                    <a:gd name="T30" fmla="*/ 0 w 351"/>
                    <a:gd name="T31" fmla="*/ 0 h 113"/>
                    <a:gd name="T32" fmla="*/ 0 w 351"/>
                    <a:gd name="T33" fmla="*/ 0 h 113"/>
                    <a:gd name="T34" fmla="*/ 0 w 351"/>
                    <a:gd name="T35" fmla="*/ 0 h 113"/>
                    <a:gd name="T36" fmla="*/ 0 w 351"/>
                    <a:gd name="T37" fmla="*/ 0 h 113"/>
                    <a:gd name="T38" fmla="*/ 0 w 351"/>
                    <a:gd name="T39" fmla="*/ 0 h 113"/>
                    <a:gd name="T40" fmla="*/ 0 w 351"/>
                    <a:gd name="T41" fmla="*/ 0 h 113"/>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351"/>
                    <a:gd name="T64" fmla="*/ 0 h 113"/>
                    <a:gd name="T65" fmla="*/ 351 w 351"/>
                    <a:gd name="T66" fmla="*/ 113 h 113"/>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351" h="113">
                      <a:moveTo>
                        <a:pt x="351" y="0"/>
                      </a:moveTo>
                      <a:lnTo>
                        <a:pt x="329" y="11"/>
                      </a:lnTo>
                      <a:lnTo>
                        <a:pt x="306" y="23"/>
                      </a:lnTo>
                      <a:lnTo>
                        <a:pt x="275" y="36"/>
                      </a:lnTo>
                      <a:lnTo>
                        <a:pt x="244" y="51"/>
                      </a:lnTo>
                      <a:lnTo>
                        <a:pt x="209" y="63"/>
                      </a:lnTo>
                      <a:lnTo>
                        <a:pt x="176" y="74"/>
                      </a:lnTo>
                      <a:lnTo>
                        <a:pt x="145" y="80"/>
                      </a:lnTo>
                      <a:lnTo>
                        <a:pt x="97" y="84"/>
                      </a:lnTo>
                      <a:lnTo>
                        <a:pt x="48" y="84"/>
                      </a:lnTo>
                      <a:lnTo>
                        <a:pt x="0" y="77"/>
                      </a:lnTo>
                      <a:lnTo>
                        <a:pt x="13" y="110"/>
                      </a:lnTo>
                      <a:lnTo>
                        <a:pt x="70" y="113"/>
                      </a:lnTo>
                      <a:lnTo>
                        <a:pt x="123" y="111"/>
                      </a:lnTo>
                      <a:lnTo>
                        <a:pt x="184" y="101"/>
                      </a:lnTo>
                      <a:lnTo>
                        <a:pt x="243" y="82"/>
                      </a:lnTo>
                      <a:lnTo>
                        <a:pt x="294" y="58"/>
                      </a:lnTo>
                      <a:lnTo>
                        <a:pt x="331" y="37"/>
                      </a:lnTo>
                      <a:lnTo>
                        <a:pt x="345" y="28"/>
                      </a:lnTo>
                      <a:lnTo>
                        <a:pt x="351" y="0"/>
                      </a:lnTo>
                      <a:close/>
                    </a:path>
                  </a:pathLst>
                </a:custGeom>
                <a:solidFill>
                  <a:srgbClr val="000000"/>
                </a:solidFill>
                <a:ln w="9525">
                  <a:noFill/>
                  <a:round/>
                  <a:headEnd/>
                  <a:tailEnd/>
                </a:ln>
              </p:spPr>
              <p:txBody>
                <a:bodyPr/>
                <a:lstStyle/>
                <a:p>
                  <a:endParaRPr lang="en-MY"/>
                </a:p>
              </p:txBody>
            </p:sp>
            <p:sp>
              <p:nvSpPr>
                <p:cNvPr id="66744" name="Freeform 65"/>
                <p:cNvSpPr>
                  <a:spLocks/>
                </p:cNvSpPr>
                <p:nvPr/>
              </p:nvSpPr>
              <p:spPr bwMode="auto">
                <a:xfrm>
                  <a:off x="4070" y="3646"/>
                  <a:ext cx="52" cy="129"/>
                </a:xfrm>
                <a:custGeom>
                  <a:avLst/>
                  <a:gdLst>
                    <a:gd name="T0" fmla="*/ 0 w 208"/>
                    <a:gd name="T1" fmla="*/ 0 h 518"/>
                    <a:gd name="T2" fmla="*/ 0 w 208"/>
                    <a:gd name="T3" fmla="*/ 0 h 518"/>
                    <a:gd name="T4" fmla="*/ 0 w 208"/>
                    <a:gd name="T5" fmla="*/ 0 h 518"/>
                    <a:gd name="T6" fmla="*/ 0 w 208"/>
                    <a:gd name="T7" fmla="*/ 0 h 518"/>
                    <a:gd name="T8" fmla="*/ 0 w 208"/>
                    <a:gd name="T9" fmla="*/ 0 h 518"/>
                    <a:gd name="T10" fmla="*/ 0 w 208"/>
                    <a:gd name="T11" fmla="*/ 0 h 518"/>
                    <a:gd name="T12" fmla="*/ 0 w 208"/>
                    <a:gd name="T13" fmla="*/ 0 h 518"/>
                    <a:gd name="T14" fmla="*/ 0 w 208"/>
                    <a:gd name="T15" fmla="*/ 0 h 518"/>
                    <a:gd name="T16" fmla="*/ 0 w 208"/>
                    <a:gd name="T17" fmla="*/ 0 h 518"/>
                    <a:gd name="T18" fmla="*/ 0 w 208"/>
                    <a:gd name="T19" fmla="*/ 0 h 518"/>
                    <a:gd name="T20" fmla="*/ 0 w 208"/>
                    <a:gd name="T21" fmla="*/ 0 h 518"/>
                    <a:gd name="T22" fmla="*/ 0 w 208"/>
                    <a:gd name="T23" fmla="*/ 0 h 518"/>
                    <a:gd name="T24" fmla="*/ 0 w 208"/>
                    <a:gd name="T25" fmla="*/ 0 h 518"/>
                    <a:gd name="T26" fmla="*/ 0 w 208"/>
                    <a:gd name="T27" fmla="*/ 0 h 518"/>
                    <a:gd name="T28" fmla="*/ 0 w 208"/>
                    <a:gd name="T29" fmla="*/ 0 h 518"/>
                    <a:gd name="T30" fmla="*/ 0 w 208"/>
                    <a:gd name="T31" fmla="*/ 0 h 518"/>
                    <a:gd name="T32" fmla="*/ 0 w 208"/>
                    <a:gd name="T33" fmla="*/ 0 h 518"/>
                    <a:gd name="T34" fmla="*/ 0 w 208"/>
                    <a:gd name="T35" fmla="*/ 0 h 518"/>
                    <a:gd name="T36" fmla="*/ 0 w 208"/>
                    <a:gd name="T37" fmla="*/ 0 h 518"/>
                    <a:gd name="T38" fmla="*/ 0 w 208"/>
                    <a:gd name="T39" fmla="*/ 0 h 518"/>
                    <a:gd name="T40" fmla="*/ 0 w 208"/>
                    <a:gd name="T41" fmla="*/ 0 h 518"/>
                    <a:gd name="T42" fmla="*/ 0 w 208"/>
                    <a:gd name="T43" fmla="*/ 0 h 518"/>
                    <a:gd name="T44" fmla="*/ 0 w 208"/>
                    <a:gd name="T45" fmla="*/ 0 h 518"/>
                    <a:gd name="T46" fmla="*/ 0 w 208"/>
                    <a:gd name="T47" fmla="*/ 0 h 518"/>
                    <a:gd name="T48" fmla="*/ 0 w 208"/>
                    <a:gd name="T49" fmla="*/ 0 h 518"/>
                    <a:gd name="T50" fmla="*/ 0 w 208"/>
                    <a:gd name="T51" fmla="*/ 0 h 518"/>
                    <a:gd name="T52" fmla="*/ 0 w 208"/>
                    <a:gd name="T53" fmla="*/ 0 h 518"/>
                    <a:gd name="T54" fmla="*/ 0 w 208"/>
                    <a:gd name="T55" fmla="*/ 0 h 518"/>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208"/>
                    <a:gd name="T85" fmla="*/ 0 h 518"/>
                    <a:gd name="T86" fmla="*/ 208 w 208"/>
                    <a:gd name="T87" fmla="*/ 518 h 518"/>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208" h="518">
                      <a:moveTo>
                        <a:pt x="11" y="0"/>
                      </a:moveTo>
                      <a:lnTo>
                        <a:pt x="24" y="8"/>
                      </a:lnTo>
                      <a:lnTo>
                        <a:pt x="40" y="17"/>
                      </a:lnTo>
                      <a:lnTo>
                        <a:pt x="55" y="31"/>
                      </a:lnTo>
                      <a:lnTo>
                        <a:pt x="74" y="49"/>
                      </a:lnTo>
                      <a:lnTo>
                        <a:pt x="91" y="71"/>
                      </a:lnTo>
                      <a:lnTo>
                        <a:pt x="107" y="96"/>
                      </a:lnTo>
                      <a:lnTo>
                        <a:pt x="116" y="128"/>
                      </a:lnTo>
                      <a:lnTo>
                        <a:pt x="127" y="189"/>
                      </a:lnTo>
                      <a:lnTo>
                        <a:pt x="131" y="269"/>
                      </a:lnTo>
                      <a:lnTo>
                        <a:pt x="132" y="345"/>
                      </a:lnTo>
                      <a:lnTo>
                        <a:pt x="208" y="424"/>
                      </a:lnTo>
                      <a:lnTo>
                        <a:pt x="174" y="510"/>
                      </a:lnTo>
                      <a:lnTo>
                        <a:pt x="160" y="518"/>
                      </a:lnTo>
                      <a:lnTo>
                        <a:pt x="175" y="435"/>
                      </a:lnTo>
                      <a:lnTo>
                        <a:pt x="107" y="354"/>
                      </a:lnTo>
                      <a:lnTo>
                        <a:pt x="105" y="318"/>
                      </a:lnTo>
                      <a:lnTo>
                        <a:pt x="95" y="238"/>
                      </a:lnTo>
                      <a:lnTo>
                        <a:pt x="88" y="191"/>
                      </a:lnTo>
                      <a:lnTo>
                        <a:pt x="80" y="149"/>
                      </a:lnTo>
                      <a:lnTo>
                        <a:pt x="72" y="112"/>
                      </a:lnTo>
                      <a:lnTo>
                        <a:pt x="61" y="88"/>
                      </a:lnTo>
                      <a:lnTo>
                        <a:pt x="40" y="60"/>
                      </a:lnTo>
                      <a:lnTo>
                        <a:pt x="20" y="39"/>
                      </a:lnTo>
                      <a:lnTo>
                        <a:pt x="12" y="31"/>
                      </a:lnTo>
                      <a:lnTo>
                        <a:pt x="0" y="23"/>
                      </a:lnTo>
                      <a:lnTo>
                        <a:pt x="11" y="0"/>
                      </a:lnTo>
                      <a:close/>
                    </a:path>
                  </a:pathLst>
                </a:custGeom>
                <a:solidFill>
                  <a:srgbClr val="000000"/>
                </a:solidFill>
                <a:ln w="9525">
                  <a:noFill/>
                  <a:round/>
                  <a:headEnd/>
                  <a:tailEnd/>
                </a:ln>
              </p:spPr>
              <p:txBody>
                <a:bodyPr/>
                <a:lstStyle/>
                <a:p>
                  <a:endParaRPr lang="en-MY"/>
                </a:p>
              </p:txBody>
            </p:sp>
            <p:sp>
              <p:nvSpPr>
                <p:cNvPr id="66745" name="Freeform 66"/>
                <p:cNvSpPr>
                  <a:spLocks/>
                </p:cNvSpPr>
                <p:nvPr/>
              </p:nvSpPr>
              <p:spPr bwMode="auto">
                <a:xfrm>
                  <a:off x="4050" y="3668"/>
                  <a:ext cx="34" cy="99"/>
                </a:xfrm>
                <a:custGeom>
                  <a:avLst/>
                  <a:gdLst>
                    <a:gd name="T0" fmla="*/ 0 w 133"/>
                    <a:gd name="T1" fmla="*/ 0 h 397"/>
                    <a:gd name="T2" fmla="*/ 0 w 133"/>
                    <a:gd name="T3" fmla="*/ 0 h 397"/>
                    <a:gd name="T4" fmla="*/ 0 w 133"/>
                    <a:gd name="T5" fmla="*/ 0 h 397"/>
                    <a:gd name="T6" fmla="*/ 0 w 133"/>
                    <a:gd name="T7" fmla="*/ 0 h 397"/>
                    <a:gd name="T8" fmla="*/ 0 w 133"/>
                    <a:gd name="T9" fmla="*/ 0 h 397"/>
                    <a:gd name="T10" fmla="*/ 0 w 133"/>
                    <a:gd name="T11" fmla="*/ 0 h 397"/>
                    <a:gd name="T12" fmla="*/ 0 w 133"/>
                    <a:gd name="T13" fmla="*/ 0 h 397"/>
                    <a:gd name="T14" fmla="*/ 0 w 133"/>
                    <a:gd name="T15" fmla="*/ 0 h 397"/>
                    <a:gd name="T16" fmla="*/ 0 w 133"/>
                    <a:gd name="T17" fmla="*/ 0 h 397"/>
                    <a:gd name="T18" fmla="*/ 0 w 133"/>
                    <a:gd name="T19" fmla="*/ 0 h 397"/>
                    <a:gd name="T20" fmla="*/ 0 w 133"/>
                    <a:gd name="T21" fmla="*/ 0 h 397"/>
                    <a:gd name="T22" fmla="*/ 0 w 133"/>
                    <a:gd name="T23" fmla="*/ 0 h 397"/>
                    <a:gd name="T24" fmla="*/ 0 w 133"/>
                    <a:gd name="T25" fmla="*/ 0 h 397"/>
                    <a:gd name="T26" fmla="*/ 0 w 133"/>
                    <a:gd name="T27" fmla="*/ 0 h 397"/>
                    <a:gd name="T28" fmla="*/ 0 w 133"/>
                    <a:gd name="T29" fmla="*/ 0 h 397"/>
                    <a:gd name="T30" fmla="*/ 0 w 133"/>
                    <a:gd name="T31" fmla="*/ 0 h 397"/>
                    <a:gd name="T32" fmla="*/ 0 w 133"/>
                    <a:gd name="T33" fmla="*/ 0 h 397"/>
                    <a:gd name="T34" fmla="*/ 0 w 133"/>
                    <a:gd name="T35" fmla="*/ 0 h 397"/>
                    <a:gd name="T36" fmla="*/ 0 w 133"/>
                    <a:gd name="T37" fmla="*/ 0 h 397"/>
                    <a:gd name="T38" fmla="*/ 0 w 133"/>
                    <a:gd name="T39" fmla="*/ 0 h 397"/>
                    <a:gd name="T40" fmla="*/ 0 w 133"/>
                    <a:gd name="T41" fmla="*/ 0 h 397"/>
                    <a:gd name="T42" fmla="*/ 0 w 133"/>
                    <a:gd name="T43" fmla="*/ 0 h 397"/>
                    <a:gd name="T44" fmla="*/ 0 w 133"/>
                    <a:gd name="T45" fmla="*/ 0 h 397"/>
                    <a:gd name="T46" fmla="*/ 0 w 133"/>
                    <a:gd name="T47" fmla="*/ 0 h 397"/>
                    <a:gd name="T48" fmla="*/ 0 w 133"/>
                    <a:gd name="T49" fmla="*/ 0 h 397"/>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33"/>
                    <a:gd name="T76" fmla="*/ 0 h 397"/>
                    <a:gd name="T77" fmla="*/ 133 w 133"/>
                    <a:gd name="T78" fmla="*/ 397 h 397"/>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33" h="397">
                      <a:moveTo>
                        <a:pt x="27" y="0"/>
                      </a:moveTo>
                      <a:lnTo>
                        <a:pt x="34" y="22"/>
                      </a:lnTo>
                      <a:lnTo>
                        <a:pt x="41" y="45"/>
                      </a:lnTo>
                      <a:lnTo>
                        <a:pt x="51" y="74"/>
                      </a:lnTo>
                      <a:lnTo>
                        <a:pt x="63" y="105"/>
                      </a:lnTo>
                      <a:lnTo>
                        <a:pt x="74" y="137"/>
                      </a:lnTo>
                      <a:lnTo>
                        <a:pt x="86" y="167"/>
                      </a:lnTo>
                      <a:lnTo>
                        <a:pt x="99" y="191"/>
                      </a:lnTo>
                      <a:lnTo>
                        <a:pt x="114" y="239"/>
                      </a:lnTo>
                      <a:lnTo>
                        <a:pt x="115" y="286"/>
                      </a:lnTo>
                      <a:lnTo>
                        <a:pt x="110" y="340"/>
                      </a:lnTo>
                      <a:lnTo>
                        <a:pt x="133" y="390"/>
                      </a:lnTo>
                      <a:lnTo>
                        <a:pt x="120" y="397"/>
                      </a:lnTo>
                      <a:lnTo>
                        <a:pt x="87" y="347"/>
                      </a:lnTo>
                      <a:lnTo>
                        <a:pt x="99" y="255"/>
                      </a:lnTo>
                      <a:lnTo>
                        <a:pt x="89" y="230"/>
                      </a:lnTo>
                      <a:lnTo>
                        <a:pt x="78" y="205"/>
                      </a:lnTo>
                      <a:lnTo>
                        <a:pt x="65" y="174"/>
                      </a:lnTo>
                      <a:lnTo>
                        <a:pt x="51" y="141"/>
                      </a:lnTo>
                      <a:lnTo>
                        <a:pt x="38" y="109"/>
                      </a:lnTo>
                      <a:lnTo>
                        <a:pt x="25" y="82"/>
                      </a:lnTo>
                      <a:lnTo>
                        <a:pt x="18" y="63"/>
                      </a:lnTo>
                      <a:lnTo>
                        <a:pt x="0" y="1"/>
                      </a:lnTo>
                      <a:lnTo>
                        <a:pt x="27" y="0"/>
                      </a:lnTo>
                      <a:close/>
                    </a:path>
                  </a:pathLst>
                </a:custGeom>
                <a:solidFill>
                  <a:srgbClr val="000000"/>
                </a:solidFill>
                <a:ln w="9525">
                  <a:noFill/>
                  <a:round/>
                  <a:headEnd/>
                  <a:tailEnd/>
                </a:ln>
              </p:spPr>
              <p:txBody>
                <a:bodyPr/>
                <a:lstStyle/>
                <a:p>
                  <a:endParaRPr lang="en-MY"/>
                </a:p>
              </p:txBody>
            </p:sp>
            <p:sp>
              <p:nvSpPr>
                <p:cNvPr id="66746" name="Freeform 67"/>
                <p:cNvSpPr>
                  <a:spLocks/>
                </p:cNvSpPr>
                <p:nvPr/>
              </p:nvSpPr>
              <p:spPr bwMode="auto">
                <a:xfrm>
                  <a:off x="4011" y="3958"/>
                  <a:ext cx="10" cy="13"/>
                </a:xfrm>
                <a:custGeom>
                  <a:avLst/>
                  <a:gdLst>
                    <a:gd name="T0" fmla="*/ 0 w 41"/>
                    <a:gd name="T1" fmla="*/ 0 h 54"/>
                    <a:gd name="T2" fmla="*/ 0 w 41"/>
                    <a:gd name="T3" fmla="*/ 0 h 54"/>
                    <a:gd name="T4" fmla="*/ 0 w 41"/>
                    <a:gd name="T5" fmla="*/ 0 h 54"/>
                    <a:gd name="T6" fmla="*/ 0 w 41"/>
                    <a:gd name="T7" fmla="*/ 0 h 54"/>
                    <a:gd name="T8" fmla="*/ 0 w 41"/>
                    <a:gd name="T9" fmla="*/ 0 h 54"/>
                    <a:gd name="T10" fmla="*/ 0 w 41"/>
                    <a:gd name="T11" fmla="*/ 0 h 54"/>
                    <a:gd name="T12" fmla="*/ 0 w 41"/>
                    <a:gd name="T13" fmla="*/ 0 h 54"/>
                    <a:gd name="T14" fmla="*/ 0 w 41"/>
                    <a:gd name="T15" fmla="*/ 0 h 54"/>
                    <a:gd name="T16" fmla="*/ 0 w 41"/>
                    <a:gd name="T17" fmla="*/ 0 h 54"/>
                    <a:gd name="T18" fmla="*/ 0 w 41"/>
                    <a:gd name="T19" fmla="*/ 0 h 54"/>
                    <a:gd name="T20" fmla="*/ 0 w 41"/>
                    <a:gd name="T21" fmla="*/ 0 h 54"/>
                    <a:gd name="T22" fmla="*/ 0 w 41"/>
                    <a:gd name="T23" fmla="*/ 0 h 54"/>
                    <a:gd name="T24" fmla="*/ 0 w 41"/>
                    <a:gd name="T25" fmla="*/ 0 h 54"/>
                    <a:gd name="T26" fmla="*/ 0 w 41"/>
                    <a:gd name="T27" fmla="*/ 0 h 54"/>
                    <a:gd name="T28" fmla="*/ 0 w 41"/>
                    <a:gd name="T29" fmla="*/ 0 h 54"/>
                    <a:gd name="T30" fmla="*/ 0 w 41"/>
                    <a:gd name="T31" fmla="*/ 0 h 54"/>
                    <a:gd name="T32" fmla="*/ 0 w 41"/>
                    <a:gd name="T33" fmla="*/ 0 h 54"/>
                    <a:gd name="T34" fmla="*/ 0 w 41"/>
                    <a:gd name="T35" fmla="*/ 0 h 54"/>
                    <a:gd name="T36" fmla="*/ 0 w 41"/>
                    <a:gd name="T37" fmla="*/ 0 h 5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41"/>
                    <a:gd name="T58" fmla="*/ 0 h 54"/>
                    <a:gd name="T59" fmla="*/ 41 w 41"/>
                    <a:gd name="T60" fmla="*/ 54 h 54"/>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41" h="54">
                      <a:moveTo>
                        <a:pt x="41" y="31"/>
                      </a:moveTo>
                      <a:lnTo>
                        <a:pt x="40" y="21"/>
                      </a:lnTo>
                      <a:lnTo>
                        <a:pt x="37" y="11"/>
                      </a:lnTo>
                      <a:lnTo>
                        <a:pt x="30" y="4"/>
                      </a:lnTo>
                      <a:lnTo>
                        <a:pt x="23" y="0"/>
                      </a:lnTo>
                      <a:lnTo>
                        <a:pt x="16" y="0"/>
                      </a:lnTo>
                      <a:lnTo>
                        <a:pt x="9" y="3"/>
                      </a:lnTo>
                      <a:lnTo>
                        <a:pt x="4" y="8"/>
                      </a:lnTo>
                      <a:lnTo>
                        <a:pt x="0" y="18"/>
                      </a:lnTo>
                      <a:lnTo>
                        <a:pt x="0" y="28"/>
                      </a:lnTo>
                      <a:lnTo>
                        <a:pt x="2" y="37"/>
                      </a:lnTo>
                      <a:lnTo>
                        <a:pt x="7" y="45"/>
                      </a:lnTo>
                      <a:lnTo>
                        <a:pt x="13" y="50"/>
                      </a:lnTo>
                      <a:lnTo>
                        <a:pt x="21" y="54"/>
                      </a:lnTo>
                      <a:lnTo>
                        <a:pt x="28" y="53"/>
                      </a:lnTo>
                      <a:lnTo>
                        <a:pt x="34" y="47"/>
                      </a:lnTo>
                      <a:lnTo>
                        <a:pt x="39" y="40"/>
                      </a:lnTo>
                      <a:lnTo>
                        <a:pt x="41" y="31"/>
                      </a:lnTo>
                      <a:close/>
                    </a:path>
                  </a:pathLst>
                </a:custGeom>
                <a:solidFill>
                  <a:srgbClr val="000000"/>
                </a:solidFill>
                <a:ln w="9525">
                  <a:noFill/>
                  <a:round/>
                  <a:headEnd/>
                  <a:tailEnd/>
                </a:ln>
              </p:spPr>
              <p:txBody>
                <a:bodyPr/>
                <a:lstStyle/>
                <a:p>
                  <a:endParaRPr lang="en-MY"/>
                </a:p>
              </p:txBody>
            </p:sp>
            <p:sp>
              <p:nvSpPr>
                <p:cNvPr id="66747" name="Freeform 68"/>
                <p:cNvSpPr>
                  <a:spLocks/>
                </p:cNvSpPr>
                <p:nvPr/>
              </p:nvSpPr>
              <p:spPr bwMode="auto">
                <a:xfrm>
                  <a:off x="4004" y="3856"/>
                  <a:ext cx="8" cy="30"/>
                </a:xfrm>
                <a:custGeom>
                  <a:avLst/>
                  <a:gdLst>
                    <a:gd name="T0" fmla="*/ 0 w 33"/>
                    <a:gd name="T1" fmla="*/ 0 h 122"/>
                    <a:gd name="T2" fmla="*/ 0 w 33"/>
                    <a:gd name="T3" fmla="*/ 0 h 122"/>
                    <a:gd name="T4" fmla="*/ 0 w 33"/>
                    <a:gd name="T5" fmla="*/ 0 h 122"/>
                    <a:gd name="T6" fmla="*/ 0 w 33"/>
                    <a:gd name="T7" fmla="*/ 0 h 122"/>
                    <a:gd name="T8" fmla="*/ 0 w 33"/>
                    <a:gd name="T9" fmla="*/ 0 h 122"/>
                    <a:gd name="T10" fmla="*/ 0 w 33"/>
                    <a:gd name="T11" fmla="*/ 0 h 122"/>
                    <a:gd name="T12" fmla="*/ 0 60000 65536"/>
                    <a:gd name="T13" fmla="*/ 0 60000 65536"/>
                    <a:gd name="T14" fmla="*/ 0 60000 65536"/>
                    <a:gd name="T15" fmla="*/ 0 60000 65536"/>
                    <a:gd name="T16" fmla="*/ 0 60000 65536"/>
                    <a:gd name="T17" fmla="*/ 0 60000 65536"/>
                    <a:gd name="T18" fmla="*/ 0 w 33"/>
                    <a:gd name="T19" fmla="*/ 0 h 122"/>
                    <a:gd name="T20" fmla="*/ 33 w 33"/>
                    <a:gd name="T21" fmla="*/ 122 h 122"/>
                  </a:gdLst>
                  <a:ahLst/>
                  <a:cxnLst>
                    <a:cxn ang="T12">
                      <a:pos x="T0" y="T1"/>
                    </a:cxn>
                    <a:cxn ang="T13">
                      <a:pos x="T2" y="T3"/>
                    </a:cxn>
                    <a:cxn ang="T14">
                      <a:pos x="T4" y="T5"/>
                    </a:cxn>
                    <a:cxn ang="T15">
                      <a:pos x="T6" y="T7"/>
                    </a:cxn>
                    <a:cxn ang="T16">
                      <a:pos x="T8" y="T9"/>
                    </a:cxn>
                    <a:cxn ang="T17">
                      <a:pos x="T10" y="T11"/>
                    </a:cxn>
                  </a:cxnLst>
                  <a:rect l="T18" t="T19" r="T20" b="T21"/>
                  <a:pathLst>
                    <a:path w="33" h="122">
                      <a:moveTo>
                        <a:pt x="23" y="0"/>
                      </a:moveTo>
                      <a:lnTo>
                        <a:pt x="33" y="122"/>
                      </a:lnTo>
                      <a:lnTo>
                        <a:pt x="4" y="114"/>
                      </a:lnTo>
                      <a:lnTo>
                        <a:pt x="0" y="18"/>
                      </a:lnTo>
                      <a:lnTo>
                        <a:pt x="23" y="0"/>
                      </a:lnTo>
                      <a:close/>
                    </a:path>
                  </a:pathLst>
                </a:custGeom>
                <a:solidFill>
                  <a:srgbClr val="000000"/>
                </a:solidFill>
                <a:ln w="9525">
                  <a:noFill/>
                  <a:round/>
                  <a:headEnd/>
                  <a:tailEnd/>
                </a:ln>
              </p:spPr>
              <p:txBody>
                <a:bodyPr/>
                <a:lstStyle/>
                <a:p>
                  <a:endParaRPr lang="en-MY"/>
                </a:p>
              </p:txBody>
            </p:sp>
            <p:sp>
              <p:nvSpPr>
                <p:cNvPr id="66748" name="Freeform 69"/>
                <p:cNvSpPr>
                  <a:spLocks/>
                </p:cNvSpPr>
                <p:nvPr/>
              </p:nvSpPr>
              <p:spPr bwMode="auto">
                <a:xfrm>
                  <a:off x="3841" y="3806"/>
                  <a:ext cx="61" cy="25"/>
                </a:xfrm>
                <a:custGeom>
                  <a:avLst/>
                  <a:gdLst>
                    <a:gd name="T0" fmla="*/ 0 w 247"/>
                    <a:gd name="T1" fmla="*/ 0 h 101"/>
                    <a:gd name="T2" fmla="*/ 0 w 247"/>
                    <a:gd name="T3" fmla="*/ 0 h 101"/>
                    <a:gd name="T4" fmla="*/ 0 w 247"/>
                    <a:gd name="T5" fmla="*/ 0 h 101"/>
                    <a:gd name="T6" fmla="*/ 0 w 247"/>
                    <a:gd name="T7" fmla="*/ 0 h 101"/>
                    <a:gd name="T8" fmla="*/ 0 w 247"/>
                    <a:gd name="T9" fmla="*/ 0 h 101"/>
                    <a:gd name="T10" fmla="*/ 0 w 247"/>
                    <a:gd name="T11" fmla="*/ 0 h 101"/>
                    <a:gd name="T12" fmla="*/ 0 w 247"/>
                    <a:gd name="T13" fmla="*/ 0 h 101"/>
                    <a:gd name="T14" fmla="*/ 0 w 247"/>
                    <a:gd name="T15" fmla="*/ 0 h 101"/>
                    <a:gd name="T16" fmla="*/ 0 w 247"/>
                    <a:gd name="T17" fmla="*/ 0 h 101"/>
                    <a:gd name="T18" fmla="*/ 0 w 247"/>
                    <a:gd name="T19" fmla="*/ 0 h 101"/>
                    <a:gd name="T20" fmla="*/ 0 w 247"/>
                    <a:gd name="T21" fmla="*/ 0 h 101"/>
                    <a:gd name="T22" fmla="*/ 0 w 247"/>
                    <a:gd name="T23" fmla="*/ 0 h 101"/>
                    <a:gd name="T24" fmla="*/ 0 w 247"/>
                    <a:gd name="T25" fmla="*/ 0 h 101"/>
                    <a:gd name="T26" fmla="*/ 0 w 247"/>
                    <a:gd name="T27" fmla="*/ 0 h 101"/>
                    <a:gd name="T28" fmla="*/ 0 w 247"/>
                    <a:gd name="T29" fmla="*/ 0 h 101"/>
                    <a:gd name="T30" fmla="*/ 0 w 247"/>
                    <a:gd name="T31" fmla="*/ 0 h 101"/>
                    <a:gd name="T32" fmla="*/ 0 w 247"/>
                    <a:gd name="T33" fmla="*/ 0 h 10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247"/>
                    <a:gd name="T52" fmla="*/ 0 h 101"/>
                    <a:gd name="T53" fmla="*/ 247 w 247"/>
                    <a:gd name="T54" fmla="*/ 101 h 101"/>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247" h="101">
                      <a:moveTo>
                        <a:pt x="225" y="98"/>
                      </a:moveTo>
                      <a:lnTo>
                        <a:pt x="241" y="84"/>
                      </a:lnTo>
                      <a:lnTo>
                        <a:pt x="247" y="72"/>
                      </a:lnTo>
                      <a:lnTo>
                        <a:pt x="240" y="59"/>
                      </a:lnTo>
                      <a:lnTo>
                        <a:pt x="227" y="51"/>
                      </a:lnTo>
                      <a:lnTo>
                        <a:pt x="207" y="44"/>
                      </a:lnTo>
                      <a:lnTo>
                        <a:pt x="155" y="24"/>
                      </a:lnTo>
                      <a:lnTo>
                        <a:pt x="107" y="8"/>
                      </a:lnTo>
                      <a:lnTo>
                        <a:pt x="85" y="0"/>
                      </a:lnTo>
                      <a:lnTo>
                        <a:pt x="53" y="9"/>
                      </a:lnTo>
                      <a:lnTo>
                        <a:pt x="205" y="60"/>
                      </a:lnTo>
                      <a:lnTo>
                        <a:pt x="183" y="74"/>
                      </a:lnTo>
                      <a:lnTo>
                        <a:pt x="0" y="37"/>
                      </a:lnTo>
                      <a:lnTo>
                        <a:pt x="9" y="62"/>
                      </a:lnTo>
                      <a:lnTo>
                        <a:pt x="183" y="101"/>
                      </a:lnTo>
                      <a:lnTo>
                        <a:pt x="225" y="98"/>
                      </a:lnTo>
                      <a:close/>
                    </a:path>
                  </a:pathLst>
                </a:custGeom>
                <a:solidFill>
                  <a:srgbClr val="000000"/>
                </a:solidFill>
                <a:ln w="9525">
                  <a:noFill/>
                  <a:round/>
                  <a:headEnd/>
                  <a:tailEnd/>
                </a:ln>
              </p:spPr>
              <p:txBody>
                <a:bodyPr/>
                <a:lstStyle/>
                <a:p>
                  <a:endParaRPr lang="en-MY"/>
                </a:p>
              </p:txBody>
            </p:sp>
            <p:sp>
              <p:nvSpPr>
                <p:cNvPr id="66749" name="Freeform 70"/>
                <p:cNvSpPr>
                  <a:spLocks/>
                </p:cNvSpPr>
                <p:nvPr/>
              </p:nvSpPr>
              <p:spPr bwMode="auto">
                <a:xfrm>
                  <a:off x="3838" y="3799"/>
                  <a:ext cx="18" cy="28"/>
                </a:xfrm>
                <a:custGeom>
                  <a:avLst/>
                  <a:gdLst>
                    <a:gd name="T0" fmla="*/ 0 w 70"/>
                    <a:gd name="T1" fmla="*/ 0 h 111"/>
                    <a:gd name="T2" fmla="*/ 0 w 70"/>
                    <a:gd name="T3" fmla="*/ 0 h 111"/>
                    <a:gd name="T4" fmla="*/ 0 w 70"/>
                    <a:gd name="T5" fmla="*/ 0 h 111"/>
                    <a:gd name="T6" fmla="*/ 0 w 70"/>
                    <a:gd name="T7" fmla="*/ 0 h 111"/>
                    <a:gd name="T8" fmla="*/ 0 w 70"/>
                    <a:gd name="T9" fmla="*/ 0 h 111"/>
                    <a:gd name="T10" fmla="*/ 0 w 70"/>
                    <a:gd name="T11" fmla="*/ 0 h 111"/>
                    <a:gd name="T12" fmla="*/ 0 w 70"/>
                    <a:gd name="T13" fmla="*/ 0 h 111"/>
                    <a:gd name="T14" fmla="*/ 0 w 70"/>
                    <a:gd name="T15" fmla="*/ 0 h 111"/>
                    <a:gd name="T16" fmla="*/ 0 w 70"/>
                    <a:gd name="T17" fmla="*/ 0 h 111"/>
                    <a:gd name="T18" fmla="*/ 0 w 70"/>
                    <a:gd name="T19" fmla="*/ 0 h 111"/>
                    <a:gd name="T20" fmla="*/ 0 w 70"/>
                    <a:gd name="T21" fmla="*/ 0 h 111"/>
                    <a:gd name="T22" fmla="*/ 0 w 70"/>
                    <a:gd name="T23" fmla="*/ 0 h 111"/>
                    <a:gd name="T24" fmla="*/ 0 w 70"/>
                    <a:gd name="T25" fmla="*/ 0 h 111"/>
                    <a:gd name="T26" fmla="*/ 0 w 70"/>
                    <a:gd name="T27" fmla="*/ 0 h 111"/>
                    <a:gd name="T28" fmla="*/ 0 w 70"/>
                    <a:gd name="T29" fmla="*/ 0 h 111"/>
                    <a:gd name="T30" fmla="*/ 0 w 70"/>
                    <a:gd name="T31" fmla="*/ 0 h 111"/>
                    <a:gd name="T32" fmla="*/ 0 w 70"/>
                    <a:gd name="T33" fmla="*/ 0 h 111"/>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70"/>
                    <a:gd name="T52" fmla="*/ 0 h 111"/>
                    <a:gd name="T53" fmla="*/ 70 w 70"/>
                    <a:gd name="T54" fmla="*/ 111 h 111"/>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70" h="111">
                      <a:moveTo>
                        <a:pt x="64" y="1"/>
                      </a:moveTo>
                      <a:lnTo>
                        <a:pt x="46" y="0"/>
                      </a:lnTo>
                      <a:lnTo>
                        <a:pt x="26" y="10"/>
                      </a:lnTo>
                      <a:lnTo>
                        <a:pt x="17" y="21"/>
                      </a:lnTo>
                      <a:lnTo>
                        <a:pt x="6" y="36"/>
                      </a:lnTo>
                      <a:lnTo>
                        <a:pt x="0" y="69"/>
                      </a:lnTo>
                      <a:lnTo>
                        <a:pt x="6" y="92"/>
                      </a:lnTo>
                      <a:lnTo>
                        <a:pt x="12" y="100"/>
                      </a:lnTo>
                      <a:lnTo>
                        <a:pt x="18" y="107"/>
                      </a:lnTo>
                      <a:lnTo>
                        <a:pt x="25" y="111"/>
                      </a:lnTo>
                      <a:lnTo>
                        <a:pt x="39" y="102"/>
                      </a:lnTo>
                      <a:lnTo>
                        <a:pt x="34" y="57"/>
                      </a:lnTo>
                      <a:lnTo>
                        <a:pt x="54" y="19"/>
                      </a:lnTo>
                      <a:lnTo>
                        <a:pt x="62" y="16"/>
                      </a:lnTo>
                      <a:lnTo>
                        <a:pt x="70" y="16"/>
                      </a:lnTo>
                      <a:lnTo>
                        <a:pt x="64" y="1"/>
                      </a:lnTo>
                      <a:close/>
                    </a:path>
                  </a:pathLst>
                </a:custGeom>
                <a:solidFill>
                  <a:srgbClr val="000000"/>
                </a:solidFill>
                <a:ln w="9525">
                  <a:noFill/>
                  <a:round/>
                  <a:headEnd/>
                  <a:tailEnd/>
                </a:ln>
              </p:spPr>
              <p:txBody>
                <a:bodyPr/>
                <a:lstStyle/>
                <a:p>
                  <a:endParaRPr lang="en-MY"/>
                </a:p>
              </p:txBody>
            </p:sp>
            <p:sp>
              <p:nvSpPr>
                <p:cNvPr id="66750" name="Freeform 71"/>
                <p:cNvSpPr>
                  <a:spLocks/>
                </p:cNvSpPr>
                <p:nvPr/>
              </p:nvSpPr>
              <p:spPr bwMode="auto">
                <a:xfrm>
                  <a:off x="3827" y="3799"/>
                  <a:ext cx="11" cy="23"/>
                </a:xfrm>
                <a:custGeom>
                  <a:avLst/>
                  <a:gdLst>
                    <a:gd name="T0" fmla="*/ 0 w 47"/>
                    <a:gd name="T1" fmla="*/ 0 h 93"/>
                    <a:gd name="T2" fmla="*/ 0 w 47"/>
                    <a:gd name="T3" fmla="*/ 0 h 93"/>
                    <a:gd name="T4" fmla="*/ 0 w 47"/>
                    <a:gd name="T5" fmla="*/ 0 h 93"/>
                    <a:gd name="T6" fmla="*/ 0 w 47"/>
                    <a:gd name="T7" fmla="*/ 0 h 93"/>
                    <a:gd name="T8" fmla="*/ 0 w 47"/>
                    <a:gd name="T9" fmla="*/ 0 h 93"/>
                    <a:gd name="T10" fmla="*/ 0 w 47"/>
                    <a:gd name="T11" fmla="*/ 0 h 93"/>
                    <a:gd name="T12" fmla="*/ 0 w 47"/>
                    <a:gd name="T13" fmla="*/ 0 h 93"/>
                    <a:gd name="T14" fmla="*/ 0 w 47"/>
                    <a:gd name="T15" fmla="*/ 0 h 93"/>
                    <a:gd name="T16" fmla="*/ 0 w 47"/>
                    <a:gd name="T17" fmla="*/ 0 h 93"/>
                    <a:gd name="T18" fmla="*/ 0 w 47"/>
                    <a:gd name="T19" fmla="*/ 0 h 93"/>
                    <a:gd name="T20" fmla="*/ 0 w 47"/>
                    <a:gd name="T21" fmla="*/ 0 h 9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47"/>
                    <a:gd name="T34" fmla="*/ 0 h 93"/>
                    <a:gd name="T35" fmla="*/ 47 w 47"/>
                    <a:gd name="T36" fmla="*/ 93 h 93"/>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47" h="93">
                      <a:moveTo>
                        <a:pt x="37" y="8"/>
                      </a:moveTo>
                      <a:lnTo>
                        <a:pt x="31" y="65"/>
                      </a:lnTo>
                      <a:lnTo>
                        <a:pt x="47" y="93"/>
                      </a:lnTo>
                      <a:lnTo>
                        <a:pt x="26" y="91"/>
                      </a:lnTo>
                      <a:lnTo>
                        <a:pt x="21" y="86"/>
                      </a:lnTo>
                      <a:lnTo>
                        <a:pt x="13" y="74"/>
                      </a:lnTo>
                      <a:lnTo>
                        <a:pt x="0" y="44"/>
                      </a:lnTo>
                      <a:lnTo>
                        <a:pt x="3" y="14"/>
                      </a:lnTo>
                      <a:lnTo>
                        <a:pt x="5" y="0"/>
                      </a:lnTo>
                      <a:lnTo>
                        <a:pt x="37" y="8"/>
                      </a:lnTo>
                      <a:close/>
                    </a:path>
                  </a:pathLst>
                </a:custGeom>
                <a:solidFill>
                  <a:srgbClr val="000000"/>
                </a:solidFill>
                <a:ln w="9525">
                  <a:noFill/>
                  <a:round/>
                  <a:headEnd/>
                  <a:tailEnd/>
                </a:ln>
              </p:spPr>
              <p:txBody>
                <a:bodyPr/>
                <a:lstStyle/>
                <a:p>
                  <a:endParaRPr lang="en-MY"/>
                </a:p>
              </p:txBody>
            </p:sp>
            <p:sp>
              <p:nvSpPr>
                <p:cNvPr id="66751" name="Freeform 72"/>
                <p:cNvSpPr>
                  <a:spLocks/>
                </p:cNvSpPr>
                <p:nvPr/>
              </p:nvSpPr>
              <p:spPr bwMode="auto">
                <a:xfrm>
                  <a:off x="4107" y="3910"/>
                  <a:ext cx="64" cy="85"/>
                </a:xfrm>
                <a:custGeom>
                  <a:avLst/>
                  <a:gdLst>
                    <a:gd name="T0" fmla="*/ 0 w 254"/>
                    <a:gd name="T1" fmla="*/ 0 h 337"/>
                    <a:gd name="T2" fmla="*/ 0 w 254"/>
                    <a:gd name="T3" fmla="*/ 0 h 337"/>
                    <a:gd name="T4" fmla="*/ 0 w 254"/>
                    <a:gd name="T5" fmla="*/ 0 h 337"/>
                    <a:gd name="T6" fmla="*/ 0 w 254"/>
                    <a:gd name="T7" fmla="*/ 0 h 337"/>
                    <a:gd name="T8" fmla="*/ 0 w 254"/>
                    <a:gd name="T9" fmla="*/ 0 h 337"/>
                    <a:gd name="T10" fmla="*/ 0 w 254"/>
                    <a:gd name="T11" fmla="*/ 0 h 337"/>
                    <a:gd name="T12" fmla="*/ 0 w 254"/>
                    <a:gd name="T13" fmla="*/ 0 h 337"/>
                    <a:gd name="T14" fmla="*/ 0 w 254"/>
                    <a:gd name="T15" fmla="*/ 0 h 337"/>
                    <a:gd name="T16" fmla="*/ 0 w 254"/>
                    <a:gd name="T17" fmla="*/ 0 h 337"/>
                    <a:gd name="T18" fmla="*/ 0 w 254"/>
                    <a:gd name="T19" fmla="*/ 0 h 337"/>
                    <a:gd name="T20" fmla="*/ 0 w 254"/>
                    <a:gd name="T21" fmla="*/ 0 h 337"/>
                    <a:gd name="T22" fmla="*/ 0 w 254"/>
                    <a:gd name="T23" fmla="*/ 0 h 337"/>
                    <a:gd name="T24" fmla="*/ 0 w 254"/>
                    <a:gd name="T25" fmla="*/ 0 h 337"/>
                    <a:gd name="T26" fmla="*/ 0 w 254"/>
                    <a:gd name="T27" fmla="*/ 0 h 337"/>
                    <a:gd name="T28" fmla="*/ 0 w 254"/>
                    <a:gd name="T29" fmla="*/ 0 h 337"/>
                    <a:gd name="T30" fmla="*/ 0 w 254"/>
                    <a:gd name="T31" fmla="*/ 0 h 337"/>
                    <a:gd name="T32" fmla="*/ 0 w 254"/>
                    <a:gd name="T33" fmla="*/ 0 h 337"/>
                    <a:gd name="T34" fmla="*/ 0 w 254"/>
                    <a:gd name="T35" fmla="*/ 0 h 337"/>
                    <a:gd name="T36" fmla="*/ 0 w 254"/>
                    <a:gd name="T37" fmla="*/ 0 h 337"/>
                    <a:gd name="T38" fmla="*/ 0 w 254"/>
                    <a:gd name="T39" fmla="*/ 0 h 337"/>
                    <a:gd name="T40" fmla="*/ 0 w 254"/>
                    <a:gd name="T41" fmla="*/ 0 h 337"/>
                    <a:gd name="T42" fmla="*/ 0 w 254"/>
                    <a:gd name="T43" fmla="*/ 0 h 337"/>
                    <a:gd name="T44" fmla="*/ 0 w 254"/>
                    <a:gd name="T45" fmla="*/ 0 h 337"/>
                    <a:gd name="T46" fmla="*/ 0 w 254"/>
                    <a:gd name="T47" fmla="*/ 0 h 337"/>
                    <a:gd name="T48" fmla="*/ 0 w 254"/>
                    <a:gd name="T49" fmla="*/ 0 h 337"/>
                    <a:gd name="T50" fmla="*/ 0 w 254"/>
                    <a:gd name="T51" fmla="*/ 0 h 337"/>
                    <a:gd name="T52" fmla="*/ 0 w 254"/>
                    <a:gd name="T53" fmla="*/ 0 h 337"/>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w 254"/>
                    <a:gd name="T82" fmla="*/ 0 h 337"/>
                    <a:gd name="T83" fmla="*/ 254 w 254"/>
                    <a:gd name="T84" fmla="*/ 337 h 337"/>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T81" t="T82" r="T83" b="T84"/>
                  <a:pathLst>
                    <a:path w="254" h="337">
                      <a:moveTo>
                        <a:pt x="45" y="337"/>
                      </a:moveTo>
                      <a:lnTo>
                        <a:pt x="29" y="310"/>
                      </a:lnTo>
                      <a:lnTo>
                        <a:pt x="31" y="279"/>
                      </a:lnTo>
                      <a:lnTo>
                        <a:pt x="51" y="250"/>
                      </a:lnTo>
                      <a:lnTo>
                        <a:pt x="75" y="228"/>
                      </a:lnTo>
                      <a:lnTo>
                        <a:pt x="105" y="206"/>
                      </a:lnTo>
                      <a:lnTo>
                        <a:pt x="139" y="182"/>
                      </a:lnTo>
                      <a:lnTo>
                        <a:pt x="173" y="157"/>
                      </a:lnTo>
                      <a:lnTo>
                        <a:pt x="205" y="133"/>
                      </a:lnTo>
                      <a:lnTo>
                        <a:pt x="230" y="110"/>
                      </a:lnTo>
                      <a:lnTo>
                        <a:pt x="254" y="78"/>
                      </a:lnTo>
                      <a:lnTo>
                        <a:pt x="254" y="59"/>
                      </a:lnTo>
                      <a:lnTo>
                        <a:pt x="244" y="42"/>
                      </a:lnTo>
                      <a:lnTo>
                        <a:pt x="227" y="30"/>
                      </a:lnTo>
                      <a:lnTo>
                        <a:pt x="206" y="19"/>
                      </a:lnTo>
                      <a:lnTo>
                        <a:pt x="180" y="11"/>
                      </a:lnTo>
                      <a:lnTo>
                        <a:pt x="131" y="3"/>
                      </a:lnTo>
                      <a:lnTo>
                        <a:pt x="88" y="0"/>
                      </a:lnTo>
                      <a:lnTo>
                        <a:pt x="29" y="4"/>
                      </a:lnTo>
                      <a:lnTo>
                        <a:pt x="30" y="58"/>
                      </a:lnTo>
                      <a:lnTo>
                        <a:pt x="28" y="102"/>
                      </a:lnTo>
                      <a:lnTo>
                        <a:pt x="21" y="135"/>
                      </a:lnTo>
                      <a:lnTo>
                        <a:pt x="6" y="195"/>
                      </a:lnTo>
                      <a:lnTo>
                        <a:pt x="0" y="233"/>
                      </a:lnTo>
                      <a:lnTo>
                        <a:pt x="4" y="284"/>
                      </a:lnTo>
                      <a:lnTo>
                        <a:pt x="45" y="337"/>
                      </a:lnTo>
                      <a:close/>
                    </a:path>
                  </a:pathLst>
                </a:custGeom>
                <a:solidFill>
                  <a:srgbClr val="000000"/>
                </a:solidFill>
                <a:ln w="9525">
                  <a:noFill/>
                  <a:round/>
                  <a:headEnd/>
                  <a:tailEnd/>
                </a:ln>
              </p:spPr>
              <p:txBody>
                <a:bodyPr/>
                <a:lstStyle/>
                <a:p>
                  <a:endParaRPr lang="en-MY"/>
                </a:p>
              </p:txBody>
            </p:sp>
            <p:sp>
              <p:nvSpPr>
                <p:cNvPr id="66752" name="Freeform 73"/>
                <p:cNvSpPr>
                  <a:spLocks/>
                </p:cNvSpPr>
                <p:nvPr/>
              </p:nvSpPr>
              <p:spPr bwMode="auto">
                <a:xfrm>
                  <a:off x="3965" y="3832"/>
                  <a:ext cx="20" cy="37"/>
                </a:xfrm>
                <a:custGeom>
                  <a:avLst/>
                  <a:gdLst>
                    <a:gd name="T0" fmla="*/ 0 w 79"/>
                    <a:gd name="T1" fmla="*/ 0 h 146"/>
                    <a:gd name="T2" fmla="*/ 0 w 79"/>
                    <a:gd name="T3" fmla="*/ 0 h 146"/>
                    <a:gd name="T4" fmla="*/ 0 w 79"/>
                    <a:gd name="T5" fmla="*/ 0 h 146"/>
                    <a:gd name="T6" fmla="*/ 0 w 79"/>
                    <a:gd name="T7" fmla="*/ 0 h 146"/>
                    <a:gd name="T8" fmla="*/ 0 w 79"/>
                    <a:gd name="T9" fmla="*/ 0 h 146"/>
                    <a:gd name="T10" fmla="*/ 0 w 79"/>
                    <a:gd name="T11" fmla="*/ 0 h 146"/>
                    <a:gd name="T12" fmla="*/ 0 60000 65536"/>
                    <a:gd name="T13" fmla="*/ 0 60000 65536"/>
                    <a:gd name="T14" fmla="*/ 0 60000 65536"/>
                    <a:gd name="T15" fmla="*/ 0 60000 65536"/>
                    <a:gd name="T16" fmla="*/ 0 60000 65536"/>
                    <a:gd name="T17" fmla="*/ 0 60000 65536"/>
                    <a:gd name="T18" fmla="*/ 0 w 79"/>
                    <a:gd name="T19" fmla="*/ 0 h 146"/>
                    <a:gd name="T20" fmla="*/ 79 w 79"/>
                    <a:gd name="T21" fmla="*/ 146 h 146"/>
                  </a:gdLst>
                  <a:ahLst/>
                  <a:cxnLst>
                    <a:cxn ang="T12">
                      <a:pos x="T0" y="T1"/>
                    </a:cxn>
                    <a:cxn ang="T13">
                      <a:pos x="T2" y="T3"/>
                    </a:cxn>
                    <a:cxn ang="T14">
                      <a:pos x="T4" y="T5"/>
                    </a:cxn>
                    <a:cxn ang="T15">
                      <a:pos x="T6" y="T7"/>
                    </a:cxn>
                    <a:cxn ang="T16">
                      <a:pos x="T8" y="T9"/>
                    </a:cxn>
                    <a:cxn ang="T17">
                      <a:pos x="T10" y="T11"/>
                    </a:cxn>
                  </a:cxnLst>
                  <a:rect l="T18" t="T19" r="T20" b="T21"/>
                  <a:pathLst>
                    <a:path w="79" h="146">
                      <a:moveTo>
                        <a:pt x="58" y="0"/>
                      </a:moveTo>
                      <a:lnTo>
                        <a:pt x="0" y="136"/>
                      </a:lnTo>
                      <a:lnTo>
                        <a:pt x="25" y="146"/>
                      </a:lnTo>
                      <a:lnTo>
                        <a:pt x="79" y="18"/>
                      </a:lnTo>
                      <a:lnTo>
                        <a:pt x="58" y="0"/>
                      </a:lnTo>
                      <a:close/>
                    </a:path>
                  </a:pathLst>
                </a:custGeom>
                <a:solidFill>
                  <a:srgbClr val="000000"/>
                </a:solidFill>
                <a:ln w="9525">
                  <a:noFill/>
                  <a:round/>
                  <a:headEnd/>
                  <a:tailEnd/>
                </a:ln>
              </p:spPr>
              <p:txBody>
                <a:bodyPr/>
                <a:lstStyle/>
                <a:p>
                  <a:endParaRPr lang="en-MY"/>
                </a:p>
              </p:txBody>
            </p:sp>
            <p:sp>
              <p:nvSpPr>
                <p:cNvPr id="66753" name="Freeform 74"/>
                <p:cNvSpPr>
                  <a:spLocks/>
                </p:cNvSpPr>
                <p:nvPr/>
              </p:nvSpPr>
              <p:spPr bwMode="auto">
                <a:xfrm>
                  <a:off x="3990" y="3847"/>
                  <a:ext cx="17" cy="10"/>
                </a:xfrm>
                <a:custGeom>
                  <a:avLst/>
                  <a:gdLst>
                    <a:gd name="T0" fmla="*/ 0 w 69"/>
                    <a:gd name="T1" fmla="*/ 0 h 38"/>
                    <a:gd name="T2" fmla="*/ 0 w 69"/>
                    <a:gd name="T3" fmla="*/ 0 h 38"/>
                    <a:gd name="T4" fmla="*/ 0 w 69"/>
                    <a:gd name="T5" fmla="*/ 0 h 38"/>
                    <a:gd name="T6" fmla="*/ 0 w 69"/>
                    <a:gd name="T7" fmla="*/ 0 h 38"/>
                    <a:gd name="T8" fmla="*/ 0 w 69"/>
                    <a:gd name="T9" fmla="*/ 0 h 38"/>
                    <a:gd name="T10" fmla="*/ 0 w 69"/>
                    <a:gd name="T11" fmla="*/ 0 h 38"/>
                    <a:gd name="T12" fmla="*/ 0 w 69"/>
                    <a:gd name="T13" fmla="*/ 0 h 38"/>
                    <a:gd name="T14" fmla="*/ 0 w 69"/>
                    <a:gd name="T15" fmla="*/ 0 h 38"/>
                    <a:gd name="T16" fmla="*/ 0 60000 65536"/>
                    <a:gd name="T17" fmla="*/ 0 60000 65536"/>
                    <a:gd name="T18" fmla="*/ 0 60000 65536"/>
                    <a:gd name="T19" fmla="*/ 0 60000 65536"/>
                    <a:gd name="T20" fmla="*/ 0 60000 65536"/>
                    <a:gd name="T21" fmla="*/ 0 60000 65536"/>
                    <a:gd name="T22" fmla="*/ 0 60000 65536"/>
                    <a:gd name="T23" fmla="*/ 0 60000 65536"/>
                    <a:gd name="T24" fmla="*/ 0 w 69"/>
                    <a:gd name="T25" fmla="*/ 0 h 38"/>
                    <a:gd name="T26" fmla="*/ 69 w 69"/>
                    <a:gd name="T27" fmla="*/ 38 h 3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69" h="38">
                      <a:moveTo>
                        <a:pt x="6" y="2"/>
                      </a:moveTo>
                      <a:lnTo>
                        <a:pt x="47" y="0"/>
                      </a:lnTo>
                      <a:lnTo>
                        <a:pt x="69" y="25"/>
                      </a:lnTo>
                      <a:lnTo>
                        <a:pt x="47" y="38"/>
                      </a:lnTo>
                      <a:lnTo>
                        <a:pt x="30" y="22"/>
                      </a:lnTo>
                      <a:lnTo>
                        <a:pt x="0" y="25"/>
                      </a:lnTo>
                      <a:lnTo>
                        <a:pt x="6" y="2"/>
                      </a:lnTo>
                      <a:close/>
                    </a:path>
                  </a:pathLst>
                </a:custGeom>
                <a:solidFill>
                  <a:srgbClr val="000000"/>
                </a:solidFill>
                <a:ln w="9525">
                  <a:noFill/>
                  <a:round/>
                  <a:headEnd/>
                  <a:tailEnd/>
                </a:ln>
              </p:spPr>
              <p:txBody>
                <a:bodyPr/>
                <a:lstStyle/>
                <a:p>
                  <a:endParaRPr lang="en-MY"/>
                </a:p>
              </p:txBody>
            </p:sp>
            <p:sp>
              <p:nvSpPr>
                <p:cNvPr id="66754" name="Freeform 75"/>
                <p:cNvSpPr>
                  <a:spLocks/>
                </p:cNvSpPr>
                <p:nvPr/>
              </p:nvSpPr>
              <p:spPr bwMode="auto">
                <a:xfrm>
                  <a:off x="4002" y="3937"/>
                  <a:ext cx="71" cy="69"/>
                </a:xfrm>
                <a:custGeom>
                  <a:avLst/>
                  <a:gdLst>
                    <a:gd name="T0" fmla="*/ 0 w 281"/>
                    <a:gd name="T1" fmla="*/ 0 h 277"/>
                    <a:gd name="T2" fmla="*/ 0 w 281"/>
                    <a:gd name="T3" fmla="*/ 0 h 277"/>
                    <a:gd name="T4" fmla="*/ 0 w 281"/>
                    <a:gd name="T5" fmla="*/ 0 h 277"/>
                    <a:gd name="T6" fmla="*/ 0 w 281"/>
                    <a:gd name="T7" fmla="*/ 0 h 277"/>
                    <a:gd name="T8" fmla="*/ 0 w 281"/>
                    <a:gd name="T9" fmla="*/ 0 h 277"/>
                    <a:gd name="T10" fmla="*/ 0 w 281"/>
                    <a:gd name="T11" fmla="*/ 0 h 277"/>
                    <a:gd name="T12" fmla="*/ 0 w 281"/>
                    <a:gd name="T13" fmla="*/ 0 h 277"/>
                    <a:gd name="T14" fmla="*/ 0 w 281"/>
                    <a:gd name="T15" fmla="*/ 0 h 277"/>
                    <a:gd name="T16" fmla="*/ 0 w 281"/>
                    <a:gd name="T17" fmla="*/ 0 h 277"/>
                    <a:gd name="T18" fmla="*/ 0 w 281"/>
                    <a:gd name="T19" fmla="*/ 0 h 277"/>
                    <a:gd name="T20" fmla="*/ 0 w 281"/>
                    <a:gd name="T21" fmla="*/ 0 h 277"/>
                    <a:gd name="T22" fmla="*/ 0 w 281"/>
                    <a:gd name="T23" fmla="*/ 0 h 277"/>
                    <a:gd name="T24" fmla="*/ 0 w 281"/>
                    <a:gd name="T25" fmla="*/ 0 h 277"/>
                    <a:gd name="T26" fmla="*/ 0 w 281"/>
                    <a:gd name="T27" fmla="*/ 0 h 277"/>
                    <a:gd name="T28" fmla="*/ 0 w 281"/>
                    <a:gd name="T29" fmla="*/ 0 h 277"/>
                    <a:gd name="T30" fmla="*/ 0 w 281"/>
                    <a:gd name="T31" fmla="*/ 0 h 277"/>
                    <a:gd name="T32" fmla="*/ 0 w 281"/>
                    <a:gd name="T33" fmla="*/ 0 h 277"/>
                    <a:gd name="T34" fmla="*/ 0 w 281"/>
                    <a:gd name="T35" fmla="*/ 0 h 277"/>
                    <a:gd name="T36" fmla="*/ 0 w 281"/>
                    <a:gd name="T37" fmla="*/ 0 h 277"/>
                    <a:gd name="T38" fmla="*/ 0 w 281"/>
                    <a:gd name="T39" fmla="*/ 0 h 277"/>
                    <a:gd name="T40" fmla="*/ 0 w 281"/>
                    <a:gd name="T41" fmla="*/ 0 h 277"/>
                    <a:gd name="T42" fmla="*/ 0 w 281"/>
                    <a:gd name="T43" fmla="*/ 0 h 277"/>
                    <a:gd name="T44" fmla="*/ 0 w 281"/>
                    <a:gd name="T45" fmla="*/ 0 h 277"/>
                    <a:gd name="T46" fmla="*/ 0 w 281"/>
                    <a:gd name="T47" fmla="*/ 0 h 277"/>
                    <a:gd name="T48" fmla="*/ 0 w 281"/>
                    <a:gd name="T49" fmla="*/ 0 h 277"/>
                    <a:gd name="T50" fmla="*/ 0 w 281"/>
                    <a:gd name="T51" fmla="*/ 0 h 277"/>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281"/>
                    <a:gd name="T79" fmla="*/ 0 h 277"/>
                    <a:gd name="T80" fmla="*/ 281 w 281"/>
                    <a:gd name="T81" fmla="*/ 277 h 277"/>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281" h="277">
                      <a:moveTo>
                        <a:pt x="85" y="6"/>
                      </a:moveTo>
                      <a:lnTo>
                        <a:pt x="91" y="12"/>
                      </a:lnTo>
                      <a:lnTo>
                        <a:pt x="105" y="25"/>
                      </a:lnTo>
                      <a:lnTo>
                        <a:pt x="121" y="52"/>
                      </a:lnTo>
                      <a:lnTo>
                        <a:pt x="130" y="92"/>
                      </a:lnTo>
                      <a:lnTo>
                        <a:pt x="127" y="140"/>
                      </a:lnTo>
                      <a:lnTo>
                        <a:pt x="116" y="179"/>
                      </a:lnTo>
                      <a:lnTo>
                        <a:pt x="105" y="207"/>
                      </a:lnTo>
                      <a:lnTo>
                        <a:pt x="100" y="217"/>
                      </a:lnTo>
                      <a:lnTo>
                        <a:pt x="69" y="241"/>
                      </a:lnTo>
                      <a:lnTo>
                        <a:pt x="0" y="239"/>
                      </a:lnTo>
                      <a:lnTo>
                        <a:pt x="35" y="277"/>
                      </a:lnTo>
                      <a:lnTo>
                        <a:pt x="147" y="224"/>
                      </a:lnTo>
                      <a:lnTo>
                        <a:pt x="270" y="213"/>
                      </a:lnTo>
                      <a:lnTo>
                        <a:pt x="281" y="129"/>
                      </a:lnTo>
                      <a:lnTo>
                        <a:pt x="275" y="74"/>
                      </a:lnTo>
                      <a:lnTo>
                        <a:pt x="248" y="21"/>
                      </a:lnTo>
                      <a:lnTo>
                        <a:pt x="150" y="72"/>
                      </a:lnTo>
                      <a:lnTo>
                        <a:pt x="150" y="51"/>
                      </a:lnTo>
                      <a:lnTo>
                        <a:pt x="147" y="31"/>
                      </a:lnTo>
                      <a:lnTo>
                        <a:pt x="134" y="12"/>
                      </a:lnTo>
                      <a:lnTo>
                        <a:pt x="125" y="4"/>
                      </a:lnTo>
                      <a:lnTo>
                        <a:pt x="116" y="0"/>
                      </a:lnTo>
                      <a:lnTo>
                        <a:pt x="100" y="0"/>
                      </a:lnTo>
                      <a:lnTo>
                        <a:pt x="85" y="6"/>
                      </a:lnTo>
                      <a:close/>
                    </a:path>
                  </a:pathLst>
                </a:custGeom>
                <a:solidFill>
                  <a:srgbClr val="000000"/>
                </a:solidFill>
                <a:ln w="9525">
                  <a:noFill/>
                  <a:round/>
                  <a:headEnd/>
                  <a:tailEnd/>
                </a:ln>
              </p:spPr>
              <p:txBody>
                <a:bodyPr/>
                <a:lstStyle/>
                <a:p>
                  <a:endParaRPr lang="en-MY"/>
                </a:p>
              </p:txBody>
            </p:sp>
            <p:sp>
              <p:nvSpPr>
                <p:cNvPr id="66755" name="Freeform 76"/>
                <p:cNvSpPr>
                  <a:spLocks/>
                </p:cNvSpPr>
                <p:nvPr/>
              </p:nvSpPr>
              <p:spPr bwMode="auto">
                <a:xfrm>
                  <a:off x="4082" y="3758"/>
                  <a:ext cx="18" cy="24"/>
                </a:xfrm>
                <a:custGeom>
                  <a:avLst/>
                  <a:gdLst>
                    <a:gd name="T0" fmla="*/ 0 w 71"/>
                    <a:gd name="T1" fmla="*/ 0 h 96"/>
                    <a:gd name="T2" fmla="*/ 0 w 71"/>
                    <a:gd name="T3" fmla="*/ 0 h 96"/>
                    <a:gd name="T4" fmla="*/ 0 w 71"/>
                    <a:gd name="T5" fmla="*/ 0 h 96"/>
                    <a:gd name="T6" fmla="*/ 0 w 71"/>
                    <a:gd name="T7" fmla="*/ 0 h 96"/>
                    <a:gd name="T8" fmla="*/ 0 w 71"/>
                    <a:gd name="T9" fmla="*/ 0 h 96"/>
                    <a:gd name="T10" fmla="*/ 0 w 71"/>
                    <a:gd name="T11" fmla="*/ 0 h 96"/>
                    <a:gd name="T12" fmla="*/ 0 w 71"/>
                    <a:gd name="T13" fmla="*/ 0 h 96"/>
                    <a:gd name="T14" fmla="*/ 0 w 71"/>
                    <a:gd name="T15" fmla="*/ 0 h 96"/>
                    <a:gd name="T16" fmla="*/ 0 w 71"/>
                    <a:gd name="T17" fmla="*/ 0 h 96"/>
                    <a:gd name="T18" fmla="*/ 0 w 71"/>
                    <a:gd name="T19" fmla="*/ 0 h 96"/>
                    <a:gd name="T20" fmla="*/ 0 w 71"/>
                    <a:gd name="T21" fmla="*/ 0 h 96"/>
                    <a:gd name="T22" fmla="*/ 0 w 71"/>
                    <a:gd name="T23" fmla="*/ 0 h 96"/>
                    <a:gd name="T24" fmla="*/ 0 w 71"/>
                    <a:gd name="T25" fmla="*/ 0 h 96"/>
                    <a:gd name="T26" fmla="*/ 0 w 71"/>
                    <a:gd name="T27" fmla="*/ 0 h 96"/>
                    <a:gd name="T28" fmla="*/ 0 w 71"/>
                    <a:gd name="T29" fmla="*/ 0 h 9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71"/>
                    <a:gd name="T46" fmla="*/ 0 h 96"/>
                    <a:gd name="T47" fmla="*/ 71 w 71"/>
                    <a:gd name="T48" fmla="*/ 96 h 9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71" h="96">
                      <a:moveTo>
                        <a:pt x="60" y="0"/>
                      </a:moveTo>
                      <a:lnTo>
                        <a:pt x="38" y="63"/>
                      </a:lnTo>
                      <a:lnTo>
                        <a:pt x="34" y="67"/>
                      </a:lnTo>
                      <a:lnTo>
                        <a:pt x="22" y="66"/>
                      </a:lnTo>
                      <a:lnTo>
                        <a:pt x="6" y="46"/>
                      </a:lnTo>
                      <a:lnTo>
                        <a:pt x="0" y="50"/>
                      </a:lnTo>
                      <a:lnTo>
                        <a:pt x="4" y="74"/>
                      </a:lnTo>
                      <a:lnTo>
                        <a:pt x="12" y="89"/>
                      </a:lnTo>
                      <a:lnTo>
                        <a:pt x="17" y="95"/>
                      </a:lnTo>
                      <a:lnTo>
                        <a:pt x="25" y="96"/>
                      </a:lnTo>
                      <a:lnTo>
                        <a:pt x="50" y="87"/>
                      </a:lnTo>
                      <a:lnTo>
                        <a:pt x="57" y="80"/>
                      </a:lnTo>
                      <a:lnTo>
                        <a:pt x="71" y="7"/>
                      </a:lnTo>
                      <a:lnTo>
                        <a:pt x="60" y="0"/>
                      </a:lnTo>
                      <a:close/>
                    </a:path>
                  </a:pathLst>
                </a:custGeom>
                <a:solidFill>
                  <a:srgbClr val="000000"/>
                </a:solidFill>
                <a:ln w="9525">
                  <a:noFill/>
                  <a:round/>
                  <a:headEnd/>
                  <a:tailEnd/>
                </a:ln>
              </p:spPr>
              <p:txBody>
                <a:bodyPr/>
                <a:lstStyle/>
                <a:p>
                  <a:endParaRPr lang="en-MY"/>
                </a:p>
              </p:txBody>
            </p:sp>
            <p:sp>
              <p:nvSpPr>
                <p:cNvPr id="66756" name="Freeform 77"/>
                <p:cNvSpPr>
                  <a:spLocks/>
                </p:cNvSpPr>
                <p:nvPr/>
              </p:nvSpPr>
              <p:spPr bwMode="auto">
                <a:xfrm>
                  <a:off x="4102" y="3759"/>
                  <a:ext cx="7" cy="19"/>
                </a:xfrm>
                <a:custGeom>
                  <a:avLst/>
                  <a:gdLst>
                    <a:gd name="T0" fmla="*/ 0 w 27"/>
                    <a:gd name="T1" fmla="*/ 0 h 77"/>
                    <a:gd name="T2" fmla="*/ 0 w 27"/>
                    <a:gd name="T3" fmla="*/ 0 h 77"/>
                    <a:gd name="T4" fmla="*/ 0 w 27"/>
                    <a:gd name="T5" fmla="*/ 0 h 77"/>
                    <a:gd name="T6" fmla="*/ 0 w 27"/>
                    <a:gd name="T7" fmla="*/ 0 h 77"/>
                    <a:gd name="T8" fmla="*/ 0 w 27"/>
                    <a:gd name="T9" fmla="*/ 0 h 77"/>
                    <a:gd name="T10" fmla="*/ 0 w 27"/>
                    <a:gd name="T11" fmla="*/ 0 h 77"/>
                    <a:gd name="T12" fmla="*/ 0 60000 65536"/>
                    <a:gd name="T13" fmla="*/ 0 60000 65536"/>
                    <a:gd name="T14" fmla="*/ 0 60000 65536"/>
                    <a:gd name="T15" fmla="*/ 0 60000 65536"/>
                    <a:gd name="T16" fmla="*/ 0 60000 65536"/>
                    <a:gd name="T17" fmla="*/ 0 60000 65536"/>
                    <a:gd name="T18" fmla="*/ 0 w 27"/>
                    <a:gd name="T19" fmla="*/ 0 h 77"/>
                    <a:gd name="T20" fmla="*/ 27 w 27"/>
                    <a:gd name="T21" fmla="*/ 77 h 77"/>
                  </a:gdLst>
                  <a:ahLst/>
                  <a:cxnLst>
                    <a:cxn ang="T12">
                      <a:pos x="T0" y="T1"/>
                    </a:cxn>
                    <a:cxn ang="T13">
                      <a:pos x="T2" y="T3"/>
                    </a:cxn>
                    <a:cxn ang="T14">
                      <a:pos x="T4" y="T5"/>
                    </a:cxn>
                    <a:cxn ang="T15">
                      <a:pos x="T6" y="T7"/>
                    </a:cxn>
                    <a:cxn ang="T16">
                      <a:pos x="T8" y="T9"/>
                    </a:cxn>
                    <a:cxn ang="T17">
                      <a:pos x="T10" y="T11"/>
                    </a:cxn>
                  </a:cxnLst>
                  <a:rect l="T18" t="T19" r="T20" b="T21"/>
                  <a:pathLst>
                    <a:path w="27" h="77">
                      <a:moveTo>
                        <a:pt x="11" y="0"/>
                      </a:moveTo>
                      <a:lnTo>
                        <a:pt x="0" y="76"/>
                      </a:lnTo>
                      <a:lnTo>
                        <a:pt x="10" y="77"/>
                      </a:lnTo>
                      <a:lnTo>
                        <a:pt x="27" y="10"/>
                      </a:lnTo>
                      <a:lnTo>
                        <a:pt x="11" y="0"/>
                      </a:lnTo>
                      <a:close/>
                    </a:path>
                  </a:pathLst>
                </a:custGeom>
                <a:solidFill>
                  <a:srgbClr val="000000"/>
                </a:solidFill>
                <a:ln w="9525">
                  <a:noFill/>
                  <a:round/>
                  <a:headEnd/>
                  <a:tailEnd/>
                </a:ln>
              </p:spPr>
              <p:txBody>
                <a:bodyPr/>
                <a:lstStyle/>
                <a:p>
                  <a:endParaRPr lang="en-MY"/>
                </a:p>
              </p:txBody>
            </p:sp>
            <p:sp>
              <p:nvSpPr>
                <p:cNvPr id="66757" name="Freeform 78"/>
                <p:cNvSpPr>
                  <a:spLocks/>
                </p:cNvSpPr>
                <p:nvPr/>
              </p:nvSpPr>
              <p:spPr bwMode="auto">
                <a:xfrm>
                  <a:off x="4009" y="3730"/>
                  <a:ext cx="44" cy="20"/>
                </a:xfrm>
                <a:custGeom>
                  <a:avLst/>
                  <a:gdLst>
                    <a:gd name="T0" fmla="*/ 0 w 178"/>
                    <a:gd name="T1" fmla="*/ 0 h 79"/>
                    <a:gd name="T2" fmla="*/ 0 w 178"/>
                    <a:gd name="T3" fmla="*/ 0 h 79"/>
                    <a:gd name="T4" fmla="*/ 0 w 178"/>
                    <a:gd name="T5" fmla="*/ 0 h 79"/>
                    <a:gd name="T6" fmla="*/ 0 w 178"/>
                    <a:gd name="T7" fmla="*/ 0 h 79"/>
                    <a:gd name="T8" fmla="*/ 0 w 178"/>
                    <a:gd name="T9" fmla="*/ 0 h 79"/>
                    <a:gd name="T10" fmla="*/ 0 w 178"/>
                    <a:gd name="T11" fmla="*/ 0 h 79"/>
                    <a:gd name="T12" fmla="*/ 0 w 178"/>
                    <a:gd name="T13" fmla="*/ 0 h 79"/>
                    <a:gd name="T14" fmla="*/ 0 w 178"/>
                    <a:gd name="T15" fmla="*/ 0 h 79"/>
                    <a:gd name="T16" fmla="*/ 0 w 178"/>
                    <a:gd name="T17" fmla="*/ 0 h 79"/>
                    <a:gd name="T18" fmla="*/ 0 w 178"/>
                    <a:gd name="T19" fmla="*/ 0 h 79"/>
                    <a:gd name="T20" fmla="*/ 0 w 178"/>
                    <a:gd name="T21" fmla="*/ 0 h 79"/>
                    <a:gd name="T22" fmla="*/ 0 w 178"/>
                    <a:gd name="T23" fmla="*/ 0 h 79"/>
                    <a:gd name="T24" fmla="*/ 0 w 178"/>
                    <a:gd name="T25" fmla="*/ 0 h 79"/>
                    <a:gd name="T26" fmla="*/ 0 w 178"/>
                    <a:gd name="T27" fmla="*/ 0 h 79"/>
                    <a:gd name="T28" fmla="*/ 0 w 178"/>
                    <a:gd name="T29" fmla="*/ 0 h 79"/>
                    <a:gd name="T30" fmla="*/ 0 w 178"/>
                    <a:gd name="T31" fmla="*/ 0 h 79"/>
                    <a:gd name="T32" fmla="*/ 0 w 178"/>
                    <a:gd name="T33" fmla="*/ 0 h 79"/>
                    <a:gd name="T34" fmla="*/ 0 w 178"/>
                    <a:gd name="T35" fmla="*/ 0 h 79"/>
                    <a:gd name="T36" fmla="*/ 0 w 178"/>
                    <a:gd name="T37" fmla="*/ 0 h 79"/>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78"/>
                    <a:gd name="T58" fmla="*/ 0 h 79"/>
                    <a:gd name="T59" fmla="*/ 178 w 178"/>
                    <a:gd name="T60" fmla="*/ 79 h 79"/>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78" h="79">
                      <a:moveTo>
                        <a:pt x="25" y="0"/>
                      </a:moveTo>
                      <a:lnTo>
                        <a:pt x="40" y="11"/>
                      </a:lnTo>
                      <a:lnTo>
                        <a:pt x="63" y="29"/>
                      </a:lnTo>
                      <a:lnTo>
                        <a:pt x="92" y="42"/>
                      </a:lnTo>
                      <a:lnTo>
                        <a:pt x="107" y="45"/>
                      </a:lnTo>
                      <a:lnTo>
                        <a:pt x="134" y="46"/>
                      </a:lnTo>
                      <a:lnTo>
                        <a:pt x="154" y="41"/>
                      </a:lnTo>
                      <a:lnTo>
                        <a:pt x="173" y="31"/>
                      </a:lnTo>
                      <a:lnTo>
                        <a:pt x="178" y="60"/>
                      </a:lnTo>
                      <a:lnTo>
                        <a:pt x="169" y="66"/>
                      </a:lnTo>
                      <a:lnTo>
                        <a:pt x="144" y="74"/>
                      </a:lnTo>
                      <a:lnTo>
                        <a:pt x="108" y="79"/>
                      </a:lnTo>
                      <a:lnTo>
                        <a:pt x="66" y="69"/>
                      </a:lnTo>
                      <a:lnTo>
                        <a:pt x="47" y="59"/>
                      </a:lnTo>
                      <a:lnTo>
                        <a:pt x="31" y="48"/>
                      </a:lnTo>
                      <a:lnTo>
                        <a:pt x="11" y="30"/>
                      </a:lnTo>
                      <a:lnTo>
                        <a:pt x="0" y="10"/>
                      </a:lnTo>
                      <a:lnTo>
                        <a:pt x="25" y="0"/>
                      </a:lnTo>
                      <a:close/>
                    </a:path>
                  </a:pathLst>
                </a:custGeom>
                <a:solidFill>
                  <a:srgbClr val="000000"/>
                </a:solidFill>
                <a:ln w="9525">
                  <a:noFill/>
                  <a:round/>
                  <a:headEnd/>
                  <a:tailEnd/>
                </a:ln>
              </p:spPr>
              <p:txBody>
                <a:bodyPr/>
                <a:lstStyle/>
                <a:p>
                  <a:endParaRPr lang="en-MY"/>
                </a:p>
              </p:txBody>
            </p:sp>
          </p:grpSp>
          <p:sp>
            <p:nvSpPr>
              <p:cNvPr id="66690" name="Freeform 79"/>
              <p:cNvSpPr>
                <a:spLocks/>
              </p:cNvSpPr>
              <p:nvPr/>
            </p:nvSpPr>
            <p:spPr bwMode="auto">
              <a:xfrm>
                <a:off x="5136" y="3888"/>
                <a:ext cx="432" cy="144"/>
              </a:xfrm>
              <a:custGeom>
                <a:avLst/>
                <a:gdLst>
                  <a:gd name="T0" fmla="*/ 432 w 432"/>
                  <a:gd name="T1" fmla="*/ 0 h 144"/>
                  <a:gd name="T2" fmla="*/ 96 w 432"/>
                  <a:gd name="T3" fmla="*/ 96 h 144"/>
                  <a:gd name="T4" fmla="*/ 0 w 432"/>
                  <a:gd name="T5" fmla="*/ 144 h 144"/>
                  <a:gd name="T6" fmla="*/ 0 60000 65536"/>
                  <a:gd name="T7" fmla="*/ 0 60000 65536"/>
                  <a:gd name="T8" fmla="*/ 0 60000 65536"/>
                  <a:gd name="T9" fmla="*/ 0 w 432"/>
                  <a:gd name="T10" fmla="*/ 0 h 144"/>
                  <a:gd name="T11" fmla="*/ 432 w 432"/>
                  <a:gd name="T12" fmla="*/ 144 h 144"/>
                </a:gdLst>
                <a:ahLst/>
                <a:cxnLst>
                  <a:cxn ang="T6">
                    <a:pos x="T0" y="T1"/>
                  </a:cxn>
                  <a:cxn ang="T7">
                    <a:pos x="T2" y="T3"/>
                  </a:cxn>
                  <a:cxn ang="T8">
                    <a:pos x="T4" y="T5"/>
                  </a:cxn>
                </a:cxnLst>
                <a:rect l="T9" t="T10" r="T11" b="T12"/>
                <a:pathLst>
                  <a:path w="432" h="144">
                    <a:moveTo>
                      <a:pt x="432" y="0"/>
                    </a:moveTo>
                    <a:cubicBezTo>
                      <a:pt x="300" y="36"/>
                      <a:pt x="168" y="72"/>
                      <a:pt x="96" y="96"/>
                    </a:cubicBezTo>
                    <a:cubicBezTo>
                      <a:pt x="24" y="120"/>
                      <a:pt x="12" y="132"/>
                      <a:pt x="0" y="144"/>
                    </a:cubicBezTo>
                  </a:path>
                </a:pathLst>
              </a:custGeom>
              <a:noFill/>
              <a:ln w="28575">
                <a:solidFill>
                  <a:schemeClr val="tx1"/>
                </a:solidFill>
                <a:round/>
                <a:headEnd/>
                <a:tailEnd/>
              </a:ln>
            </p:spPr>
            <p:txBody>
              <a:bodyPr/>
              <a:lstStyle/>
              <a:p>
                <a:endParaRPr lang="en-MY"/>
              </a:p>
            </p:txBody>
          </p:sp>
          <p:sp>
            <p:nvSpPr>
              <p:cNvPr id="66691" name="Freeform 80"/>
              <p:cNvSpPr>
                <a:spLocks/>
              </p:cNvSpPr>
              <p:nvPr/>
            </p:nvSpPr>
            <p:spPr bwMode="auto">
              <a:xfrm>
                <a:off x="5232" y="3984"/>
                <a:ext cx="432" cy="144"/>
              </a:xfrm>
              <a:custGeom>
                <a:avLst/>
                <a:gdLst>
                  <a:gd name="T0" fmla="*/ 0 w 432"/>
                  <a:gd name="T1" fmla="*/ 144 h 144"/>
                  <a:gd name="T2" fmla="*/ 240 w 432"/>
                  <a:gd name="T3" fmla="*/ 48 h 144"/>
                  <a:gd name="T4" fmla="*/ 432 w 432"/>
                  <a:gd name="T5" fmla="*/ 0 h 144"/>
                  <a:gd name="T6" fmla="*/ 0 60000 65536"/>
                  <a:gd name="T7" fmla="*/ 0 60000 65536"/>
                  <a:gd name="T8" fmla="*/ 0 60000 65536"/>
                  <a:gd name="T9" fmla="*/ 0 w 432"/>
                  <a:gd name="T10" fmla="*/ 0 h 144"/>
                  <a:gd name="T11" fmla="*/ 432 w 432"/>
                  <a:gd name="T12" fmla="*/ 144 h 144"/>
                </a:gdLst>
                <a:ahLst/>
                <a:cxnLst>
                  <a:cxn ang="T6">
                    <a:pos x="T0" y="T1"/>
                  </a:cxn>
                  <a:cxn ang="T7">
                    <a:pos x="T2" y="T3"/>
                  </a:cxn>
                  <a:cxn ang="T8">
                    <a:pos x="T4" y="T5"/>
                  </a:cxn>
                </a:cxnLst>
                <a:rect l="T9" t="T10" r="T11" b="T12"/>
                <a:pathLst>
                  <a:path w="432" h="144">
                    <a:moveTo>
                      <a:pt x="0" y="144"/>
                    </a:moveTo>
                    <a:cubicBezTo>
                      <a:pt x="84" y="108"/>
                      <a:pt x="168" y="72"/>
                      <a:pt x="240" y="48"/>
                    </a:cubicBezTo>
                    <a:cubicBezTo>
                      <a:pt x="312" y="24"/>
                      <a:pt x="372" y="12"/>
                      <a:pt x="432" y="0"/>
                    </a:cubicBezTo>
                  </a:path>
                </a:pathLst>
              </a:custGeom>
              <a:noFill/>
              <a:ln w="28575">
                <a:solidFill>
                  <a:schemeClr val="tx1"/>
                </a:solidFill>
                <a:round/>
                <a:headEnd/>
                <a:tailEnd/>
              </a:ln>
            </p:spPr>
            <p:txBody>
              <a:bodyPr/>
              <a:lstStyle/>
              <a:p>
                <a:endParaRPr lang="en-MY"/>
              </a:p>
            </p:txBody>
          </p:sp>
        </p:grpSp>
        <p:grpSp>
          <p:nvGrpSpPr>
            <p:cNvPr id="66570" name="Group 81"/>
            <p:cNvGrpSpPr>
              <a:grpSpLocks/>
            </p:cNvGrpSpPr>
            <p:nvPr/>
          </p:nvGrpSpPr>
          <p:grpSpPr bwMode="auto">
            <a:xfrm>
              <a:off x="8970963" y="2757488"/>
              <a:ext cx="1492250" cy="1182687"/>
              <a:chOff x="3301" y="322"/>
              <a:chExt cx="940" cy="557"/>
            </a:xfrm>
          </p:grpSpPr>
          <p:graphicFrame>
            <p:nvGraphicFramePr>
              <p:cNvPr id="66687" name="Object 82"/>
              <p:cNvGraphicFramePr>
                <a:graphicFrameLocks noChangeAspect="1"/>
              </p:cNvGraphicFramePr>
              <p:nvPr/>
            </p:nvGraphicFramePr>
            <p:xfrm>
              <a:off x="3552" y="322"/>
              <a:ext cx="432" cy="398"/>
            </p:xfrm>
            <a:graphic>
              <a:graphicData uri="http://schemas.openxmlformats.org/presentationml/2006/ole">
                <mc:AlternateContent xmlns:mc="http://schemas.openxmlformats.org/markup-compatibility/2006">
                  <mc:Choice xmlns:v="urn:schemas-microsoft-com:vml" Requires="v">
                    <p:oleObj spid="_x0000_s1149" name="Clip" r:id="rId8" imgW="1679753" imgH="1546250" progId="">
                      <p:embed/>
                    </p:oleObj>
                  </mc:Choice>
                  <mc:Fallback>
                    <p:oleObj name="Clip" r:id="rId8" imgW="1679753" imgH="1546250" progId="">
                      <p:embed/>
                      <p:pic>
                        <p:nvPicPr>
                          <p:cNvPr id="66687" name="Object 8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552" y="322"/>
                            <a:ext cx="432" cy="39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6688" name="Rectangle 83"/>
              <p:cNvSpPr>
                <a:spLocks noChangeArrowheads="1"/>
              </p:cNvSpPr>
              <p:nvPr/>
            </p:nvSpPr>
            <p:spPr bwMode="auto">
              <a:xfrm>
                <a:off x="3301" y="720"/>
                <a:ext cx="940" cy="159"/>
              </a:xfrm>
              <a:prstGeom prst="rect">
                <a:avLst/>
              </a:prstGeom>
              <a:noFill/>
              <a:ln w="9525">
                <a:noFill/>
                <a:miter lim="800000"/>
                <a:headEnd/>
                <a:tailEnd/>
              </a:ln>
            </p:spPr>
            <p:txBody>
              <a:bodyPr wrap="none">
                <a:spAutoFit/>
              </a:bodyPr>
              <a:lstStyle/>
              <a:p>
                <a:pPr eaLnBrk="0" hangingPunct="0"/>
                <a:r>
                  <a:rPr lang="en-US" sz="1600" b="1">
                    <a:solidFill>
                      <a:srgbClr val="FF6600"/>
                    </a:solidFill>
                    <a:latin typeface="Jester" pitchFamily="2" charset="0"/>
                  </a:rPr>
                  <a:t>SYS. PLANNING</a:t>
                </a:r>
              </a:p>
            </p:txBody>
          </p:sp>
        </p:grpSp>
        <p:grpSp>
          <p:nvGrpSpPr>
            <p:cNvPr id="66571" name="Group 84"/>
            <p:cNvGrpSpPr>
              <a:grpSpLocks/>
            </p:cNvGrpSpPr>
            <p:nvPr/>
          </p:nvGrpSpPr>
          <p:grpSpPr bwMode="auto">
            <a:xfrm>
              <a:off x="1525588" y="168275"/>
              <a:ext cx="1390650" cy="1054100"/>
              <a:chOff x="1743" y="1968"/>
              <a:chExt cx="1200" cy="809"/>
            </a:xfrm>
          </p:grpSpPr>
          <p:pic>
            <p:nvPicPr>
              <p:cNvPr id="66685" name="Picture 85" descr="PE01561_"/>
              <p:cNvPicPr>
                <a:picLocks noChangeAspect="1" noChangeArrowheads="1"/>
              </p:cNvPicPr>
              <p:nvPr/>
            </p:nvPicPr>
            <p:blipFill>
              <a:blip r:embed="rId10" cstate="print"/>
              <a:srcRect/>
              <a:stretch>
                <a:fillRect/>
              </a:stretch>
            </p:blipFill>
            <p:spPr bwMode="auto">
              <a:xfrm>
                <a:off x="1824" y="1968"/>
                <a:ext cx="1118" cy="508"/>
              </a:xfrm>
              <a:prstGeom prst="rect">
                <a:avLst/>
              </a:prstGeom>
              <a:noFill/>
              <a:ln w="9525">
                <a:noFill/>
                <a:miter lim="800000"/>
                <a:headEnd/>
                <a:tailEnd/>
              </a:ln>
            </p:spPr>
          </p:pic>
          <p:sp>
            <p:nvSpPr>
              <p:cNvPr id="66686" name="Rectangle 86"/>
              <p:cNvSpPr>
                <a:spLocks noChangeArrowheads="1"/>
              </p:cNvSpPr>
              <p:nvPr/>
            </p:nvSpPr>
            <p:spPr bwMode="auto">
              <a:xfrm>
                <a:off x="1743" y="2517"/>
                <a:ext cx="1200" cy="260"/>
              </a:xfrm>
              <a:prstGeom prst="rect">
                <a:avLst/>
              </a:prstGeom>
              <a:noFill/>
              <a:ln w="9525">
                <a:noFill/>
                <a:miter lim="800000"/>
                <a:headEnd/>
                <a:tailEnd/>
              </a:ln>
            </p:spPr>
            <p:txBody>
              <a:bodyPr wrap="none">
                <a:spAutoFit/>
              </a:bodyPr>
              <a:lstStyle/>
              <a:p>
                <a:pPr eaLnBrk="0" hangingPunct="0"/>
                <a:r>
                  <a:rPr lang="en-US" sz="1600" b="1">
                    <a:solidFill>
                      <a:schemeClr val="hlink"/>
                    </a:solidFill>
                    <a:latin typeface="Jester" pitchFamily="2" charset="0"/>
                  </a:rPr>
                  <a:t>SYS. ANALYSIS</a:t>
                </a:r>
              </a:p>
            </p:txBody>
          </p:sp>
        </p:grpSp>
        <p:grpSp>
          <p:nvGrpSpPr>
            <p:cNvPr id="66572" name="Group 87"/>
            <p:cNvGrpSpPr>
              <a:grpSpLocks/>
            </p:cNvGrpSpPr>
            <p:nvPr/>
          </p:nvGrpSpPr>
          <p:grpSpPr bwMode="auto">
            <a:xfrm>
              <a:off x="1697038" y="4586288"/>
              <a:ext cx="1227138" cy="1601787"/>
              <a:chOff x="1124" y="1968"/>
              <a:chExt cx="773" cy="1009"/>
            </a:xfrm>
          </p:grpSpPr>
          <p:graphicFrame>
            <p:nvGraphicFramePr>
              <p:cNvPr id="66683" name="Object 88"/>
              <p:cNvGraphicFramePr>
                <a:graphicFrameLocks noChangeAspect="1"/>
              </p:cNvGraphicFramePr>
              <p:nvPr/>
            </p:nvGraphicFramePr>
            <p:xfrm>
              <a:off x="1248" y="1968"/>
              <a:ext cx="578" cy="768"/>
            </p:xfrm>
            <a:graphic>
              <a:graphicData uri="http://schemas.openxmlformats.org/presentationml/2006/ole">
                <mc:AlternateContent xmlns:mc="http://schemas.openxmlformats.org/markup-compatibility/2006">
                  <mc:Choice xmlns:v="urn:schemas-microsoft-com:vml" Requires="v">
                    <p:oleObj spid="_x0000_s1150" name="Clip" r:id="rId11" imgW="4579545" imgH="6082420" progId="">
                      <p:embed/>
                    </p:oleObj>
                  </mc:Choice>
                  <mc:Fallback>
                    <p:oleObj name="Clip" r:id="rId11" imgW="4579545" imgH="6082420" progId="">
                      <p:embed/>
                      <p:pic>
                        <p:nvPicPr>
                          <p:cNvPr id="66683" name="Object 8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248" y="1968"/>
                            <a:ext cx="578" cy="76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6684" name="Text Box 89"/>
              <p:cNvSpPr txBox="1">
                <a:spLocks noChangeArrowheads="1"/>
              </p:cNvSpPr>
              <p:nvPr/>
            </p:nvSpPr>
            <p:spPr bwMode="auto">
              <a:xfrm>
                <a:off x="1124" y="2764"/>
                <a:ext cx="773" cy="213"/>
              </a:xfrm>
              <a:prstGeom prst="rect">
                <a:avLst/>
              </a:prstGeom>
              <a:noFill/>
              <a:ln w="9525">
                <a:noFill/>
                <a:miter lim="800000"/>
                <a:headEnd/>
                <a:tailEnd/>
              </a:ln>
            </p:spPr>
            <p:txBody>
              <a:bodyPr wrap="none">
                <a:spAutoFit/>
              </a:bodyPr>
              <a:lstStyle/>
              <a:p>
                <a:pPr eaLnBrk="0" hangingPunct="0"/>
                <a:r>
                  <a:rPr lang="en-US" sz="1600" b="1">
                    <a:solidFill>
                      <a:srgbClr val="000000"/>
                    </a:solidFill>
                    <a:latin typeface="Jester" pitchFamily="2" charset="0"/>
                  </a:rPr>
                  <a:t>SYS. DESIGN</a:t>
                </a:r>
              </a:p>
            </p:txBody>
          </p:sp>
        </p:grpSp>
        <p:grpSp>
          <p:nvGrpSpPr>
            <p:cNvPr id="66573" name="Group 90"/>
            <p:cNvGrpSpPr>
              <a:grpSpLocks/>
            </p:cNvGrpSpPr>
            <p:nvPr/>
          </p:nvGrpSpPr>
          <p:grpSpPr bwMode="auto">
            <a:xfrm>
              <a:off x="7524751" y="4205288"/>
              <a:ext cx="2366963" cy="2452686"/>
              <a:chOff x="71" y="2352"/>
              <a:chExt cx="1491" cy="1545"/>
            </a:xfrm>
          </p:grpSpPr>
          <p:pic>
            <p:nvPicPr>
              <p:cNvPr id="66681" name="Picture 91" descr="j0283024"/>
              <p:cNvPicPr>
                <a:picLocks noChangeAspect="1" noChangeArrowheads="1" noCrop="1"/>
              </p:cNvPicPr>
              <p:nvPr/>
            </p:nvPicPr>
            <p:blipFill>
              <a:blip r:embed="rId13" cstate="print"/>
              <a:srcRect/>
              <a:stretch>
                <a:fillRect/>
              </a:stretch>
            </p:blipFill>
            <p:spPr bwMode="auto">
              <a:xfrm>
                <a:off x="1016" y="2352"/>
                <a:ext cx="546" cy="460"/>
              </a:xfrm>
              <a:prstGeom prst="rect">
                <a:avLst/>
              </a:prstGeom>
              <a:noFill/>
              <a:ln w="9525">
                <a:noFill/>
                <a:miter lim="800000"/>
                <a:headEnd/>
                <a:tailEnd/>
              </a:ln>
            </p:spPr>
          </p:pic>
          <p:sp>
            <p:nvSpPr>
              <p:cNvPr id="66682" name="Rectangle 92"/>
              <p:cNvSpPr>
                <a:spLocks noChangeArrowheads="1"/>
              </p:cNvSpPr>
              <p:nvPr/>
            </p:nvSpPr>
            <p:spPr bwMode="auto">
              <a:xfrm>
                <a:off x="71" y="3606"/>
                <a:ext cx="1290" cy="291"/>
              </a:xfrm>
              <a:prstGeom prst="rect">
                <a:avLst/>
              </a:prstGeom>
              <a:noFill/>
              <a:ln w="9525">
                <a:noFill/>
                <a:miter lim="800000"/>
                <a:headEnd/>
                <a:tailEnd/>
              </a:ln>
            </p:spPr>
            <p:txBody>
              <a:bodyPr wrap="square">
                <a:spAutoFit/>
              </a:bodyPr>
              <a:lstStyle/>
              <a:p>
                <a:pPr eaLnBrk="0" hangingPunct="0"/>
                <a:r>
                  <a:rPr lang="en-US" sz="1200" b="1" dirty="0">
                    <a:latin typeface="Jester" pitchFamily="2" charset="0"/>
                  </a:rPr>
                  <a:t>SYS. IMPLEMENTATION final output (present the system)</a:t>
                </a:r>
              </a:p>
            </p:txBody>
          </p:sp>
        </p:grpSp>
        <p:pic>
          <p:nvPicPr>
            <p:cNvPr id="66574" name="Picture 93" descr="C:\Program Files\Common Files\Microsoft Shared\Clipart\cagcat50\bd05219_.wmf"/>
            <p:cNvPicPr>
              <a:picLocks noChangeAspect="1" noChangeArrowheads="1"/>
            </p:cNvPicPr>
            <p:nvPr/>
          </p:nvPicPr>
          <p:blipFill>
            <a:blip r:embed="rId4" cstate="print"/>
            <a:srcRect/>
            <a:stretch>
              <a:fillRect/>
            </a:stretch>
          </p:blipFill>
          <p:spPr bwMode="auto">
            <a:xfrm>
              <a:off x="2992438" y="2147888"/>
              <a:ext cx="609600" cy="571500"/>
            </a:xfrm>
            <a:prstGeom prst="rect">
              <a:avLst/>
            </a:prstGeom>
            <a:noFill/>
            <a:ln w="9525">
              <a:noFill/>
              <a:miter lim="800000"/>
              <a:headEnd/>
              <a:tailEnd/>
            </a:ln>
          </p:spPr>
        </p:pic>
        <p:pic>
          <p:nvPicPr>
            <p:cNvPr id="66575" name="Picture 94" descr="C:\Program Files\Common Files\Microsoft Shared\Clipart\cagcat50\bd04924_.wmf"/>
            <p:cNvPicPr>
              <a:picLocks noChangeAspect="1" noChangeArrowheads="1"/>
            </p:cNvPicPr>
            <p:nvPr/>
          </p:nvPicPr>
          <p:blipFill>
            <a:blip r:embed="rId14" cstate="print"/>
            <a:srcRect/>
            <a:stretch>
              <a:fillRect/>
            </a:stretch>
          </p:blipFill>
          <p:spPr bwMode="auto">
            <a:xfrm>
              <a:off x="6116638" y="2147888"/>
              <a:ext cx="620713" cy="838200"/>
            </a:xfrm>
            <a:prstGeom prst="rect">
              <a:avLst/>
            </a:prstGeom>
            <a:noFill/>
            <a:ln w="9525">
              <a:noFill/>
              <a:miter lim="800000"/>
              <a:headEnd/>
              <a:tailEnd/>
            </a:ln>
          </p:spPr>
        </p:pic>
        <p:grpSp>
          <p:nvGrpSpPr>
            <p:cNvPr id="66576" name="Group 95"/>
            <p:cNvGrpSpPr>
              <a:grpSpLocks/>
            </p:cNvGrpSpPr>
            <p:nvPr/>
          </p:nvGrpSpPr>
          <p:grpSpPr bwMode="auto">
            <a:xfrm>
              <a:off x="5735638" y="166688"/>
              <a:ext cx="1268413" cy="1419225"/>
              <a:chOff x="3264" y="96"/>
              <a:chExt cx="799" cy="894"/>
            </a:xfrm>
          </p:grpSpPr>
          <p:pic>
            <p:nvPicPr>
              <p:cNvPr id="66679" name="Picture 96" descr="j0240651"/>
              <p:cNvPicPr>
                <a:picLocks noChangeAspect="1" noChangeArrowheads="1"/>
              </p:cNvPicPr>
              <p:nvPr/>
            </p:nvPicPr>
            <p:blipFill>
              <a:blip r:embed="rId15" cstate="print"/>
              <a:srcRect/>
              <a:stretch>
                <a:fillRect/>
              </a:stretch>
            </p:blipFill>
            <p:spPr bwMode="auto">
              <a:xfrm>
                <a:off x="3346" y="96"/>
                <a:ext cx="686" cy="543"/>
              </a:xfrm>
              <a:prstGeom prst="rect">
                <a:avLst/>
              </a:prstGeom>
              <a:noFill/>
              <a:ln w="9525">
                <a:noFill/>
                <a:miter lim="800000"/>
                <a:headEnd/>
                <a:tailEnd/>
              </a:ln>
            </p:spPr>
          </p:pic>
          <p:sp>
            <p:nvSpPr>
              <p:cNvPr id="66680" name="Text Box 97"/>
              <p:cNvSpPr txBox="1">
                <a:spLocks noChangeArrowheads="1"/>
              </p:cNvSpPr>
              <p:nvPr/>
            </p:nvSpPr>
            <p:spPr bwMode="auto">
              <a:xfrm>
                <a:off x="3264" y="624"/>
                <a:ext cx="799" cy="366"/>
              </a:xfrm>
              <a:prstGeom prst="rect">
                <a:avLst/>
              </a:prstGeom>
              <a:noFill/>
              <a:ln w="9525">
                <a:noFill/>
                <a:miter lim="800000"/>
                <a:headEnd/>
                <a:tailEnd/>
              </a:ln>
            </p:spPr>
            <p:txBody>
              <a:bodyPr wrap="none">
                <a:spAutoFit/>
              </a:bodyPr>
              <a:lstStyle/>
              <a:p>
                <a:r>
                  <a:rPr lang="en-US" sz="1600" b="1">
                    <a:solidFill>
                      <a:srgbClr val="FF6600"/>
                    </a:solidFill>
                    <a:latin typeface="Jester" pitchFamily="2" charset="0"/>
                  </a:rPr>
                  <a:t>Information </a:t>
                </a:r>
              </a:p>
              <a:p>
                <a:r>
                  <a:rPr lang="en-US" sz="1600" b="1">
                    <a:solidFill>
                      <a:schemeClr val="hlink"/>
                    </a:solidFill>
                    <a:latin typeface="Jester" pitchFamily="2" charset="0"/>
                  </a:rPr>
                  <a:t>Gathering</a:t>
                </a:r>
              </a:p>
            </p:txBody>
          </p:sp>
        </p:grpSp>
        <p:sp>
          <p:nvSpPr>
            <p:cNvPr id="66577" name="AutoShape 98"/>
            <p:cNvSpPr>
              <a:spLocks noChangeArrowheads="1"/>
            </p:cNvSpPr>
            <p:nvPr/>
          </p:nvSpPr>
          <p:spPr bwMode="auto">
            <a:xfrm rot="2764932">
              <a:off x="7069138" y="1119188"/>
              <a:ext cx="381000" cy="762000"/>
            </a:xfrm>
            <a:prstGeom prst="rightArrow">
              <a:avLst>
                <a:gd name="adj1" fmla="val 50000"/>
                <a:gd name="adj2" fmla="val 25000"/>
              </a:avLst>
            </a:prstGeom>
            <a:solidFill>
              <a:schemeClr val="accent1"/>
            </a:solidFill>
            <a:ln w="9525">
              <a:solidFill>
                <a:schemeClr val="tx1"/>
              </a:solidFill>
              <a:miter lim="800000"/>
              <a:headEnd/>
              <a:tailEnd/>
            </a:ln>
          </p:spPr>
          <p:txBody>
            <a:bodyPr wrap="none" anchor="ctr"/>
            <a:lstStyle/>
            <a:p>
              <a:endParaRPr lang="en-US"/>
            </a:p>
          </p:txBody>
        </p:sp>
        <p:grpSp>
          <p:nvGrpSpPr>
            <p:cNvPr id="66578" name="Group 99"/>
            <p:cNvGrpSpPr>
              <a:grpSpLocks/>
            </p:cNvGrpSpPr>
            <p:nvPr/>
          </p:nvGrpSpPr>
          <p:grpSpPr bwMode="auto">
            <a:xfrm>
              <a:off x="8859838" y="1309688"/>
              <a:ext cx="1371600" cy="1250950"/>
              <a:chOff x="2304" y="624"/>
              <a:chExt cx="864" cy="788"/>
            </a:xfrm>
          </p:grpSpPr>
          <p:pic>
            <p:nvPicPr>
              <p:cNvPr id="66677" name="Picture 100" descr="http://images.google.com/images?q=tbn:mxt3zaR_QHoC:www.antelope.com/images/project.gif">
                <a:hlinkClick r:id="rId16"/>
              </p:cNvPr>
              <p:cNvPicPr>
                <a:picLocks noChangeAspect="1" noChangeArrowheads="1"/>
              </p:cNvPicPr>
              <p:nvPr/>
            </p:nvPicPr>
            <p:blipFill>
              <a:blip r:embed="rId17" cstate="print"/>
              <a:srcRect/>
              <a:stretch>
                <a:fillRect/>
              </a:stretch>
            </p:blipFill>
            <p:spPr bwMode="auto">
              <a:xfrm>
                <a:off x="2304" y="624"/>
                <a:ext cx="864" cy="571"/>
              </a:xfrm>
              <a:prstGeom prst="rect">
                <a:avLst/>
              </a:prstGeom>
              <a:noFill/>
              <a:ln w="9525">
                <a:noFill/>
                <a:miter lim="800000"/>
                <a:headEnd/>
                <a:tailEnd/>
              </a:ln>
            </p:spPr>
          </p:pic>
          <p:sp>
            <p:nvSpPr>
              <p:cNvPr id="66678" name="Text Box 101"/>
              <p:cNvSpPr txBox="1">
                <a:spLocks noChangeArrowheads="1"/>
              </p:cNvSpPr>
              <p:nvPr/>
            </p:nvSpPr>
            <p:spPr bwMode="auto">
              <a:xfrm>
                <a:off x="2391" y="1200"/>
                <a:ext cx="759" cy="212"/>
              </a:xfrm>
              <a:prstGeom prst="rect">
                <a:avLst/>
              </a:prstGeom>
              <a:noFill/>
              <a:ln w="9525">
                <a:noFill/>
                <a:miter lim="800000"/>
                <a:headEnd/>
                <a:tailEnd/>
              </a:ln>
            </p:spPr>
            <p:txBody>
              <a:bodyPr wrap="none">
                <a:spAutoFit/>
              </a:bodyPr>
              <a:lstStyle/>
              <a:p>
                <a:r>
                  <a:rPr lang="en-US" sz="1600" b="1">
                    <a:solidFill>
                      <a:srgbClr val="FF6600"/>
                    </a:solidFill>
                    <a:latin typeface="Jester" pitchFamily="2" charset="0"/>
                  </a:rPr>
                  <a:t>Project Mgt</a:t>
                </a:r>
              </a:p>
            </p:txBody>
          </p:sp>
        </p:grpSp>
        <p:sp>
          <p:nvSpPr>
            <p:cNvPr id="66579" name="AutoShape 102"/>
            <p:cNvSpPr>
              <a:spLocks noChangeArrowheads="1"/>
            </p:cNvSpPr>
            <p:nvPr/>
          </p:nvSpPr>
          <p:spPr bwMode="auto">
            <a:xfrm rot="9383841">
              <a:off x="8478838" y="1538288"/>
              <a:ext cx="381000" cy="762000"/>
            </a:xfrm>
            <a:prstGeom prst="rightArrow">
              <a:avLst>
                <a:gd name="adj1" fmla="val 50000"/>
                <a:gd name="adj2" fmla="val 25000"/>
              </a:avLst>
            </a:prstGeom>
            <a:solidFill>
              <a:schemeClr val="accent1"/>
            </a:solidFill>
            <a:ln w="9525">
              <a:solidFill>
                <a:schemeClr val="tx1"/>
              </a:solidFill>
              <a:miter lim="800000"/>
              <a:headEnd/>
              <a:tailEnd/>
            </a:ln>
          </p:spPr>
          <p:txBody>
            <a:bodyPr wrap="none" anchor="ctr"/>
            <a:lstStyle/>
            <a:p>
              <a:endParaRPr lang="en-US"/>
            </a:p>
          </p:txBody>
        </p:sp>
        <p:grpSp>
          <p:nvGrpSpPr>
            <p:cNvPr id="66580" name="Group 103"/>
            <p:cNvGrpSpPr>
              <a:grpSpLocks/>
            </p:cNvGrpSpPr>
            <p:nvPr/>
          </p:nvGrpSpPr>
          <p:grpSpPr bwMode="auto">
            <a:xfrm>
              <a:off x="7793038" y="3214688"/>
              <a:ext cx="1143000" cy="1174750"/>
              <a:chOff x="3456" y="1968"/>
              <a:chExt cx="720" cy="740"/>
            </a:xfrm>
          </p:grpSpPr>
          <p:pic>
            <p:nvPicPr>
              <p:cNvPr id="66675" name="Picture 104" descr="http://images.google.com/images?q=tbn:voIP45ZDtDkC:www.kn.pacbell.com/wired/democracy/money.gif">
                <a:hlinkClick r:id="rId18"/>
              </p:cNvPr>
              <p:cNvPicPr>
                <a:picLocks noChangeAspect="1" noChangeArrowheads="1"/>
              </p:cNvPicPr>
              <p:nvPr/>
            </p:nvPicPr>
            <p:blipFill>
              <a:blip r:embed="rId19" cstate="print"/>
              <a:srcRect/>
              <a:stretch>
                <a:fillRect/>
              </a:stretch>
            </p:blipFill>
            <p:spPr bwMode="auto">
              <a:xfrm>
                <a:off x="3600" y="1968"/>
                <a:ext cx="478" cy="528"/>
              </a:xfrm>
              <a:prstGeom prst="rect">
                <a:avLst/>
              </a:prstGeom>
              <a:noFill/>
              <a:ln w="9525">
                <a:noFill/>
                <a:miter lim="800000"/>
                <a:headEnd/>
                <a:tailEnd/>
              </a:ln>
            </p:spPr>
          </p:pic>
          <p:sp>
            <p:nvSpPr>
              <p:cNvPr id="66676" name="Text Box 105"/>
              <p:cNvSpPr txBox="1">
                <a:spLocks noChangeArrowheads="1"/>
              </p:cNvSpPr>
              <p:nvPr/>
            </p:nvSpPr>
            <p:spPr bwMode="auto">
              <a:xfrm>
                <a:off x="3456" y="2496"/>
                <a:ext cx="720" cy="212"/>
              </a:xfrm>
              <a:prstGeom prst="rect">
                <a:avLst/>
              </a:prstGeom>
              <a:noFill/>
              <a:ln w="9525">
                <a:noFill/>
                <a:miter lim="800000"/>
                <a:headEnd/>
                <a:tailEnd/>
              </a:ln>
            </p:spPr>
            <p:txBody>
              <a:bodyPr>
                <a:spAutoFit/>
              </a:bodyPr>
              <a:lstStyle/>
              <a:p>
                <a:pPr>
                  <a:spcBef>
                    <a:spcPct val="50000"/>
                  </a:spcBef>
                </a:pPr>
                <a:r>
                  <a:rPr lang="en-US" sz="1600" b="1">
                    <a:solidFill>
                      <a:srgbClr val="FF6600"/>
                    </a:solidFill>
                    <a:latin typeface="Jester" pitchFamily="2" charset="0"/>
                  </a:rPr>
                  <a:t>Feasibility</a:t>
                </a:r>
              </a:p>
            </p:txBody>
          </p:sp>
        </p:grpSp>
        <p:sp>
          <p:nvSpPr>
            <p:cNvPr id="66581" name="Freeform 106"/>
            <p:cNvSpPr>
              <a:spLocks/>
            </p:cNvSpPr>
            <p:nvPr/>
          </p:nvSpPr>
          <p:spPr bwMode="auto">
            <a:xfrm>
              <a:off x="6726238" y="2808288"/>
              <a:ext cx="1371600" cy="406400"/>
            </a:xfrm>
            <a:custGeom>
              <a:avLst/>
              <a:gdLst>
                <a:gd name="T0" fmla="*/ 0 w 864"/>
                <a:gd name="T1" fmla="*/ 64 h 256"/>
                <a:gd name="T2" fmla="*/ 240 w 864"/>
                <a:gd name="T3" fmla="*/ 160 h 256"/>
                <a:gd name="T4" fmla="*/ 576 w 864"/>
                <a:gd name="T5" fmla="*/ 16 h 256"/>
                <a:gd name="T6" fmla="*/ 864 w 864"/>
                <a:gd name="T7" fmla="*/ 256 h 256"/>
                <a:gd name="T8" fmla="*/ 0 60000 65536"/>
                <a:gd name="T9" fmla="*/ 0 60000 65536"/>
                <a:gd name="T10" fmla="*/ 0 60000 65536"/>
                <a:gd name="T11" fmla="*/ 0 60000 65536"/>
                <a:gd name="T12" fmla="*/ 0 w 864"/>
                <a:gd name="T13" fmla="*/ 0 h 256"/>
                <a:gd name="T14" fmla="*/ 864 w 864"/>
                <a:gd name="T15" fmla="*/ 256 h 256"/>
              </a:gdLst>
              <a:ahLst/>
              <a:cxnLst>
                <a:cxn ang="T8">
                  <a:pos x="T0" y="T1"/>
                </a:cxn>
                <a:cxn ang="T9">
                  <a:pos x="T2" y="T3"/>
                </a:cxn>
                <a:cxn ang="T10">
                  <a:pos x="T4" y="T5"/>
                </a:cxn>
                <a:cxn ang="T11">
                  <a:pos x="T6" y="T7"/>
                </a:cxn>
              </a:cxnLst>
              <a:rect l="T12" t="T13" r="T14" b="T15"/>
              <a:pathLst>
                <a:path w="864" h="256">
                  <a:moveTo>
                    <a:pt x="0" y="64"/>
                  </a:moveTo>
                  <a:cubicBezTo>
                    <a:pt x="72" y="116"/>
                    <a:pt x="144" y="168"/>
                    <a:pt x="240" y="160"/>
                  </a:cubicBezTo>
                  <a:cubicBezTo>
                    <a:pt x="336" y="152"/>
                    <a:pt x="472" y="0"/>
                    <a:pt x="576" y="16"/>
                  </a:cubicBezTo>
                  <a:cubicBezTo>
                    <a:pt x="680" y="32"/>
                    <a:pt x="772" y="144"/>
                    <a:pt x="864" y="256"/>
                  </a:cubicBezTo>
                </a:path>
              </a:pathLst>
            </a:custGeom>
            <a:noFill/>
            <a:ln w="9525">
              <a:solidFill>
                <a:schemeClr val="tx1"/>
              </a:solidFill>
              <a:round/>
              <a:headEnd/>
              <a:tailEnd/>
            </a:ln>
          </p:spPr>
          <p:txBody>
            <a:bodyPr wrap="none"/>
            <a:lstStyle/>
            <a:p>
              <a:endParaRPr lang="en-MY"/>
            </a:p>
          </p:txBody>
        </p:sp>
        <p:grpSp>
          <p:nvGrpSpPr>
            <p:cNvPr id="66582" name="Group 107"/>
            <p:cNvGrpSpPr>
              <a:grpSpLocks/>
            </p:cNvGrpSpPr>
            <p:nvPr/>
          </p:nvGrpSpPr>
          <p:grpSpPr bwMode="auto">
            <a:xfrm>
              <a:off x="7716838" y="1004888"/>
              <a:ext cx="762000" cy="685800"/>
              <a:chOff x="3936" y="624"/>
              <a:chExt cx="480" cy="432"/>
            </a:xfrm>
          </p:grpSpPr>
          <p:sp>
            <p:nvSpPr>
              <p:cNvPr id="66673" name="Freeform 108"/>
              <p:cNvSpPr>
                <a:spLocks/>
              </p:cNvSpPr>
              <p:nvPr/>
            </p:nvSpPr>
            <p:spPr bwMode="auto">
              <a:xfrm>
                <a:off x="4128" y="720"/>
                <a:ext cx="288" cy="336"/>
              </a:xfrm>
              <a:custGeom>
                <a:avLst/>
                <a:gdLst>
                  <a:gd name="T0" fmla="*/ 288 w 288"/>
                  <a:gd name="T1" fmla="*/ 0 h 336"/>
                  <a:gd name="T2" fmla="*/ 96 w 288"/>
                  <a:gd name="T3" fmla="*/ 192 h 336"/>
                  <a:gd name="T4" fmla="*/ 0 w 288"/>
                  <a:gd name="T5" fmla="*/ 336 h 336"/>
                  <a:gd name="T6" fmla="*/ 0 60000 65536"/>
                  <a:gd name="T7" fmla="*/ 0 60000 65536"/>
                  <a:gd name="T8" fmla="*/ 0 60000 65536"/>
                  <a:gd name="T9" fmla="*/ 0 w 288"/>
                  <a:gd name="T10" fmla="*/ 0 h 336"/>
                  <a:gd name="T11" fmla="*/ 288 w 288"/>
                  <a:gd name="T12" fmla="*/ 336 h 336"/>
                </a:gdLst>
                <a:ahLst/>
                <a:cxnLst>
                  <a:cxn ang="T6">
                    <a:pos x="T0" y="T1"/>
                  </a:cxn>
                  <a:cxn ang="T7">
                    <a:pos x="T2" y="T3"/>
                  </a:cxn>
                  <a:cxn ang="T8">
                    <a:pos x="T4" y="T5"/>
                  </a:cxn>
                </a:cxnLst>
                <a:rect l="T9" t="T10" r="T11" b="T12"/>
                <a:pathLst>
                  <a:path w="288" h="336">
                    <a:moveTo>
                      <a:pt x="288" y="0"/>
                    </a:moveTo>
                    <a:cubicBezTo>
                      <a:pt x="216" y="68"/>
                      <a:pt x="144" y="136"/>
                      <a:pt x="96" y="192"/>
                    </a:cubicBezTo>
                    <a:cubicBezTo>
                      <a:pt x="48" y="248"/>
                      <a:pt x="24" y="292"/>
                      <a:pt x="0" y="336"/>
                    </a:cubicBezTo>
                  </a:path>
                </a:pathLst>
              </a:custGeom>
              <a:noFill/>
              <a:ln w="9525">
                <a:solidFill>
                  <a:schemeClr val="tx1"/>
                </a:solidFill>
                <a:round/>
                <a:headEnd/>
                <a:tailEnd/>
              </a:ln>
            </p:spPr>
            <p:txBody>
              <a:bodyPr wrap="none"/>
              <a:lstStyle/>
              <a:p>
                <a:endParaRPr lang="en-MY"/>
              </a:p>
            </p:txBody>
          </p:sp>
          <p:sp>
            <p:nvSpPr>
              <p:cNvPr id="66674" name="Freeform 109"/>
              <p:cNvSpPr>
                <a:spLocks/>
              </p:cNvSpPr>
              <p:nvPr/>
            </p:nvSpPr>
            <p:spPr bwMode="auto">
              <a:xfrm>
                <a:off x="3936" y="624"/>
                <a:ext cx="240" cy="384"/>
              </a:xfrm>
              <a:custGeom>
                <a:avLst/>
                <a:gdLst>
                  <a:gd name="T0" fmla="*/ 240 w 240"/>
                  <a:gd name="T1" fmla="*/ 0 h 384"/>
                  <a:gd name="T2" fmla="*/ 96 w 240"/>
                  <a:gd name="T3" fmla="*/ 192 h 384"/>
                  <a:gd name="T4" fmla="*/ 0 w 240"/>
                  <a:gd name="T5" fmla="*/ 384 h 384"/>
                  <a:gd name="T6" fmla="*/ 0 60000 65536"/>
                  <a:gd name="T7" fmla="*/ 0 60000 65536"/>
                  <a:gd name="T8" fmla="*/ 0 60000 65536"/>
                  <a:gd name="T9" fmla="*/ 0 w 240"/>
                  <a:gd name="T10" fmla="*/ 0 h 384"/>
                  <a:gd name="T11" fmla="*/ 240 w 240"/>
                  <a:gd name="T12" fmla="*/ 384 h 384"/>
                </a:gdLst>
                <a:ahLst/>
                <a:cxnLst>
                  <a:cxn ang="T6">
                    <a:pos x="T0" y="T1"/>
                  </a:cxn>
                  <a:cxn ang="T7">
                    <a:pos x="T2" y="T3"/>
                  </a:cxn>
                  <a:cxn ang="T8">
                    <a:pos x="T4" y="T5"/>
                  </a:cxn>
                </a:cxnLst>
                <a:rect l="T9" t="T10" r="T11" b="T12"/>
                <a:pathLst>
                  <a:path w="240" h="384">
                    <a:moveTo>
                      <a:pt x="240" y="0"/>
                    </a:moveTo>
                    <a:cubicBezTo>
                      <a:pt x="188" y="64"/>
                      <a:pt x="136" y="128"/>
                      <a:pt x="96" y="192"/>
                    </a:cubicBezTo>
                    <a:cubicBezTo>
                      <a:pt x="56" y="256"/>
                      <a:pt x="28" y="320"/>
                      <a:pt x="0" y="384"/>
                    </a:cubicBezTo>
                  </a:path>
                </a:pathLst>
              </a:custGeom>
              <a:noFill/>
              <a:ln w="9525">
                <a:solidFill>
                  <a:schemeClr val="tx1"/>
                </a:solidFill>
                <a:round/>
                <a:headEnd/>
                <a:tailEnd/>
              </a:ln>
            </p:spPr>
            <p:txBody>
              <a:bodyPr wrap="none"/>
              <a:lstStyle/>
              <a:p>
                <a:endParaRPr lang="en-MY"/>
              </a:p>
            </p:txBody>
          </p:sp>
        </p:grpSp>
        <p:grpSp>
          <p:nvGrpSpPr>
            <p:cNvPr id="66583" name="Group 110"/>
            <p:cNvGrpSpPr>
              <a:grpSpLocks/>
            </p:cNvGrpSpPr>
            <p:nvPr/>
          </p:nvGrpSpPr>
          <p:grpSpPr bwMode="auto">
            <a:xfrm>
              <a:off x="6726238" y="1906588"/>
              <a:ext cx="838200" cy="469900"/>
              <a:chOff x="3312" y="1192"/>
              <a:chExt cx="528" cy="296"/>
            </a:xfrm>
          </p:grpSpPr>
          <p:sp>
            <p:nvSpPr>
              <p:cNvPr id="66671" name="Freeform 111"/>
              <p:cNvSpPr>
                <a:spLocks/>
              </p:cNvSpPr>
              <p:nvPr/>
            </p:nvSpPr>
            <p:spPr bwMode="auto">
              <a:xfrm>
                <a:off x="3360" y="1376"/>
                <a:ext cx="480" cy="112"/>
              </a:xfrm>
              <a:custGeom>
                <a:avLst/>
                <a:gdLst>
                  <a:gd name="T0" fmla="*/ 480 w 480"/>
                  <a:gd name="T1" fmla="*/ 112 h 112"/>
                  <a:gd name="T2" fmla="*/ 288 w 480"/>
                  <a:gd name="T3" fmla="*/ 16 h 112"/>
                  <a:gd name="T4" fmla="*/ 144 w 480"/>
                  <a:gd name="T5" fmla="*/ 16 h 112"/>
                  <a:gd name="T6" fmla="*/ 0 w 480"/>
                  <a:gd name="T7" fmla="*/ 112 h 112"/>
                  <a:gd name="T8" fmla="*/ 0 60000 65536"/>
                  <a:gd name="T9" fmla="*/ 0 60000 65536"/>
                  <a:gd name="T10" fmla="*/ 0 60000 65536"/>
                  <a:gd name="T11" fmla="*/ 0 60000 65536"/>
                  <a:gd name="T12" fmla="*/ 0 w 480"/>
                  <a:gd name="T13" fmla="*/ 0 h 112"/>
                  <a:gd name="T14" fmla="*/ 480 w 480"/>
                  <a:gd name="T15" fmla="*/ 112 h 112"/>
                </a:gdLst>
                <a:ahLst/>
                <a:cxnLst>
                  <a:cxn ang="T8">
                    <a:pos x="T0" y="T1"/>
                  </a:cxn>
                  <a:cxn ang="T9">
                    <a:pos x="T2" y="T3"/>
                  </a:cxn>
                  <a:cxn ang="T10">
                    <a:pos x="T4" y="T5"/>
                  </a:cxn>
                  <a:cxn ang="T11">
                    <a:pos x="T6" y="T7"/>
                  </a:cxn>
                </a:cxnLst>
                <a:rect l="T12" t="T13" r="T14" b="T15"/>
                <a:pathLst>
                  <a:path w="480" h="112">
                    <a:moveTo>
                      <a:pt x="480" y="112"/>
                    </a:moveTo>
                    <a:cubicBezTo>
                      <a:pt x="412" y="72"/>
                      <a:pt x="344" y="32"/>
                      <a:pt x="288" y="16"/>
                    </a:cubicBezTo>
                    <a:cubicBezTo>
                      <a:pt x="232" y="0"/>
                      <a:pt x="192" y="0"/>
                      <a:pt x="144" y="16"/>
                    </a:cubicBezTo>
                    <a:cubicBezTo>
                      <a:pt x="96" y="32"/>
                      <a:pt x="48" y="72"/>
                      <a:pt x="0" y="112"/>
                    </a:cubicBezTo>
                  </a:path>
                </a:pathLst>
              </a:custGeom>
              <a:noFill/>
              <a:ln w="9525">
                <a:solidFill>
                  <a:schemeClr val="tx1"/>
                </a:solidFill>
                <a:round/>
                <a:headEnd/>
                <a:tailEnd/>
              </a:ln>
            </p:spPr>
            <p:txBody>
              <a:bodyPr wrap="none"/>
              <a:lstStyle/>
              <a:p>
                <a:endParaRPr lang="en-MY"/>
              </a:p>
            </p:txBody>
          </p:sp>
          <p:sp>
            <p:nvSpPr>
              <p:cNvPr id="66672" name="Freeform 112"/>
              <p:cNvSpPr>
                <a:spLocks/>
              </p:cNvSpPr>
              <p:nvPr/>
            </p:nvSpPr>
            <p:spPr bwMode="auto">
              <a:xfrm>
                <a:off x="3312" y="1192"/>
                <a:ext cx="432" cy="104"/>
              </a:xfrm>
              <a:custGeom>
                <a:avLst/>
                <a:gdLst>
                  <a:gd name="T0" fmla="*/ 432 w 432"/>
                  <a:gd name="T1" fmla="*/ 56 h 104"/>
                  <a:gd name="T2" fmla="*/ 288 w 432"/>
                  <a:gd name="T3" fmla="*/ 8 h 104"/>
                  <a:gd name="T4" fmla="*/ 0 w 432"/>
                  <a:gd name="T5" fmla="*/ 104 h 104"/>
                  <a:gd name="T6" fmla="*/ 0 60000 65536"/>
                  <a:gd name="T7" fmla="*/ 0 60000 65536"/>
                  <a:gd name="T8" fmla="*/ 0 60000 65536"/>
                  <a:gd name="T9" fmla="*/ 0 w 432"/>
                  <a:gd name="T10" fmla="*/ 0 h 104"/>
                  <a:gd name="T11" fmla="*/ 432 w 432"/>
                  <a:gd name="T12" fmla="*/ 104 h 104"/>
                </a:gdLst>
                <a:ahLst/>
                <a:cxnLst>
                  <a:cxn ang="T6">
                    <a:pos x="T0" y="T1"/>
                  </a:cxn>
                  <a:cxn ang="T7">
                    <a:pos x="T2" y="T3"/>
                  </a:cxn>
                  <a:cxn ang="T8">
                    <a:pos x="T4" y="T5"/>
                  </a:cxn>
                </a:cxnLst>
                <a:rect l="T9" t="T10" r="T11" b="T12"/>
                <a:pathLst>
                  <a:path w="432" h="104">
                    <a:moveTo>
                      <a:pt x="432" y="56"/>
                    </a:moveTo>
                    <a:cubicBezTo>
                      <a:pt x="396" y="28"/>
                      <a:pt x="360" y="0"/>
                      <a:pt x="288" y="8"/>
                    </a:cubicBezTo>
                    <a:cubicBezTo>
                      <a:pt x="216" y="16"/>
                      <a:pt x="108" y="60"/>
                      <a:pt x="0" y="104"/>
                    </a:cubicBezTo>
                  </a:path>
                </a:pathLst>
              </a:custGeom>
              <a:noFill/>
              <a:ln w="9525">
                <a:solidFill>
                  <a:schemeClr val="tx1"/>
                </a:solidFill>
                <a:round/>
                <a:headEnd/>
                <a:tailEnd/>
              </a:ln>
            </p:spPr>
            <p:txBody>
              <a:bodyPr wrap="none"/>
              <a:lstStyle/>
              <a:p>
                <a:endParaRPr lang="en-MY"/>
              </a:p>
            </p:txBody>
          </p:sp>
        </p:grpSp>
        <p:sp>
          <p:nvSpPr>
            <p:cNvPr id="66584" name="Freeform 113"/>
            <p:cNvSpPr>
              <a:spLocks/>
            </p:cNvSpPr>
            <p:nvPr/>
          </p:nvSpPr>
          <p:spPr bwMode="auto">
            <a:xfrm>
              <a:off x="6802438" y="2490788"/>
              <a:ext cx="1371600" cy="495300"/>
            </a:xfrm>
            <a:custGeom>
              <a:avLst/>
              <a:gdLst>
                <a:gd name="T0" fmla="*/ 0 w 864"/>
                <a:gd name="T1" fmla="*/ 120 h 312"/>
                <a:gd name="T2" fmla="*/ 144 w 864"/>
                <a:gd name="T3" fmla="*/ 168 h 312"/>
                <a:gd name="T4" fmla="*/ 480 w 864"/>
                <a:gd name="T5" fmla="*/ 24 h 312"/>
                <a:gd name="T6" fmla="*/ 864 w 864"/>
                <a:gd name="T7" fmla="*/ 312 h 312"/>
                <a:gd name="T8" fmla="*/ 0 60000 65536"/>
                <a:gd name="T9" fmla="*/ 0 60000 65536"/>
                <a:gd name="T10" fmla="*/ 0 60000 65536"/>
                <a:gd name="T11" fmla="*/ 0 60000 65536"/>
                <a:gd name="T12" fmla="*/ 0 w 864"/>
                <a:gd name="T13" fmla="*/ 0 h 312"/>
                <a:gd name="T14" fmla="*/ 864 w 864"/>
                <a:gd name="T15" fmla="*/ 312 h 312"/>
              </a:gdLst>
              <a:ahLst/>
              <a:cxnLst>
                <a:cxn ang="T8">
                  <a:pos x="T0" y="T1"/>
                </a:cxn>
                <a:cxn ang="T9">
                  <a:pos x="T2" y="T3"/>
                </a:cxn>
                <a:cxn ang="T10">
                  <a:pos x="T4" y="T5"/>
                </a:cxn>
                <a:cxn ang="T11">
                  <a:pos x="T6" y="T7"/>
                </a:cxn>
              </a:cxnLst>
              <a:rect l="T12" t="T13" r="T14" b="T15"/>
              <a:pathLst>
                <a:path w="864" h="312">
                  <a:moveTo>
                    <a:pt x="0" y="120"/>
                  </a:moveTo>
                  <a:cubicBezTo>
                    <a:pt x="32" y="152"/>
                    <a:pt x="64" y="184"/>
                    <a:pt x="144" y="168"/>
                  </a:cubicBezTo>
                  <a:cubicBezTo>
                    <a:pt x="224" y="152"/>
                    <a:pt x="360" y="0"/>
                    <a:pt x="480" y="24"/>
                  </a:cubicBezTo>
                  <a:cubicBezTo>
                    <a:pt x="600" y="48"/>
                    <a:pt x="732" y="180"/>
                    <a:pt x="864" y="312"/>
                  </a:cubicBezTo>
                </a:path>
              </a:pathLst>
            </a:custGeom>
            <a:noFill/>
            <a:ln w="9525">
              <a:solidFill>
                <a:schemeClr val="tx1"/>
              </a:solidFill>
              <a:round/>
              <a:headEnd/>
              <a:tailEnd/>
            </a:ln>
          </p:spPr>
          <p:txBody>
            <a:bodyPr wrap="none"/>
            <a:lstStyle/>
            <a:p>
              <a:endParaRPr lang="en-MY"/>
            </a:p>
          </p:txBody>
        </p:sp>
        <p:grpSp>
          <p:nvGrpSpPr>
            <p:cNvPr id="66585" name="Group 114"/>
            <p:cNvGrpSpPr>
              <a:grpSpLocks/>
            </p:cNvGrpSpPr>
            <p:nvPr/>
          </p:nvGrpSpPr>
          <p:grpSpPr bwMode="auto">
            <a:xfrm>
              <a:off x="6421438" y="3519488"/>
              <a:ext cx="1524000" cy="482600"/>
              <a:chOff x="2880" y="2208"/>
              <a:chExt cx="1200" cy="304"/>
            </a:xfrm>
          </p:grpSpPr>
          <p:sp>
            <p:nvSpPr>
              <p:cNvPr id="66669" name="Freeform 115"/>
              <p:cNvSpPr>
                <a:spLocks/>
              </p:cNvSpPr>
              <p:nvPr/>
            </p:nvSpPr>
            <p:spPr bwMode="auto">
              <a:xfrm>
                <a:off x="2880" y="2208"/>
                <a:ext cx="1200" cy="160"/>
              </a:xfrm>
              <a:custGeom>
                <a:avLst/>
                <a:gdLst>
                  <a:gd name="T0" fmla="*/ 8257 w 816"/>
                  <a:gd name="T1" fmla="*/ 585 h 120"/>
                  <a:gd name="T2" fmla="*/ 5337 w 816"/>
                  <a:gd name="T3" fmla="*/ 585 h 120"/>
                  <a:gd name="T4" fmla="*/ 4371 w 816"/>
                  <a:gd name="T5" fmla="*/ 48 h 120"/>
                  <a:gd name="T6" fmla="*/ 3397 w 816"/>
                  <a:gd name="T7" fmla="*/ 315 h 120"/>
                  <a:gd name="T8" fmla="*/ 1940 w 816"/>
                  <a:gd name="T9" fmla="*/ 315 h 120"/>
                  <a:gd name="T10" fmla="*/ 0 w 816"/>
                  <a:gd name="T11" fmla="*/ 585 h 120"/>
                  <a:gd name="T12" fmla="*/ 0 60000 65536"/>
                  <a:gd name="T13" fmla="*/ 0 60000 65536"/>
                  <a:gd name="T14" fmla="*/ 0 60000 65536"/>
                  <a:gd name="T15" fmla="*/ 0 60000 65536"/>
                  <a:gd name="T16" fmla="*/ 0 60000 65536"/>
                  <a:gd name="T17" fmla="*/ 0 60000 65536"/>
                  <a:gd name="T18" fmla="*/ 0 w 816"/>
                  <a:gd name="T19" fmla="*/ 0 h 120"/>
                  <a:gd name="T20" fmla="*/ 816 w 816"/>
                  <a:gd name="T21" fmla="*/ 120 h 120"/>
                </a:gdLst>
                <a:ahLst/>
                <a:cxnLst>
                  <a:cxn ang="T12">
                    <a:pos x="T0" y="T1"/>
                  </a:cxn>
                  <a:cxn ang="T13">
                    <a:pos x="T2" y="T3"/>
                  </a:cxn>
                  <a:cxn ang="T14">
                    <a:pos x="T4" y="T5"/>
                  </a:cxn>
                  <a:cxn ang="T15">
                    <a:pos x="T6" y="T7"/>
                  </a:cxn>
                  <a:cxn ang="T16">
                    <a:pos x="T8" y="T9"/>
                  </a:cxn>
                  <a:cxn ang="T17">
                    <a:pos x="T10" y="T11"/>
                  </a:cxn>
                </a:cxnLst>
                <a:rect l="T18" t="T19" r="T20" b="T21"/>
                <a:pathLst>
                  <a:path w="816" h="120">
                    <a:moveTo>
                      <a:pt x="816" y="104"/>
                    </a:moveTo>
                    <a:cubicBezTo>
                      <a:pt x="704" y="112"/>
                      <a:pt x="592" y="120"/>
                      <a:pt x="528" y="104"/>
                    </a:cubicBezTo>
                    <a:cubicBezTo>
                      <a:pt x="464" y="88"/>
                      <a:pt x="464" y="16"/>
                      <a:pt x="432" y="8"/>
                    </a:cubicBezTo>
                    <a:cubicBezTo>
                      <a:pt x="400" y="0"/>
                      <a:pt x="376" y="48"/>
                      <a:pt x="336" y="56"/>
                    </a:cubicBezTo>
                    <a:cubicBezTo>
                      <a:pt x="296" y="64"/>
                      <a:pt x="248" y="48"/>
                      <a:pt x="192" y="56"/>
                    </a:cubicBezTo>
                    <a:cubicBezTo>
                      <a:pt x="136" y="64"/>
                      <a:pt x="68" y="84"/>
                      <a:pt x="0" y="104"/>
                    </a:cubicBezTo>
                  </a:path>
                </a:pathLst>
              </a:custGeom>
              <a:noFill/>
              <a:ln w="9525">
                <a:solidFill>
                  <a:schemeClr val="tx1"/>
                </a:solidFill>
                <a:round/>
                <a:headEnd/>
                <a:tailEnd/>
              </a:ln>
            </p:spPr>
            <p:txBody>
              <a:bodyPr wrap="none"/>
              <a:lstStyle/>
              <a:p>
                <a:endParaRPr lang="en-MY"/>
              </a:p>
            </p:txBody>
          </p:sp>
          <p:sp>
            <p:nvSpPr>
              <p:cNvPr id="66670" name="Freeform 116"/>
              <p:cNvSpPr>
                <a:spLocks/>
              </p:cNvSpPr>
              <p:nvPr/>
            </p:nvSpPr>
            <p:spPr bwMode="auto">
              <a:xfrm>
                <a:off x="2976" y="2392"/>
                <a:ext cx="1104" cy="120"/>
              </a:xfrm>
              <a:custGeom>
                <a:avLst/>
                <a:gdLst>
                  <a:gd name="T0" fmla="*/ 1104 w 1104"/>
                  <a:gd name="T1" fmla="*/ 104 h 120"/>
                  <a:gd name="T2" fmla="*/ 624 w 1104"/>
                  <a:gd name="T3" fmla="*/ 104 h 120"/>
                  <a:gd name="T4" fmla="*/ 528 w 1104"/>
                  <a:gd name="T5" fmla="*/ 8 h 120"/>
                  <a:gd name="T6" fmla="*/ 384 w 1104"/>
                  <a:gd name="T7" fmla="*/ 56 h 120"/>
                  <a:gd name="T8" fmla="*/ 0 w 1104"/>
                  <a:gd name="T9" fmla="*/ 104 h 120"/>
                  <a:gd name="T10" fmla="*/ 0 60000 65536"/>
                  <a:gd name="T11" fmla="*/ 0 60000 65536"/>
                  <a:gd name="T12" fmla="*/ 0 60000 65536"/>
                  <a:gd name="T13" fmla="*/ 0 60000 65536"/>
                  <a:gd name="T14" fmla="*/ 0 60000 65536"/>
                  <a:gd name="T15" fmla="*/ 0 w 1104"/>
                  <a:gd name="T16" fmla="*/ 0 h 120"/>
                  <a:gd name="T17" fmla="*/ 1104 w 1104"/>
                  <a:gd name="T18" fmla="*/ 120 h 120"/>
                </a:gdLst>
                <a:ahLst/>
                <a:cxnLst>
                  <a:cxn ang="T10">
                    <a:pos x="T0" y="T1"/>
                  </a:cxn>
                  <a:cxn ang="T11">
                    <a:pos x="T2" y="T3"/>
                  </a:cxn>
                  <a:cxn ang="T12">
                    <a:pos x="T4" y="T5"/>
                  </a:cxn>
                  <a:cxn ang="T13">
                    <a:pos x="T6" y="T7"/>
                  </a:cxn>
                  <a:cxn ang="T14">
                    <a:pos x="T8" y="T9"/>
                  </a:cxn>
                </a:cxnLst>
                <a:rect l="T15" t="T16" r="T17" b="T18"/>
                <a:pathLst>
                  <a:path w="1104" h="120">
                    <a:moveTo>
                      <a:pt x="1104" y="104"/>
                    </a:moveTo>
                    <a:cubicBezTo>
                      <a:pt x="912" y="112"/>
                      <a:pt x="720" y="120"/>
                      <a:pt x="624" y="104"/>
                    </a:cubicBezTo>
                    <a:cubicBezTo>
                      <a:pt x="528" y="88"/>
                      <a:pt x="568" y="16"/>
                      <a:pt x="528" y="8"/>
                    </a:cubicBezTo>
                    <a:cubicBezTo>
                      <a:pt x="488" y="0"/>
                      <a:pt x="472" y="40"/>
                      <a:pt x="384" y="56"/>
                    </a:cubicBezTo>
                    <a:cubicBezTo>
                      <a:pt x="296" y="72"/>
                      <a:pt x="148" y="88"/>
                      <a:pt x="0" y="104"/>
                    </a:cubicBezTo>
                  </a:path>
                </a:pathLst>
              </a:custGeom>
              <a:noFill/>
              <a:ln w="9525">
                <a:solidFill>
                  <a:schemeClr val="tx1"/>
                </a:solidFill>
                <a:round/>
                <a:headEnd/>
                <a:tailEnd/>
              </a:ln>
            </p:spPr>
            <p:txBody>
              <a:bodyPr wrap="none"/>
              <a:lstStyle/>
              <a:p>
                <a:endParaRPr lang="en-MY"/>
              </a:p>
            </p:txBody>
          </p:sp>
        </p:grpSp>
        <p:grpSp>
          <p:nvGrpSpPr>
            <p:cNvPr id="66586" name="Group 117"/>
            <p:cNvGrpSpPr>
              <a:grpSpLocks/>
            </p:cNvGrpSpPr>
            <p:nvPr/>
          </p:nvGrpSpPr>
          <p:grpSpPr bwMode="auto">
            <a:xfrm>
              <a:off x="4287838" y="1309688"/>
              <a:ext cx="1214438" cy="1427162"/>
              <a:chOff x="1824" y="1104"/>
              <a:chExt cx="765" cy="1052"/>
            </a:xfrm>
          </p:grpSpPr>
          <p:pic>
            <p:nvPicPr>
              <p:cNvPr id="66667" name="Picture 118" descr="j0160382[1]"/>
              <p:cNvPicPr>
                <a:picLocks noChangeAspect="1" noChangeArrowheads="1"/>
              </p:cNvPicPr>
              <p:nvPr/>
            </p:nvPicPr>
            <p:blipFill>
              <a:blip r:embed="rId20" cstate="print"/>
              <a:srcRect/>
              <a:stretch>
                <a:fillRect/>
              </a:stretch>
            </p:blipFill>
            <p:spPr bwMode="auto">
              <a:xfrm>
                <a:off x="2016" y="1104"/>
                <a:ext cx="395" cy="624"/>
              </a:xfrm>
              <a:prstGeom prst="rect">
                <a:avLst/>
              </a:prstGeom>
              <a:noFill/>
              <a:ln w="9525">
                <a:noFill/>
                <a:miter lim="800000"/>
                <a:headEnd/>
                <a:tailEnd/>
              </a:ln>
            </p:spPr>
          </p:pic>
          <p:sp>
            <p:nvSpPr>
              <p:cNvPr id="66668" name="Text Box 119"/>
              <p:cNvSpPr txBox="1">
                <a:spLocks noChangeArrowheads="1"/>
              </p:cNvSpPr>
              <p:nvPr/>
            </p:nvSpPr>
            <p:spPr bwMode="auto">
              <a:xfrm>
                <a:off x="1824" y="1728"/>
                <a:ext cx="765" cy="428"/>
              </a:xfrm>
              <a:prstGeom prst="rect">
                <a:avLst/>
              </a:prstGeom>
              <a:noFill/>
              <a:ln w="9525">
                <a:noFill/>
                <a:miter lim="800000"/>
                <a:headEnd/>
                <a:tailEnd/>
              </a:ln>
            </p:spPr>
            <p:txBody>
              <a:bodyPr wrap="none">
                <a:spAutoFit/>
              </a:bodyPr>
              <a:lstStyle/>
              <a:p>
                <a:r>
                  <a:rPr lang="en-US" sz="1600" b="1">
                    <a:solidFill>
                      <a:schemeClr val="hlink"/>
                    </a:solidFill>
                    <a:latin typeface="Jester" pitchFamily="2" charset="0"/>
                  </a:rPr>
                  <a:t>Analyze</a:t>
                </a:r>
              </a:p>
              <a:p>
                <a:r>
                  <a:rPr lang="en-US" sz="1600" b="1">
                    <a:solidFill>
                      <a:schemeClr val="hlink"/>
                    </a:solidFill>
                    <a:latin typeface="Jester" pitchFamily="2" charset="0"/>
                  </a:rPr>
                  <a:t>Information</a:t>
                </a:r>
              </a:p>
            </p:txBody>
          </p:sp>
        </p:grpSp>
        <p:grpSp>
          <p:nvGrpSpPr>
            <p:cNvPr id="66587" name="Group 120"/>
            <p:cNvGrpSpPr>
              <a:grpSpLocks/>
            </p:cNvGrpSpPr>
            <p:nvPr/>
          </p:nvGrpSpPr>
          <p:grpSpPr bwMode="auto">
            <a:xfrm>
              <a:off x="5278438" y="2681288"/>
              <a:ext cx="533400" cy="1066800"/>
              <a:chOff x="2352" y="1584"/>
              <a:chExt cx="336" cy="864"/>
            </a:xfrm>
          </p:grpSpPr>
          <p:sp>
            <p:nvSpPr>
              <p:cNvPr id="66665" name="Freeform 121"/>
              <p:cNvSpPr>
                <a:spLocks/>
              </p:cNvSpPr>
              <p:nvPr/>
            </p:nvSpPr>
            <p:spPr bwMode="auto">
              <a:xfrm>
                <a:off x="2544" y="1584"/>
                <a:ext cx="144" cy="672"/>
              </a:xfrm>
              <a:custGeom>
                <a:avLst/>
                <a:gdLst>
                  <a:gd name="T0" fmla="*/ 144 w 144"/>
                  <a:gd name="T1" fmla="*/ 672 h 672"/>
                  <a:gd name="T2" fmla="*/ 48 w 144"/>
                  <a:gd name="T3" fmla="*/ 576 h 672"/>
                  <a:gd name="T4" fmla="*/ 96 w 144"/>
                  <a:gd name="T5" fmla="*/ 432 h 672"/>
                  <a:gd name="T6" fmla="*/ 0 w 144"/>
                  <a:gd name="T7" fmla="*/ 336 h 672"/>
                  <a:gd name="T8" fmla="*/ 96 w 144"/>
                  <a:gd name="T9" fmla="*/ 96 h 672"/>
                  <a:gd name="T10" fmla="*/ 0 w 144"/>
                  <a:gd name="T11" fmla="*/ 0 h 672"/>
                  <a:gd name="T12" fmla="*/ 0 60000 65536"/>
                  <a:gd name="T13" fmla="*/ 0 60000 65536"/>
                  <a:gd name="T14" fmla="*/ 0 60000 65536"/>
                  <a:gd name="T15" fmla="*/ 0 60000 65536"/>
                  <a:gd name="T16" fmla="*/ 0 60000 65536"/>
                  <a:gd name="T17" fmla="*/ 0 60000 65536"/>
                  <a:gd name="T18" fmla="*/ 0 w 144"/>
                  <a:gd name="T19" fmla="*/ 0 h 672"/>
                  <a:gd name="T20" fmla="*/ 144 w 144"/>
                  <a:gd name="T21" fmla="*/ 672 h 672"/>
                </a:gdLst>
                <a:ahLst/>
                <a:cxnLst>
                  <a:cxn ang="T12">
                    <a:pos x="T0" y="T1"/>
                  </a:cxn>
                  <a:cxn ang="T13">
                    <a:pos x="T2" y="T3"/>
                  </a:cxn>
                  <a:cxn ang="T14">
                    <a:pos x="T4" y="T5"/>
                  </a:cxn>
                  <a:cxn ang="T15">
                    <a:pos x="T6" y="T7"/>
                  </a:cxn>
                  <a:cxn ang="T16">
                    <a:pos x="T8" y="T9"/>
                  </a:cxn>
                  <a:cxn ang="T17">
                    <a:pos x="T10" y="T11"/>
                  </a:cxn>
                </a:cxnLst>
                <a:rect l="T18" t="T19" r="T20" b="T21"/>
                <a:pathLst>
                  <a:path w="144" h="672">
                    <a:moveTo>
                      <a:pt x="144" y="672"/>
                    </a:moveTo>
                    <a:cubicBezTo>
                      <a:pt x="100" y="644"/>
                      <a:pt x="56" y="616"/>
                      <a:pt x="48" y="576"/>
                    </a:cubicBezTo>
                    <a:cubicBezTo>
                      <a:pt x="40" y="536"/>
                      <a:pt x="104" y="472"/>
                      <a:pt x="96" y="432"/>
                    </a:cubicBezTo>
                    <a:cubicBezTo>
                      <a:pt x="88" y="392"/>
                      <a:pt x="0" y="392"/>
                      <a:pt x="0" y="336"/>
                    </a:cubicBezTo>
                    <a:cubicBezTo>
                      <a:pt x="0" y="280"/>
                      <a:pt x="96" y="152"/>
                      <a:pt x="96" y="96"/>
                    </a:cubicBezTo>
                    <a:cubicBezTo>
                      <a:pt x="96" y="40"/>
                      <a:pt x="48" y="20"/>
                      <a:pt x="0" y="0"/>
                    </a:cubicBezTo>
                  </a:path>
                </a:pathLst>
              </a:custGeom>
              <a:noFill/>
              <a:ln w="9525">
                <a:solidFill>
                  <a:schemeClr val="tx1"/>
                </a:solidFill>
                <a:round/>
                <a:headEnd/>
                <a:tailEnd/>
              </a:ln>
            </p:spPr>
            <p:txBody>
              <a:bodyPr wrap="none"/>
              <a:lstStyle/>
              <a:p>
                <a:endParaRPr lang="en-MY"/>
              </a:p>
            </p:txBody>
          </p:sp>
          <p:sp>
            <p:nvSpPr>
              <p:cNvPr id="66666" name="Freeform 122"/>
              <p:cNvSpPr>
                <a:spLocks/>
              </p:cNvSpPr>
              <p:nvPr/>
            </p:nvSpPr>
            <p:spPr bwMode="auto">
              <a:xfrm>
                <a:off x="2352" y="1632"/>
                <a:ext cx="288" cy="816"/>
              </a:xfrm>
              <a:custGeom>
                <a:avLst/>
                <a:gdLst>
                  <a:gd name="T0" fmla="*/ 288 w 288"/>
                  <a:gd name="T1" fmla="*/ 816 h 816"/>
                  <a:gd name="T2" fmla="*/ 144 w 288"/>
                  <a:gd name="T3" fmla="*/ 672 h 816"/>
                  <a:gd name="T4" fmla="*/ 96 w 288"/>
                  <a:gd name="T5" fmla="*/ 480 h 816"/>
                  <a:gd name="T6" fmla="*/ 0 w 288"/>
                  <a:gd name="T7" fmla="*/ 288 h 816"/>
                  <a:gd name="T8" fmla="*/ 96 w 288"/>
                  <a:gd name="T9" fmla="*/ 144 h 816"/>
                  <a:gd name="T10" fmla="*/ 0 w 288"/>
                  <a:gd name="T11" fmla="*/ 0 h 816"/>
                  <a:gd name="T12" fmla="*/ 0 60000 65536"/>
                  <a:gd name="T13" fmla="*/ 0 60000 65536"/>
                  <a:gd name="T14" fmla="*/ 0 60000 65536"/>
                  <a:gd name="T15" fmla="*/ 0 60000 65536"/>
                  <a:gd name="T16" fmla="*/ 0 60000 65536"/>
                  <a:gd name="T17" fmla="*/ 0 60000 65536"/>
                  <a:gd name="T18" fmla="*/ 0 w 288"/>
                  <a:gd name="T19" fmla="*/ 0 h 816"/>
                  <a:gd name="T20" fmla="*/ 288 w 288"/>
                  <a:gd name="T21" fmla="*/ 816 h 816"/>
                </a:gdLst>
                <a:ahLst/>
                <a:cxnLst>
                  <a:cxn ang="T12">
                    <a:pos x="T0" y="T1"/>
                  </a:cxn>
                  <a:cxn ang="T13">
                    <a:pos x="T2" y="T3"/>
                  </a:cxn>
                  <a:cxn ang="T14">
                    <a:pos x="T4" y="T5"/>
                  </a:cxn>
                  <a:cxn ang="T15">
                    <a:pos x="T6" y="T7"/>
                  </a:cxn>
                  <a:cxn ang="T16">
                    <a:pos x="T8" y="T9"/>
                  </a:cxn>
                  <a:cxn ang="T17">
                    <a:pos x="T10" y="T11"/>
                  </a:cxn>
                </a:cxnLst>
                <a:rect l="T18" t="T19" r="T20" b="T21"/>
                <a:pathLst>
                  <a:path w="288" h="816">
                    <a:moveTo>
                      <a:pt x="288" y="816"/>
                    </a:moveTo>
                    <a:cubicBezTo>
                      <a:pt x="232" y="772"/>
                      <a:pt x="176" y="728"/>
                      <a:pt x="144" y="672"/>
                    </a:cubicBezTo>
                    <a:cubicBezTo>
                      <a:pt x="112" y="616"/>
                      <a:pt x="120" y="544"/>
                      <a:pt x="96" y="480"/>
                    </a:cubicBezTo>
                    <a:cubicBezTo>
                      <a:pt x="72" y="416"/>
                      <a:pt x="0" y="344"/>
                      <a:pt x="0" y="288"/>
                    </a:cubicBezTo>
                    <a:cubicBezTo>
                      <a:pt x="0" y="232"/>
                      <a:pt x="96" y="192"/>
                      <a:pt x="96" y="144"/>
                    </a:cubicBezTo>
                    <a:cubicBezTo>
                      <a:pt x="96" y="96"/>
                      <a:pt x="48" y="48"/>
                      <a:pt x="0" y="0"/>
                    </a:cubicBezTo>
                  </a:path>
                </a:pathLst>
              </a:custGeom>
              <a:noFill/>
              <a:ln w="9525">
                <a:solidFill>
                  <a:schemeClr val="tx1"/>
                </a:solidFill>
                <a:round/>
                <a:headEnd/>
                <a:tailEnd/>
              </a:ln>
            </p:spPr>
            <p:txBody>
              <a:bodyPr wrap="none"/>
              <a:lstStyle/>
              <a:p>
                <a:endParaRPr lang="en-MY"/>
              </a:p>
            </p:txBody>
          </p:sp>
        </p:grpSp>
        <p:sp>
          <p:nvSpPr>
            <p:cNvPr id="66588" name="AutoShape 123"/>
            <p:cNvSpPr>
              <a:spLocks noChangeArrowheads="1"/>
            </p:cNvSpPr>
            <p:nvPr/>
          </p:nvSpPr>
          <p:spPr bwMode="auto">
            <a:xfrm rot="2764932">
              <a:off x="4402138" y="661988"/>
              <a:ext cx="381000" cy="762000"/>
            </a:xfrm>
            <a:prstGeom prst="rightArrow">
              <a:avLst>
                <a:gd name="adj1" fmla="val 50000"/>
                <a:gd name="adj2" fmla="val 25000"/>
              </a:avLst>
            </a:prstGeom>
            <a:solidFill>
              <a:schemeClr val="accent1"/>
            </a:solidFill>
            <a:ln w="9525">
              <a:solidFill>
                <a:schemeClr val="tx1"/>
              </a:solidFill>
              <a:miter lim="800000"/>
              <a:headEnd/>
              <a:tailEnd/>
            </a:ln>
          </p:spPr>
          <p:txBody>
            <a:bodyPr wrap="none" anchor="ctr"/>
            <a:lstStyle/>
            <a:p>
              <a:endParaRPr lang="en-US"/>
            </a:p>
          </p:txBody>
        </p:sp>
        <p:grpSp>
          <p:nvGrpSpPr>
            <p:cNvPr id="66589" name="Group 124"/>
            <p:cNvGrpSpPr>
              <a:grpSpLocks/>
            </p:cNvGrpSpPr>
            <p:nvPr/>
          </p:nvGrpSpPr>
          <p:grpSpPr bwMode="auto">
            <a:xfrm>
              <a:off x="3371850" y="319088"/>
              <a:ext cx="1068388" cy="774700"/>
              <a:chOff x="831" y="3408"/>
              <a:chExt cx="841" cy="624"/>
            </a:xfrm>
          </p:grpSpPr>
          <p:sp>
            <p:nvSpPr>
              <p:cNvPr id="66659" name="AutoShape 125"/>
              <p:cNvSpPr>
                <a:spLocks noChangeArrowheads="1"/>
              </p:cNvSpPr>
              <p:nvPr/>
            </p:nvSpPr>
            <p:spPr bwMode="auto">
              <a:xfrm>
                <a:off x="831" y="3861"/>
                <a:ext cx="395" cy="171"/>
              </a:xfrm>
              <a:prstGeom prst="roundRect">
                <a:avLst>
                  <a:gd name="adj" fmla="val 16667"/>
                </a:avLst>
              </a:prstGeom>
              <a:noFill/>
              <a:ln w="28575">
                <a:solidFill>
                  <a:schemeClr val="tx1"/>
                </a:solidFill>
                <a:round/>
                <a:headEnd/>
                <a:tailEnd/>
              </a:ln>
            </p:spPr>
            <p:txBody>
              <a:bodyPr wrap="none" anchor="ctr"/>
              <a:lstStyle/>
              <a:p>
                <a:endParaRPr lang="en-US"/>
              </a:p>
            </p:txBody>
          </p:sp>
          <p:sp>
            <p:nvSpPr>
              <p:cNvPr id="66660" name="AutoShape 126"/>
              <p:cNvSpPr>
                <a:spLocks noChangeArrowheads="1"/>
              </p:cNvSpPr>
              <p:nvPr/>
            </p:nvSpPr>
            <p:spPr bwMode="auto">
              <a:xfrm>
                <a:off x="831" y="3408"/>
                <a:ext cx="395" cy="171"/>
              </a:xfrm>
              <a:prstGeom prst="roundRect">
                <a:avLst>
                  <a:gd name="adj" fmla="val 16667"/>
                </a:avLst>
              </a:prstGeom>
              <a:noFill/>
              <a:ln w="28575">
                <a:solidFill>
                  <a:schemeClr val="tx1"/>
                </a:solidFill>
                <a:round/>
                <a:headEnd/>
                <a:tailEnd/>
              </a:ln>
            </p:spPr>
            <p:txBody>
              <a:bodyPr wrap="none" anchor="ctr"/>
              <a:lstStyle/>
              <a:p>
                <a:endParaRPr lang="en-US"/>
              </a:p>
            </p:txBody>
          </p:sp>
          <p:sp>
            <p:nvSpPr>
              <p:cNvPr id="66661" name="AutoShape 127"/>
              <p:cNvSpPr>
                <a:spLocks noChangeArrowheads="1"/>
              </p:cNvSpPr>
              <p:nvPr/>
            </p:nvSpPr>
            <p:spPr bwMode="auto">
              <a:xfrm>
                <a:off x="1277" y="3634"/>
                <a:ext cx="395" cy="172"/>
              </a:xfrm>
              <a:prstGeom prst="roundRect">
                <a:avLst>
                  <a:gd name="adj" fmla="val 16667"/>
                </a:avLst>
              </a:prstGeom>
              <a:noFill/>
              <a:ln w="28575">
                <a:solidFill>
                  <a:schemeClr val="tx1"/>
                </a:solidFill>
                <a:round/>
                <a:headEnd/>
                <a:tailEnd/>
              </a:ln>
            </p:spPr>
            <p:txBody>
              <a:bodyPr wrap="none" anchor="ctr"/>
              <a:lstStyle/>
              <a:p>
                <a:endParaRPr lang="en-US"/>
              </a:p>
            </p:txBody>
          </p:sp>
          <p:sp>
            <p:nvSpPr>
              <p:cNvPr id="66662" name="Line 128"/>
              <p:cNvSpPr>
                <a:spLocks noChangeShapeType="1"/>
              </p:cNvSpPr>
              <p:nvPr/>
            </p:nvSpPr>
            <p:spPr bwMode="auto">
              <a:xfrm>
                <a:off x="1226" y="3544"/>
                <a:ext cx="141" cy="87"/>
              </a:xfrm>
              <a:prstGeom prst="line">
                <a:avLst/>
              </a:prstGeom>
              <a:noFill/>
              <a:ln w="28575">
                <a:solidFill>
                  <a:schemeClr val="tx1"/>
                </a:solidFill>
                <a:round/>
                <a:headEnd/>
                <a:tailEnd type="triangle" w="med" len="med"/>
              </a:ln>
            </p:spPr>
            <p:txBody>
              <a:bodyPr wrap="none" anchor="ctr"/>
              <a:lstStyle/>
              <a:p>
                <a:endParaRPr lang="en-MY"/>
              </a:p>
            </p:txBody>
          </p:sp>
          <p:sp>
            <p:nvSpPr>
              <p:cNvPr id="66663" name="Line 129"/>
              <p:cNvSpPr>
                <a:spLocks noChangeShapeType="1"/>
              </p:cNvSpPr>
              <p:nvPr/>
            </p:nvSpPr>
            <p:spPr bwMode="auto">
              <a:xfrm flipV="1">
                <a:off x="1226" y="3806"/>
                <a:ext cx="141" cy="122"/>
              </a:xfrm>
              <a:prstGeom prst="line">
                <a:avLst/>
              </a:prstGeom>
              <a:noFill/>
              <a:ln w="28575">
                <a:solidFill>
                  <a:schemeClr val="tx1"/>
                </a:solidFill>
                <a:round/>
                <a:headEnd/>
                <a:tailEnd type="triangle" w="med" len="med"/>
              </a:ln>
            </p:spPr>
            <p:txBody>
              <a:bodyPr wrap="none" anchor="ctr"/>
              <a:lstStyle/>
              <a:p>
                <a:endParaRPr lang="en-MY"/>
              </a:p>
            </p:txBody>
          </p:sp>
          <p:sp>
            <p:nvSpPr>
              <p:cNvPr id="66664" name="Line 130"/>
              <p:cNvSpPr>
                <a:spLocks noChangeShapeType="1"/>
              </p:cNvSpPr>
              <p:nvPr/>
            </p:nvSpPr>
            <p:spPr bwMode="auto">
              <a:xfrm>
                <a:off x="1008" y="3576"/>
                <a:ext cx="0" cy="288"/>
              </a:xfrm>
              <a:prstGeom prst="line">
                <a:avLst/>
              </a:prstGeom>
              <a:noFill/>
              <a:ln w="28575">
                <a:solidFill>
                  <a:schemeClr val="tx1"/>
                </a:solidFill>
                <a:round/>
                <a:headEnd/>
                <a:tailEnd type="triangle" w="med" len="med"/>
              </a:ln>
            </p:spPr>
            <p:txBody>
              <a:bodyPr wrap="none" anchor="ctr"/>
              <a:lstStyle/>
              <a:p>
                <a:endParaRPr lang="en-MY"/>
              </a:p>
            </p:txBody>
          </p:sp>
        </p:grpSp>
        <p:sp>
          <p:nvSpPr>
            <p:cNvPr id="66590" name="Oval 131"/>
            <p:cNvSpPr>
              <a:spLocks noChangeArrowheads="1"/>
            </p:cNvSpPr>
            <p:nvPr/>
          </p:nvSpPr>
          <p:spPr bwMode="auto">
            <a:xfrm>
              <a:off x="5278438" y="1157288"/>
              <a:ext cx="76200" cy="228600"/>
            </a:xfrm>
            <a:prstGeom prst="ellipse">
              <a:avLst/>
            </a:prstGeom>
            <a:solidFill>
              <a:schemeClr val="accent1"/>
            </a:solidFill>
            <a:ln w="9525">
              <a:solidFill>
                <a:schemeClr val="tx1"/>
              </a:solidFill>
              <a:round/>
              <a:headEnd/>
              <a:tailEnd/>
            </a:ln>
          </p:spPr>
          <p:txBody>
            <a:bodyPr wrap="none" anchor="ctr"/>
            <a:lstStyle/>
            <a:p>
              <a:endParaRPr lang="en-US"/>
            </a:p>
          </p:txBody>
        </p:sp>
        <p:sp>
          <p:nvSpPr>
            <p:cNvPr id="66591" name="Oval 132"/>
            <p:cNvSpPr>
              <a:spLocks noChangeArrowheads="1"/>
            </p:cNvSpPr>
            <p:nvPr/>
          </p:nvSpPr>
          <p:spPr bwMode="auto">
            <a:xfrm>
              <a:off x="5430838" y="928688"/>
              <a:ext cx="76200" cy="304800"/>
            </a:xfrm>
            <a:prstGeom prst="ellipse">
              <a:avLst/>
            </a:prstGeom>
            <a:solidFill>
              <a:schemeClr val="accent1"/>
            </a:solidFill>
            <a:ln w="9525">
              <a:solidFill>
                <a:schemeClr val="tx1"/>
              </a:solidFill>
              <a:round/>
              <a:headEnd/>
              <a:tailEnd/>
            </a:ln>
          </p:spPr>
          <p:txBody>
            <a:bodyPr wrap="none" anchor="ctr"/>
            <a:lstStyle/>
            <a:p>
              <a:endParaRPr lang="en-US"/>
            </a:p>
          </p:txBody>
        </p:sp>
        <p:sp>
          <p:nvSpPr>
            <p:cNvPr id="66592" name="Oval 133"/>
            <p:cNvSpPr>
              <a:spLocks noChangeArrowheads="1"/>
            </p:cNvSpPr>
            <p:nvPr/>
          </p:nvSpPr>
          <p:spPr bwMode="auto">
            <a:xfrm>
              <a:off x="5126038" y="1233488"/>
              <a:ext cx="76200" cy="152400"/>
            </a:xfrm>
            <a:prstGeom prst="ellipse">
              <a:avLst/>
            </a:prstGeom>
            <a:solidFill>
              <a:schemeClr val="accent1"/>
            </a:solidFill>
            <a:ln w="9525">
              <a:solidFill>
                <a:schemeClr val="tx1"/>
              </a:solidFill>
              <a:round/>
              <a:headEnd/>
              <a:tailEnd/>
            </a:ln>
          </p:spPr>
          <p:txBody>
            <a:bodyPr wrap="none" anchor="ctr"/>
            <a:lstStyle/>
            <a:p>
              <a:endParaRPr lang="en-US"/>
            </a:p>
          </p:txBody>
        </p:sp>
        <p:sp>
          <p:nvSpPr>
            <p:cNvPr id="66593" name="Oval 134"/>
            <p:cNvSpPr>
              <a:spLocks noChangeArrowheads="1"/>
            </p:cNvSpPr>
            <p:nvPr/>
          </p:nvSpPr>
          <p:spPr bwMode="auto">
            <a:xfrm>
              <a:off x="5583238" y="90488"/>
              <a:ext cx="1600200" cy="1600200"/>
            </a:xfrm>
            <a:prstGeom prst="ellipse">
              <a:avLst/>
            </a:prstGeom>
            <a:noFill/>
            <a:ln w="9525">
              <a:solidFill>
                <a:srgbClr val="FF6600"/>
              </a:solidFill>
              <a:prstDash val="sysDot"/>
              <a:round/>
              <a:headEnd/>
              <a:tailEnd/>
            </a:ln>
          </p:spPr>
          <p:txBody>
            <a:bodyPr wrap="none" anchor="ctr"/>
            <a:lstStyle/>
            <a:p>
              <a:endParaRPr lang="en-US" sz="2400">
                <a:solidFill>
                  <a:srgbClr val="FF6600"/>
                </a:solidFill>
              </a:endParaRPr>
            </a:p>
          </p:txBody>
        </p:sp>
        <p:grpSp>
          <p:nvGrpSpPr>
            <p:cNvPr id="66594" name="Group 135"/>
            <p:cNvGrpSpPr>
              <a:grpSpLocks/>
            </p:cNvGrpSpPr>
            <p:nvPr/>
          </p:nvGrpSpPr>
          <p:grpSpPr bwMode="auto">
            <a:xfrm>
              <a:off x="1849438" y="1690688"/>
              <a:ext cx="1219200" cy="1343025"/>
              <a:chOff x="240" y="1056"/>
              <a:chExt cx="768" cy="846"/>
            </a:xfrm>
          </p:grpSpPr>
          <p:grpSp>
            <p:nvGrpSpPr>
              <p:cNvPr id="66640" name="Group 136"/>
              <p:cNvGrpSpPr>
                <a:grpSpLocks/>
              </p:cNvGrpSpPr>
              <p:nvPr/>
            </p:nvGrpSpPr>
            <p:grpSpPr bwMode="auto">
              <a:xfrm>
                <a:off x="240" y="1056"/>
                <a:ext cx="768" cy="480"/>
                <a:chOff x="3696" y="1392"/>
                <a:chExt cx="886" cy="576"/>
              </a:xfrm>
            </p:grpSpPr>
            <p:pic>
              <p:nvPicPr>
                <p:cNvPr id="66642" name="Picture 137" descr="j0228977"/>
                <p:cNvPicPr>
                  <a:picLocks noChangeAspect="1" noChangeArrowheads="1"/>
                </p:cNvPicPr>
                <p:nvPr/>
              </p:nvPicPr>
              <p:blipFill>
                <a:blip r:embed="rId21" cstate="print"/>
                <a:srcRect/>
                <a:stretch>
                  <a:fillRect/>
                </a:stretch>
              </p:blipFill>
              <p:spPr bwMode="auto">
                <a:xfrm>
                  <a:off x="4194" y="1423"/>
                  <a:ext cx="125" cy="141"/>
                </a:xfrm>
                <a:prstGeom prst="rect">
                  <a:avLst/>
                </a:prstGeom>
                <a:noFill/>
                <a:ln w="12700">
                  <a:solidFill>
                    <a:srgbClr val="000000"/>
                  </a:solidFill>
                  <a:miter lim="800000"/>
                  <a:headEnd/>
                  <a:tailEnd/>
                </a:ln>
              </p:spPr>
            </p:pic>
            <p:sp>
              <p:nvSpPr>
                <p:cNvPr id="66643" name="Freeform 138"/>
                <p:cNvSpPr>
                  <a:spLocks/>
                </p:cNvSpPr>
                <p:nvPr/>
              </p:nvSpPr>
              <p:spPr bwMode="auto">
                <a:xfrm>
                  <a:off x="4336" y="1491"/>
                  <a:ext cx="176" cy="100"/>
                </a:xfrm>
                <a:custGeom>
                  <a:avLst/>
                  <a:gdLst>
                    <a:gd name="T0" fmla="*/ 0 w 1008"/>
                    <a:gd name="T1" fmla="*/ 0 h 456"/>
                    <a:gd name="T2" fmla="*/ 0 w 1008"/>
                    <a:gd name="T3" fmla="*/ 0 h 456"/>
                    <a:gd name="T4" fmla="*/ 0 w 1008"/>
                    <a:gd name="T5" fmla="*/ 0 h 456"/>
                    <a:gd name="T6" fmla="*/ 0 60000 65536"/>
                    <a:gd name="T7" fmla="*/ 0 60000 65536"/>
                    <a:gd name="T8" fmla="*/ 0 60000 65536"/>
                    <a:gd name="T9" fmla="*/ 0 w 1008"/>
                    <a:gd name="T10" fmla="*/ 0 h 456"/>
                    <a:gd name="T11" fmla="*/ 1008 w 1008"/>
                    <a:gd name="T12" fmla="*/ 456 h 456"/>
                  </a:gdLst>
                  <a:ahLst/>
                  <a:cxnLst>
                    <a:cxn ang="T6">
                      <a:pos x="T0" y="T1"/>
                    </a:cxn>
                    <a:cxn ang="T7">
                      <a:pos x="T2" y="T3"/>
                    </a:cxn>
                    <a:cxn ang="T8">
                      <a:pos x="T4" y="T5"/>
                    </a:cxn>
                  </a:cxnLst>
                  <a:rect l="T9" t="T10" r="T11" b="T12"/>
                  <a:pathLst>
                    <a:path w="1008" h="456">
                      <a:moveTo>
                        <a:pt x="0" y="24"/>
                      </a:moveTo>
                      <a:cubicBezTo>
                        <a:pt x="228" y="12"/>
                        <a:pt x="456" y="0"/>
                        <a:pt x="624" y="72"/>
                      </a:cubicBezTo>
                      <a:cubicBezTo>
                        <a:pt x="792" y="144"/>
                        <a:pt x="900" y="300"/>
                        <a:pt x="1008" y="456"/>
                      </a:cubicBezTo>
                    </a:path>
                  </a:pathLst>
                </a:custGeom>
                <a:noFill/>
                <a:ln w="12700">
                  <a:solidFill>
                    <a:schemeClr val="tx1"/>
                  </a:solidFill>
                  <a:round/>
                  <a:headEnd/>
                  <a:tailEnd type="triangle" w="med" len="med"/>
                </a:ln>
              </p:spPr>
              <p:txBody>
                <a:bodyPr/>
                <a:lstStyle/>
                <a:p>
                  <a:endParaRPr lang="en-MY"/>
                </a:p>
              </p:txBody>
            </p:sp>
            <p:grpSp>
              <p:nvGrpSpPr>
                <p:cNvPr id="66644" name="Group 139"/>
                <p:cNvGrpSpPr>
                  <a:grpSpLocks/>
                </p:cNvGrpSpPr>
                <p:nvPr/>
              </p:nvGrpSpPr>
              <p:grpSpPr bwMode="auto">
                <a:xfrm>
                  <a:off x="4085" y="1790"/>
                  <a:ext cx="259" cy="142"/>
                  <a:chOff x="2496" y="3264"/>
                  <a:chExt cx="1483" cy="649"/>
                </a:xfrm>
              </p:grpSpPr>
              <p:sp>
                <p:nvSpPr>
                  <p:cNvPr id="66657" name="Line 140"/>
                  <p:cNvSpPr>
                    <a:spLocks noChangeShapeType="1"/>
                  </p:cNvSpPr>
                  <p:nvPr/>
                </p:nvSpPr>
                <p:spPr bwMode="auto">
                  <a:xfrm flipH="1" flipV="1">
                    <a:off x="2496" y="3600"/>
                    <a:ext cx="672" cy="0"/>
                  </a:xfrm>
                  <a:prstGeom prst="line">
                    <a:avLst/>
                  </a:prstGeom>
                  <a:noFill/>
                  <a:ln w="12700">
                    <a:solidFill>
                      <a:schemeClr val="tx1"/>
                    </a:solidFill>
                    <a:round/>
                    <a:headEnd/>
                    <a:tailEnd type="triangle" w="med" len="med"/>
                  </a:ln>
                </p:spPr>
                <p:txBody>
                  <a:bodyPr/>
                  <a:lstStyle/>
                  <a:p>
                    <a:endParaRPr lang="en-MY"/>
                  </a:p>
                </p:txBody>
              </p:sp>
              <p:pic>
                <p:nvPicPr>
                  <p:cNvPr id="66658" name="Picture 141" descr="BD10479_[1]"/>
                  <p:cNvPicPr>
                    <a:picLocks noChangeAspect="1" noChangeArrowheads="1"/>
                  </p:cNvPicPr>
                  <p:nvPr/>
                </p:nvPicPr>
                <p:blipFill>
                  <a:blip r:embed="rId22" cstate="print"/>
                  <a:srcRect/>
                  <a:stretch>
                    <a:fillRect/>
                  </a:stretch>
                </p:blipFill>
                <p:spPr bwMode="auto">
                  <a:xfrm>
                    <a:off x="3216" y="3264"/>
                    <a:ext cx="763" cy="649"/>
                  </a:xfrm>
                  <a:prstGeom prst="rect">
                    <a:avLst/>
                  </a:prstGeom>
                  <a:noFill/>
                  <a:ln w="12700">
                    <a:solidFill>
                      <a:srgbClr val="000000"/>
                    </a:solidFill>
                    <a:miter lim="800000"/>
                    <a:headEnd/>
                    <a:tailEnd/>
                  </a:ln>
                </p:spPr>
              </p:pic>
            </p:grpSp>
            <p:grpSp>
              <p:nvGrpSpPr>
                <p:cNvPr id="66645" name="Group 142"/>
                <p:cNvGrpSpPr>
                  <a:grpSpLocks/>
                </p:cNvGrpSpPr>
                <p:nvPr/>
              </p:nvGrpSpPr>
              <p:grpSpPr bwMode="auto">
                <a:xfrm>
                  <a:off x="4403" y="1570"/>
                  <a:ext cx="179" cy="346"/>
                  <a:chOff x="4320" y="2256"/>
                  <a:chExt cx="1024" cy="1584"/>
                </a:xfrm>
              </p:grpSpPr>
              <p:pic>
                <p:nvPicPr>
                  <p:cNvPr id="66655" name="Picture 143" descr="j0297433"/>
                  <p:cNvPicPr>
                    <a:picLocks noChangeAspect="1" noChangeArrowheads="1"/>
                  </p:cNvPicPr>
                  <p:nvPr/>
                </p:nvPicPr>
                <p:blipFill>
                  <a:blip r:embed="rId23" cstate="print"/>
                  <a:srcRect/>
                  <a:stretch>
                    <a:fillRect/>
                  </a:stretch>
                </p:blipFill>
                <p:spPr bwMode="auto">
                  <a:xfrm>
                    <a:off x="4656" y="2256"/>
                    <a:ext cx="688" cy="821"/>
                  </a:xfrm>
                  <a:prstGeom prst="rect">
                    <a:avLst/>
                  </a:prstGeom>
                  <a:noFill/>
                  <a:ln w="12700">
                    <a:solidFill>
                      <a:srgbClr val="000000"/>
                    </a:solidFill>
                    <a:miter lim="800000"/>
                    <a:headEnd/>
                    <a:tailEnd/>
                  </a:ln>
                </p:spPr>
              </p:pic>
              <p:sp>
                <p:nvSpPr>
                  <p:cNvPr id="66656" name="Freeform 144"/>
                  <p:cNvSpPr>
                    <a:spLocks/>
                  </p:cNvSpPr>
                  <p:nvPr/>
                </p:nvSpPr>
                <p:spPr bwMode="auto">
                  <a:xfrm rot="-3160619" flipH="1" flipV="1">
                    <a:off x="4044" y="3108"/>
                    <a:ext cx="1008" cy="456"/>
                  </a:xfrm>
                  <a:custGeom>
                    <a:avLst/>
                    <a:gdLst>
                      <a:gd name="T0" fmla="*/ 0 w 1008"/>
                      <a:gd name="T1" fmla="*/ 24 h 456"/>
                      <a:gd name="T2" fmla="*/ 624 w 1008"/>
                      <a:gd name="T3" fmla="*/ 72 h 456"/>
                      <a:gd name="T4" fmla="*/ 1008 w 1008"/>
                      <a:gd name="T5" fmla="*/ 456 h 456"/>
                      <a:gd name="T6" fmla="*/ 0 60000 65536"/>
                      <a:gd name="T7" fmla="*/ 0 60000 65536"/>
                      <a:gd name="T8" fmla="*/ 0 60000 65536"/>
                      <a:gd name="T9" fmla="*/ 0 w 1008"/>
                      <a:gd name="T10" fmla="*/ 0 h 456"/>
                      <a:gd name="T11" fmla="*/ 1008 w 1008"/>
                      <a:gd name="T12" fmla="*/ 456 h 456"/>
                    </a:gdLst>
                    <a:ahLst/>
                    <a:cxnLst>
                      <a:cxn ang="T6">
                        <a:pos x="T0" y="T1"/>
                      </a:cxn>
                      <a:cxn ang="T7">
                        <a:pos x="T2" y="T3"/>
                      </a:cxn>
                      <a:cxn ang="T8">
                        <a:pos x="T4" y="T5"/>
                      </a:cxn>
                    </a:cxnLst>
                    <a:rect l="T9" t="T10" r="T11" b="T12"/>
                    <a:pathLst>
                      <a:path w="1008" h="456">
                        <a:moveTo>
                          <a:pt x="0" y="24"/>
                        </a:moveTo>
                        <a:cubicBezTo>
                          <a:pt x="228" y="12"/>
                          <a:pt x="456" y="0"/>
                          <a:pt x="624" y="72"/>
                        </a:cubicBezTo>
                        <a:cubicBezTo>
                          <a:pt x="792" y="144"/>
                          <a:pt x="900" y="300"/>
                          <a:pt x="1008" y="456"/>
                        </a:cubicBezTo>
                      </a:path>
                    </a:pathLst>
                  </a:custGeom>
                  <a:noFill/>
                  <a:ln w="12700">
                    <a:solidFill>
                      <a:schemeClr val="tx1"/>
                    </a:solidFill>
                    <a:round/>
                    <a:headEnd/>
                    <a:tailEnd type="triangle" w="med" len="med"/>
                  </a:ln>
                </p:spPr>
                <p:txBody>
                  <a:bodyPr/>
                  <a:lstStyle/>
                  <a:p>
                    <a:endParaRPr lang="en-MY"/>
                  </a:p>
                </p:txBody>
              </p:sp>
            </p:grpSp>
            <p:grpSp>
              <p:nvGrpSpPr>
                <p:cNvPr id="66646" name="Group 145"/>
                <p:cNvGrpSpPr>
                  <a:grpSpLocks/>
                </p:cNvGrpSpPr>
                <p:nvPr/>
              </p:nvGrpSpPr>
              <p:grpSpPr bwMode="auto">
                <a:xfrm>
                  <a:off x="3758" y="1769"/>
                  <a:ext cx="335" cy="199"/>
                  <a:chOff x="624" y="3168"/>
                  <a:chExt cx="1920" cy="912"/>
                </a:xfrm>
              </p:grpSpPr>
              <p:pic>
                <p:nvPicPr>
                  <p:cNvPr id="66653" name="Picture 146" descr="j0283467"/>
                  <p:cNvPicPr>
                    <a:picLocks noChangeAspect="1" noChangeArrowheads="1" noCrop="1"/>
                  </p:cNvPicPr>
                  <p:nvPr/>
                </p:nvPicPr>
                <p:blipFill>
                  <a:blip r:embed="rId24" cstate="print"/>
                  <a:srcRect/>
                  <a:stretch>
                    <a:fillRect/>
                  </a:stretch>
                </p:blipFill>
                <p:spPr bwMode="auto">
                  <a:xfrm flipH="1">
                    <a:off x="1632" y="3168"/>
                    <a:ext cx="912" cy="912"/>
                  </a:xfrm>
                  <a:prstGeom prst="rect">
                    <a:avLst/>
                  </a:prstGeom>
                  <a:noFill/>
                  <a:ln w="9525">
                    <a:noFill/>
                    <a:miter lim="800000"/>
                    <a:headEnd/>
                    <a:tailEnd/>
                  </a:ln>
                </p:spPr>
              </p:pic>
              <p:sp>
                <p:nvSpPr>
                  <p:cNvPr id="66654" name="Freeform 147"/>
                  <p:cNvSpPr>
                    <a:spLocks/>
                  </p:cNvSpPr>
                  <p:nvPr/>
                </p:nvSpPr>
                <p:spPr bwMode="auto">
                  <a:xfrm flipH="1" flipV="1">
                    <a:off x="624" y="3168"/>
                    <a:ext cx="1008" cy="456"/>
                  </a:xfrm>
                  <a:custGeom>
                    <a:avLst/>
                    <a:gdLst>
                      <a:gd name="T0" fmla="*/ 0 w 1008"/>
                      <a:gd name="T1" fmla="*/ 24 h 456"/>
                      <a:gd name="T2" fmla="*/ 624 w 1008"/>
                      <a:gd name="T3" fmla="*/ 72 h 456"/>
                      <a:gd name="T4" fmla="*/ 1008 w 1008"/>
                      <a:gd name="T5" fmla="*/ 456 h 456"/>
                      <a:gd name="T6" fmla="*/ 0 60000 65536"/>
                      <a:gd name="T7" fmla="*/ 0 60000 65536"/>
                      <a:gd name="T8" fmla="*/ 0 60000 65536"/>
                      <a:gd name="T9" fmla="*/ 0 w 1008"/>
                      <a:gd name="T10" fmla="*/ 0 h 456"/>
                      <a:gd name="T11" fmla="*/ 1008 w 1008"/>
                      <a:gd name="T12" fmla="*/ 456 h 456"/>
                    </a:gdLst>
                    <a:ahLst/>
                    <a:cxnLst>
                      <a:cxn ang="T6">
                        <a:pos x="T0" y="T1"/>
                      </a:cxn>
                      <a:cxn ang="T7">
                        <a:pos x="T2" y="T3"/>
                      </a:cxn>
                      <a:cxn ang="T8">
                        <a:pos x="T4" y="T5"/>
                      </a:cxn>
                    </a:cxnLst>
                    <a:rect l="T9" t="T10" r="T11" b="T12"/>
                    <a:pathLst>
                      <a:path w="1008" h="456">
                        <a:moveTo>
                          <a:pt x="0" y="24"/>
                        </a:moveTo>
                        <a:cubicBezTo>
                          <a:pt x="228" y="12"/>
                          <a:pt x="456" y="0"/>
                          <a:pt x="624" y="72"/>
                        </a:cubicBezTo>
                        <a:cubicBezTo>
                          <a:pt x="792" y="144"/>
                          <a:pt x="900" y="300"/>
                          <a:pt x="1008" y="456"/>
                        </a:cubicBezTo>
                      </a:path>
                    </a:pathLst>
                  </a:custGeom>
                  <a:noFill/>
                  <a:ln w="12700">
                    <a:solidFill>
                      <a:schemeClr val="tx1"/>
                    </a:solidFill>
                    <a:round/>
                    <a:headEnd/>
                    <a:tailEnd type="triangle" w="med" len="med"/>
                  </a:ln>
                </p:spPr>
                <p:txBody>
                  <a:bodyPr/>
                  <a:lstStyle/>
                  <a:p>
                    <a:endParaRPr lang="en-MY"/>
                  </a:p>
                </p:txBody>
              </p:sp>
            </p:grpSp>
            <p:grpSp>
              <p:nvGrpSpPr>
                <p:cNvPr id="66647" name="Group 148"/>
                <p:cNvGrpSpPr>
                  <a:grpSpLocks/>
                </p:cNvGrpSpPr>
                <p:nvPr/>
              </p:nvGrpSpPr>
              <p:grpSpPr bwMode="auto">
                <a:xfrm>
                  <a:off x="3951" y="1392"/>
                  <a:ext cx="243" cy="210"/>
                  <a:chOff x="1728" y="1440"/>
                  <a:chExt cx="1392" cy="963"/>
                </a:xfrm>
              </p:grpSpPr>
              <p:sp>
                <p:nvSpPr>
                  <p:cNvPr id="66651" name="Line 149"/>
                  <p:cNvSpPr>
                    <a:spLocks noChangeShapeType="1"/>
                  </p:cNvSpPr>
                  <p:nvPr/>
                </p:nvSpPr>
                <p:spPr bwMode="auto">
                  <a:xfrm>
                    <a:off x="2448" y="1920"/>
                    <a:ext cx="672" cy="0"/>
                  </a:xfrm>
                  <a:prstGeom prst="line">
                    <a:avLst/>
                  </a:prstGeom>
                  <a:noFill/>
                  <a:ln w="12700">
                    <a:solidFill>
                      <a:schemeClr val="tx1"/>
                    </a:solidFill>
                    <a:round/>
                    <a:headEnd/>
                    <a:tailEnd type="triangle" w="med" len="med"/>
                  </a:ln>
                </p:spPr>
                <p:txBody>
                  <a:bodyPr/>
                  <a:lstStyle/>
                  <a:p>
                    <a:endParaRPr lang="en-MY"/>
                  </a:p>
                </p:txBody>
              </p:sp>
              <p:pic>
                <p:nvPicPr>
                  <p:cNvPr id="66652" name="Picture 150" descr="j0085616[1]"/>
                  <p:cNvPicPr>
                    <a:picLocks noChangeAspect="1" noChangeArrowheads="1"/>
                  </p:cNvPicPr>
                  <p:nvPr/>
                </p:nvPicPr>
                <p:blipFill>
                  <a:blip r:embed="rId25" cstate="print"/>
                  <a:srcRect/>
                  <a:stretch>
                    <a:fillRect/>
                  </a:stretch>
                </p:blipFill>
                <p:spPr bwMode="auto">
                  <a:xfrm>
                    <a:off x="1728" y="1440"/>
                    <a:ext cx="672" cy="963"/>
                  </a:xfrm>
                  <a:prstGeom prst="rect">
                    <a:avLst/>
                  </a:prstGeom>
                  <a:noFill/>
                  <a:ln w="12700">
                    <a:solidFill>
                      <a:srgbClr val="000000"/>
                    </a:solidFill>
                    <a:miter lim="800000"/>
                    <a:headEnd/>
                    <a:tailEnd/>
                  </a:ln>
                </p:spPr>
              </p:pic>
            </p:grpSp>
            <p:grpSp>
              <p:nvGrpSpPr>
                <p:cNvPr id="66648" name="Group 151"/>
                <p:cNvGrpSpPr>
                  <a:grpSpLocks/>
                </p:cNvGrpSpPr>
                <p:nvPr/>
              </p:nvGrpSpPr>
              <p:grpSpPr bwMode="auto">
                <a:xfrm>
                  <a:off x="3696" y="1434"/>
                  <a:ext cx="184" cy="332"/>
                  <a:chOff x="266" y="1632"/>
                  <a:chExt cx="1054" cy="1522"/>
                </a:xfrm>
              </p:grpSpPr>
              <p:pic>
                <p:nvPicPr>
                  <p:cNvPr id="66649" name="Picture 152" descr="j0233115"/>
                  <p:cNvPicPr>
                    <a:picLocks noChangeAspect="1" noChangeArrowheads="1"/>
                  </p:cNvPicPr>
                  <p:nvPr/>
                </p:nvPicPr>
                <p:blipFill>
                  <a:blip r:embed="rId26" cstate="print"/>
                  <a:srcRect/>
                  <a:stretch>
                    <a:fillRect/>
                  </a:stretch>
                </p:blipFill>
                <p:spPr bwMode="auto">
                  <a:xfrm>
                    <a:off x="266" y="2400"/>
                    <a:ext cx="742" cy="754"/>
                  </a:xfrm>
                  <a:prstGeom prst="rect">
                    <a:avLst/>
                  </a:prstGeom>
                  <a:noFill/>
                  <a:ln w="12700">
                    <a:solidFill>
                      <a:srgbClr val="000000"/>
                    </a:solidFill>
                    <a:miter lim="800000"/>
                    <a:headEnd/>
                    <a:tailEnd/>
                  </a:ln>
                </p:spPr>
              </p:pic>
              <p:sp>
                <p:nvSpPr>
                  <p:cNvPr id="66650" name="Freeform 153"/>
                  <p:cNvSpPr>
                    <a:spLocks/>
                  </p:cNvSpPr>
                  <p:nvPr/>
                </p:nvSpPr>
                <p:spPr bwMode="auto">
                  <a:xfrm rot="-3160619">
                    <a:off x="588" y="1908"/>
                    <a:ext cx="1008" cy="456"/>
                  </a:xfrm>
                  <a:custGeom>
                    <a:avLst/>
                    <a:gdLst>
                      <a:gd name="T0" fmla="*/ 0 w 1008"/>
                      <a:gd name="T1" fmla="*/ 24 h 456"/>
                      <a:gd name="T2" fmla="*/ 624 w 1008"/>
                      <a:gd name="T3" fmla="*/ 72 h 456"/>
                      <a:gd name="T4" fmla="*/ 1008 w 1008"/>
                      <a:gd name="T5" fmla="*/ 456 h 456"/>
                      <a:gd name="T6" fmla="*/ 0 60000 65536"/>
                      <a:gd name="T7" fmla="*/ 0 60000 65536"/>
                      <a:gd name="T8" fmla="*/ 0 60000 65536"/>
                      <a:gd name="T9" fmla="*/ 0 w 1008"/>
                      <a:gd name="T10" fmla="*/ 0 h 456"/>
                      <a:gd name="T11" fmla="*/ 1008 w 1008"/>
                      <a:gd name="T12" fmla="*/ 456 h 456"/>
                    </a:gdLst>
                    <a:ahLst/>
                    <a:cxnLst>
                      <a:cxn ang="T6">
                        <a:pos x="T0" y="T1"/>
                      </a:cxn>
                      <a:cxn ang="T7">
                        <a:pos x="T2" y="T3"/>
                      </a:cxn>
                      <a:cxn ang="T8">
                        <a:pos x="T4" y="T5"/>
                      </a:cxn>
                    </a:cxnLst>
                    <a:rect l="T9" t="T10" r="T11" b="T12"/>
                    <a:pathLst>
                      <a:path w="1008" h="456">
                        <a:moveTo>
                          <a:pt x="0" y="24"/>
                        </a:moveTo>
                        <a:cubicBezTo>
                          <a:pt x="228" y="12"/>
                          <a:pt x="456" y="0"/>
                          <a:pt x="624" y="72"/>
                        </a:cubicBezTo>
                        <a:cubicBezTo>
                          <a:pt x="792" y="144"/>
                          <a:pt x="900" y="300"/>
                          <a:pt x="1008" y="456"/>
                        </a:cubicBezTo>
                      </a:path>
                    </a:pathLst>
                  </a:custGeom>
                  <a:noFill/>
                  <a:ln w="12700">
                    <a:solidFill>
                      <a:schemeClr val="tx1"/>
                    </a:solidFill>
                    <a:round/>
                    <a:headEnd/>
                    <a:tailEnd type="triangle" w="med" len="med"/>
                  </a:ln>
                </p:spPr>
                <p:txBody>
                  <a:bodyPr/>
                  <a:lstStyle/>
                  <a:p>
                    <a:endParaRPr lang="en-MY"/>
                  </a:p>
                </p:txBody>
              </p:sp>
            </p:grpSp>
          </p:grpSp>
          <p:sp>
            <p:nvSpPr>
              <p:cNvPr id="66641" name="Text Box 154"/>
              <p:cNvSpPr txBox="1">
                <a:spLocks noChangeArrowheads="1"/>
              </p:cNvSpPr>
              <p:nvPr/>
            </p:nvSpPr>
            <p:spPr bwMode="auto">
              <a:xfrm>
                <a:off x="319" y="1536"/>
                <a:ext cx="545" cy="366"/>
              </a:xfrm>
              <a:prstGeom prst="rect">
                <a:avLst/>
              </a:prstGeom>
              <a:noFill/>
              <a:ln w="9525">
                <a:noFill/>
                <a:miter lim="800000"/>
                <a:headEnd/>
                <a:tailEnd/>
              </a:ln>
            </p:spPr>
            <p:txBody>
              <a:bodyPr>
                <a:spAutoFit/>
              </a:bodyPr>
              <a:lstStyle/>
              <a:p>
                <a:r>
                  <a:rPr lang="en-US" sz="1600" b="1">
                    <a:solidFill>
                      <a:schemeClr val="hlink"/>
                    </a:solidFill>
                    <a:latin typeface="Jester" pitchFamily="2" charset="0"/>
                  </a:rPr>
                  <a:t>Process</a:t>
                </a:r>
              </a:p>
              <a:p>
                <a:r>
                  <a:rPr lang="en-US" sz="1600" b="1">
                    <a:solidFill>
                      <a:schemeClr val="hlink"/>
                    </a:solidFill>
                    <a:latin typeface="Jester" pitchFamily="2" charset="0"/>
                  </a:rPr>
                  <a:t>Models</a:t>
                </a:r>
              </a:p>
            </p:txBody>
          </p:sp>
        </p:grpSp>
        <p:sp>
          <p:nvSpPr>
            <p:cNvPr id="66595" name="Text Box 155"/>
            <p:cNvSpPr txBox="1">
              <a:spLocks noChangeArrowheads="1"/>
            </p:cNvSpPr>
            <p:nvPr/>
          </p:nvSpPr>
          <p:spPr bwMode="auto">
            <a:xfrm>
              <a:off x="1811338" y="2886075"/>
              <a:ext cx="1524000" cy="1277937"/>
            </a:xfrm>
            <a:prstGeom prst="rect">
              <a:avLst/>
            </a:prstGeom>
            <a:noFill/>
            <a:ln w="9525">
              <a:noFill/>
              <a:miter lim="800000"/>
              <a:headEnd/>
              <a:tailEnd/>
            </a:ln>
          </p:spPr>
          <p:txBody>
            <a:bodyPr>
              <a:spAutoFit/>
            </a:bodyPr>
            <a:lstStyle/>
            <a:p>
              <a:pPr>
                <a:spcBef>
                  <a:spcPct val="50000"/>
                </a:spcBef>
                <a:buFont typeface="Wingdings" pitchFamily="2" charset="2"/>
                <a:buChar char="§"/>
              </a:pPr>
              <a:r>
                <a:rPr lang="en-US" sz="1400" b="1" dirty="0">
                  <a:solidFill>
                    <a:srgbClr val="3E25F3"/>
                  </a:solidFill>
                  <a:latin typeface="Jester" pitchFamily="2" charset="0"/>
                </a:rPr>
                <a:t>Logical DFD current &amp; new system</a:t>
              </a:r>
            </a:p>
            <a:p>
              <a:pPr>
                <a:spcBef>
                  <a:spcPct val="50000"/>
                </a:spcBef>
                <a:buFont typeface="Wingdings" pitchFamily="2" charset="2"/>
                <a:buChar char="§"/>
              </a:pPr>
              <a:r>
                <a:rPr lang="en-US" sz="1400" b="1" dirty="0">
                  <a:solidFill>
                    <a:srgbClr val="3E25F3"/>
                  </a:solidFill>
                  <a:latin typeface="Jester" pitchFamily="2" charset="0"/>
                </a:rPr>
                <a:t> Decision table, decision trees, </a:t>
              </a:r>
              <a:r>
                <a:rPr lang="en-US" sz="1400" b="1" dirty="0" err="1">
                  <a:solidFill>
                    <a:srgbClr val="3E25F3"/>
                  </a:solidFill>
                  <a:latin typeface="Jester" pitchFamily="2" charset="0"/>
                </a:rPr>
                <a:t>etc</a:t>
              </a:r>
              <a:endParaRPr lang="en-US" sz="1400" b="1" dirty="0">
                <a:solidFill>
                  <a:srgbClr val="3E25F3"/>
                </a:solidFill>
                <a:latin typeface="Jester" pitchFamily="2" charset="0"/>
              </a:endParaRPr>
            </a:p>
          </p:txBody>
        </p:sp>
        <p:grpSp>
          <p:nvGrpSpPr>
            <p:cNvPr id="66596" name="Group 156"/>
            <p:cNvGrpSpPr>
              <a:grpSpLocks/>
            </p:cNvGrpSpPr>
            <p:nvPr/>
          </p:nvGrpSpPr>
          <p:grpSpPr bwMode="auto">
            <a:xfrm>
              <a:off x="8143876" y="5122863"/>
              <a:ext cx="609600" cy="1066800"/>
              <a:chOff x="2429" y="1970"/>
              <a:chExt cx="384" cy="672"/>
            </a:xfrm>
          </p:grpSpPr>
          <p:pic>
            <p:nvPicPr>
              <p:cNvPr id="66638" name="Picture 157" descr="C:\Program Files\Common Files\Microsoft Shared\Clipart\cagcat50\bd05219_.wmf"/>
              <p:cNvPicPr>
                <a:picLocks noChangeAspect="1" noChangeArrowheads="1"/>
              </p:cNvPicPr>
              <p:nvPr/>
            </p:nvPicPr>
            <p:blipFill>
              <a:blip r:embed="rId4" cstate="print"/>
              <a:srcRect/>
              <a:stretch>
                <a:fillRect/>
              </a:stretch>
            </p:blipFill>
            <p:spPr bwMode="auto">
              <a:xfrm>
                <a:off x="2429" y="1970"/>
                <a:ext cx="384" cy="360"/>
              </a:xfrm>
              <a:prstGeom prst="rect">
                <a:avLst/>
              </a:prstGeom>
              <a:noFill/>
              <a:ln w="9525">
                <a:noFill/>
                <a:miter lim="800000"/>
                <a:headEnd/>
                <a:tailEnd/>
              </a:ln>
            </p:spPr>
          </p:pic>
          <p:pic>
            <p:nvPicPr>
              <p:cNvPr id="66639" name="Picture 158" descr="http://images.google.com/images?q=tbn:4jXqd7Qw6c8C:www.nycenet.edu/daa/Summer_School_2001/report.jpg">
                <a:hlinkClick r:id="rId5"/>
              </p:cNvPr>
              <p:cNvPicPr>
                <a:picLocks noChangeAspect="1" noChangeArrowheads="1"/>
              </p:cNvPicPr>
              <p:nvPr/>
            </p:nvPicPr>
            <p:blipFill>
              <a:blip r:embed="rId6" cstate="print"/>
              <a:srcRect/>
              <a:stretch>
                <a:fillRect/>
              </a:stretch>
            </p:blipFill>
            <p:spPr bwMode="auto">
              <a:xfrm>
                <a:off x="2429" y="2370"/>
                <a:ext cx="336" cy="272"/>
              </a:xfrm>
              <a:prstGeom prst="rect">
                <a:avLst/>
              </a:prstGeom>
              <a:noFill/>
              <a:ln w="9525">
                <a:noFill/>
                <a:miter lim="800000"/>
                <a:headEnd/>
                <a:tailEnd/>
              </a:ln>
            </p:spPr>
          </p:pic>
        </p:grpSp>
        <p:sp>
          <p:nvSpPr>
            <p:cNvPr id="66597" name="Text Box 159"/>
            <p:cNvSpPr txBox="1">
              <a:spLocks noChangeArrowheads="1"/>
            </p:cNvSpPr>
            <p:nvPr/>
          </p:nvSpPr>
          <p:spPr bwMode="auto">
            <a:xfrm>
              <a:off x="7945438" y="2316163"/>
              <a:ext cx="1066800" cy="523875"/>
            </a:xfrm>
            <a:prstGeom prst="rect">
              <a:avLst/>
            </a:prstGeom>
            <a:noFill/>
            <a:ln w="9525">
              <a:noFill/>
              <a:miter lim="800000"/>
              <a:headEnd/>
              <a:tailEnd/>
            </a:ln>
          </p:spPr>
          <p:txBody>
            <a:bodyPr>
              <a:spAutoFit/>
            </a:bodyPr>
            <a:lstStyle/>
            <a:p>
              <a:pPr>
                <a:spcBef>
                  <a:spcPct val="50000"/>
                </a:spcBef>
                <a:buFont typeface="Wingdings" pitchFamily="2" charset="2"/>
                <a:buChar char="§"/>
              </a:pPr>
              <a:r>
                <a:rPr lang="en-US" sz="1400" dirty="0">
                  <a:solidFill>
                    <a:srgbClr val="FF6600"/>
                  </a:solidFill>
                  <a:latin typeface="Jester" pitchFamily="2" charset="0"/>
                </a:rPr>
                <a:t>WFD, AD, </a:t>
              </a:r>
              <a:r>
                <a:rPr lang="en-US" sz="1400" dirty="0" err="1">
                  <a:solidFill>
                    <a:srgbClr val="FF6600"/>
                  </a:solidFill>
                  <a:latin typeface="Jester" pitchFamily="2" charset="0"/>
                </a:rPr>
                <a:t>etc</a:t>
              </a:r>
              <a:endParaRPr lang="en-US" sz="1400" dirty="0">
                <a:solidFill>
                  <a:srgbClr val="FF6600"/>
                </a:solidFill>
                <a:latin typeface="Jester" pitchFamily="2" charset="0"/>
              </a:endParaRPr>
            </a:p>
          </p:txBody>
        </p:sp>
        <p:sp>
          <p:nvSpPr>
            <p:cNvPr id="66598" name="AutoShape 160"/>
            <p:cNvSpPr>
              <a:spLocks noChangeArrowheads="1"/>
            </p:cNvSpPr>
            <p:nvPr/>
          </p:nvSpPr>
          <p:spPr bwMode="auto">
            <a:xfrm rot="9171763">
              <a:off x="5430838" y="1385888"/>
              <a:ext cx="381000" cy="762000"/>
            </a:xfrm>
            <a:prstGeom prst="rightArrow">
              <a:avLst>
                <a:gd name="adj1" fmla="val 50000"/>
                <a:gd name="adj2" fmla="val 25000"/>
              </a:avLst>
            </a:prstGeom>
            <a:solidFill>
              <a:schemeClr val="accent1"/>
            </a:solidFill>
            <a:ln w="9525">
              <a:solidFill>
                <a:schemeClr val="tx1"/>
              </a:solidFill>
              <a:miter lim="800000"/>
              <a:headEnd/>
              <a:tailEnd/>
            </a:ln>
          </p:spPr>
          <p:txBody>
            <a:bodyPr wrap="none" anchor="ctr"/>
            <a:lstStyle/>
            <a:p>
              <a:endParaRPr lang="en-US"/>
            </a:p>
          </p:txBody>
        </p:sp>
        <p:grpSp>
          <p:nvGrpSpPr>
            <p:cNvPr id="66599" name="Group 161"/>
            <p:cNvGrpSpPr>
              <a:grpSpLocks/>
            </p:cNvGrpSpPr>
            <p:nvPr/>
          </p:nvGrpSpPr>
          <p:grpSpPr bwMode="auto">
            <a:xfrm>
              <a:off x="2840038" y="1157288"/>
              <a:ext cx="685800" cy="533400"/>
              <a:chOff x="864" y="720"/>
              <a:chExt cx="432" cy="336"/>
            </a:xfrm>
          </p:grpSpPr>
          <p:sp>
            <p:nvSpPr>
              <p:cNvPr id="66636" name="Freeform 162"/>
              <p:cNvSpPr>
                <a:spLocks/>
              </p:cNvSpPr>
              <p:nvPr/>
            </p:nvSpPr>
            <p:spPr bwMode="auto">
              <a:xfrm>
                <a:off x="864" y="720"/>
                <a:ext cx="288" cy="288"/>
              </a:xfrm>
              <a:custGeom>
                <a:avLst/>
                <a:gdLst>
                  <a:gd name="T0" fmla="*/ 288 w 288"/>
                  <a:gd name="T1" fmla="*/ 0 h 288"/>
                  <a:gd name="T2" fmla="*/ 144 w 288"/>
                  <a:gd name="T3" fmla="*/ 48 h 288"/>
                  <a:gd name="T4" fmla="*/ 0 w 288"/>
                  <a:gd name="T5" fmla="*/ 288 h 288"/>
                  <a:gd name="T6" fmla="*/ 0 60000 65536"/>
                  <a:gd name="T7" fmla="*/ 0 60000 65536"/>
                  <a:gd name="T8" fmla="*/ 0 60000 65536"/>
                  <a:gd name="T9" fmla="*/ 0 w 288"/>
                  <a:gd name="T10" fmla="*/ 0 h 288"/>
                  <a:gd name="T11" fmla="*/ 288 w 288"/>
                  <a:gd name="T12" fmla="*/ 288 h 288"/>
                </a:gdLst>
                <a:ahLst/>
                <a:cxnLst>
                  <a:cxn ang="T6">
                    <a:pos x="T0" y="T1"/>
                  </a:cxn>
                  <a:cxn ang="T7">
                    <a:pos x="T2" y="T3"/>
                  </a:cxn>
                  <a:cxn ang="T8">
                    <a:pos x="T4" y="T5"/>
                  </a:cxn>
                </a:cxnLst>
                <a:rect l="T9" t="T10" r="T11" b="T12"/>
                <a:pathLst>
                  <a:path w="288" h="288">
                    <a:moveTo>
                      <a:pt x="288" y="0"/>
                    </a:moveTo>
                    <a:cubicBezTo>
                      <a:pt x="240" y="0"/>
                      <a:pt x="192" y="0"/>
                      <a:pt x="144" y="48"/>
                    </a:cubicBezTo>
                    <a:cubicBezTo>
                      <a:pt x="96" y="96"/>
                      <a:pt x="48" y="192"/>
                      <a:pt x="0" y="288"/>
                    </a:cubicBezTo>
                  </a:path>
                </a:pathLst>
              </a:custGeom>
              <a:noFill/>
              <a:ln w="9525">
                <a:solidFill>
                  <a:schemeClr val="tx1"/>
                </a:solidFill>
                <a:round/>
                <a:headEnd/>
                <a:tailEnd/>
              </a:ln>
            </p:spPr>
            <p:txBody>
              <a:bodyPr wrap="none"/>
              <a:lstStyle/>
              <a:p>
                <a:endParaRPr lang="en-MY"/>
              </a:p>
            </p:txBody>
          </p:sp>
          <p:sp>
            <p:nvSpPr>
              <p:cNvPr id="66637" name="Freeform 163"/>
              <p:cNvSpPr>
                <a:spLocks/>
              </p:cNvSpPr>
              <p:nvPr/>
            </p:nvSpPr>
            <p:spPr bwMode="auto">
              <a:xfrm>
                <a:off x="1008" y="816"/>
                <a:ext cx="288" cy="240"/>
              </a:xfrm>
              <a:custGeom>
                <a:avLst/>
                <a:gdLst>
                  <a:gd name="T0" fmla="*/ 288 w 288"/>
                  <a:gd name="T1" fmla="*/ 0 h 240"/>
                  <a:gd name="T2" fmla="*/ 144 w 288"/>
                  <a:gd name="T3" fmla="*/ 48 h 240"/>
                  <a:gd name="T4" fmla="*/ 0 w 288"/>
                  <a:gd name="T5" fmla="*/ 240 h 240"/>
                  <a:gd name="T6" fmla="*/ 0 60000 65536"/>
                  <a:gd name="T7" fmla="*/ 0 60000 65536"/>
                  <a:gd name="T8" fmla="*/ 0 60000 65536"/>
                  <a:gd name="T9" fmla="*/ 0 w 288"/>
                  <a:gd name="T10" fmla="*/ 0 h 240"/>
                  <a:gd name="T11" fmla="*/ 288 w 288"/>
                  <a:gd name="T12" fmla="*/ 240 h 240"/>
                </a:gdLst>
                <a:ahLst/>
                <a:cxnLst>
                  <a:cxn ang="T6">
                    <a:pos x="T0" y="T1"/>
                  </a:cxn>
                  <a:cxn ang="T7">
                    <a:pos x="T2" y="T3"/>
                  </a:cxn>
                  <a:cxn ang="T8">
                    <a:pos x="T4" y="T5"/>
                  </a:cxn>
                </a:cxnLst>
                <a:rect l="T9" t="T10" r="T11" b="T12"/>
                <a:pathLst>
                  <a:path w="288" h="240">
                    <a:moveTo>
                      <a:pt x="288" y="0"/>
                    </a:moveTo>
                    <a:cubicBezTo>
                      <a:pt x="240" y="4"/>
                      <a:pt x="192" y="8"/>
                      <a:pt x="144" y="48"/>
                    </a:cubicBezTo>
                    <a:cubicBezTo>
                      <a:pt x="96" y="88"/>
                      <a:pt x="48" y="164"/>
                      <a:pt x="0" y="240"/>
                    </a:cubicBezTo>
                  </a:path>
                </a:pathLst>
              </a:custGeom>
              <a:noFill/>
              <a:ln w="9525">
                <a:solidFill>
                  <a:schemeClr val="tx1"/>
                </a:solidFill>
                <a:round/>
                <a:headEnd/>
                <a:tailEnd/>
              </a:ln>
            </p:spPr>
            <p:txBody>
              <a:bodyPr wrap="none"/>
              <a:lstStyle/>
              <a:p>
                <a:endParaRPr lang="en-MY"/>
              </a:p>
            </p:txBody>
          </p:sp>
        </p:grpSp>
        <p:grpSp>
          <p:nvGrpSpPr>
            <p:cNvPr id="66600" name="Group 164"/>
            <p:cNvGrpSpPr>
              <a:grpSpLocks/>
            </p:cNvGrpSpPr>
            <p:nvPr/>
          </p:nvGrpSpPr>
          <p:grpSpPr bwMode="auto">
            <a:xfrm>
              <a:off x="3830638" y="1081088"/>
              <a:ext cx="609600" cy="1066800"/>
              <a:chOff x="1488" y="672"/>
              <a:chExt cx="384" cy="672"/>
            </a:xfrm>
          </p:grpSpPr>
          <p:sp>
            <p:nvSpPr>
              <p:cNvPr id="66634" name="Freeform 165"/>
              <p:cNvSpPr>
                <a:spLocks/>
              </p:cNvSpPr>
              <p:nvPr/>
            </p:nvSpPr>
            <p:spPr bwMode="auto">
              <a:xfrm>
                <a:off x="1624" y="672"/>
                <a:ext cx="248" cy="576"/>
              </a:xfrm>
              <a:custGeom>
                <a:avLst/>
                <a:gdLst>
                  <a:gd name="T0" fmla="*/ 248 w 248"/>
                  <a:gd name="T1" fmla="*/ 576 h 576"/>
                  <a:gd name="T2" fmla="*/ 200 w 248"/>
                  <a:gd name="T3" fmla="*/ 384 h 576"/>
                  <a:gd name="T4" fmla="*/ 104 w 248"/>
                  <a:gd name="T5" fmla="*/ 336 h 576"/>
                  <a:gd name="T6" fmla="*/ 56 w 248"/>
                  <a:gd name="T7" fmla="*/ 144 h 576"/>
                  <a:gd name="T8" fmla="*/ 8 w 248"/>
                  <a:gd name="T9" fmla="*/ 96 h 576"/>
                  <a:gd name="T10" fmla="*/ 8 w 248"/>
                  <a:gd name="T11" fmla="*/ 0 h 576"/>
                  <a:gd name="T12" fmla="*/ 0 60000 65536"/>
                  <a:gd name="T13" fmla="*/ 0 60000 65536"/>
                  <a:gd name="T14" fmla="*/ 0 60000 65536"/>
                  <a:gd name="T15" fmla="*/ 0 60000 65536"/>
                  <a:gd name="T16" fmla="*/ 0 60000 65536"/>
                  <a:gd name="T17" fmla="*/ 0 60000 65536"/>
                  <a:gd name="T18" fmla="*/ 0 w 248"/>
                  <a:gd name="T19" fmla="*/ 0 h 576"/>
                  <a:gd name="T20" fmla="*/ 248 w 248"/>
                  <a:gd name="T21" fmla="*/ 576 h 576"/>
                </a:gdLst>
                <a:ahLst/>
                <a:cxnLst>
                  <a:cxn ang="T12">
                    <a:pos x="T0" y="T1"/>
                  </a:cxn>
                  <a:cxn ang="T13">
                    <a:pos x="T2" y="T3"/>
                  </a:cxn>
                  <a:cxn ang="T14">
                    <a:pos x="T4" y="T5"/>
                  </a:cxn>
                  <a:cxn ang="T15">
                    <a:pos x="T6" y="T7"/>
                  </a:cxn>
                  <a:cxn ang="T16">
                    <a:pos x="T8" y="T9"/>
                  </a:cxn>
                  <a:cxn ang="T17">
                    <a:pos x="T10" y="T11"/>
                  </a:cxn>
                </a:cxnLst>
                <a:rect l="T18" t="T19" r="T20" b="T21"/>
                <a:pathLst>
                  <a:path w="248" h="576">
                    <a:moveTo>
                      <a:pt x="248" y="576"/>
                    </a:moveTo>
                    <a:cubicBezTo>
                      <a:pt x="236" y="500"/>
                      <a:pt x="224" y="424"/>
                      <a:pt x="200" y="384"/>
                    </a:cubicBezTo>
                    <a:cubicBezTo>
                      <a:pt x="176" y="344"/>
                      <a:pt x="128" y="376"/>
                      <a:pt x="104" y="336"/>
                    </a:cubicBezTo>
                    <a:cubicBezTo>
                      <a:pt x="80" y="296"/>
                      <a:pt x="72" y="184"/>
                      <a:pt x="56" y="144"/>
                    </a:cubicBezTo>
                    <a:cubicBezTo>
                      <a:pt x="40" y="104"/>
                      <a:pt x="16" y="120"/>
                      <a:pt x="8" y="96"/>
                    </a:cubicBezTo>
                    <a:cubicBezTo>
                      <a:pt x="0" y="72"/>
                      <a:pt x="4" y="36"/>
                      <a:pt x="8" y="0"/>
                    </a:cubicBezTo>
                  </a:path>
                </a:pathLst>
              </a:custGeom>
              <a:noFill/>
              <a:ln w="9525">
                <a:solidFill>
                  <a:schemeClr val="tx1"/>
                </a:solidFill>
                <a:round/>
                <a:headEnd/>
                <a:tailEnd/>
              </a:ln>
            </p:spPr>
            <p:txBody>
              <a:bodyPr wrap="none"/>
              <a:lstStyle/>
              <a:p>
                <a:endParaRPr lang="en-MY"/>
              </a:p>
            </p:txBody>
          </p:sp>
          <p:sp>
            <p:nvSpPr>
              <p:cNvPr id="66635" name="Freeform 166"/>
              <p:cNvSpPr>
                <a:spLocks/>
              </p:cNvSpPr>
              <p:nvPr/>
            </p:nvSpPr>
            <p:spPr bwMode="auto">
              <a:xfrm>
                <a:off x="1488" y="768"/>
                <a:ext cx="240" cy="576"/>
              </a:xfrm>
              <a:custGeom>
                <a:avLst/>
                <a:gdLst>
                  <a:gd name="T0" fmla="*/ 240 w 240"/>
                  <a:gd name="T1" fmla="*/ 576 h 576"/>
                  <a:gd name="T2" fmla="*/ 192 w 240"/>
                  <a:gd name="T3" fmla="*/ 384 h 576"/>
                  <a:gd name="T4" fmla="*/ 96 w 240"/>
                  <a:gd name="T5" fmla="*/ 336 h 576"/>
                  <a:gd name="T6" fmla="*/ 48 w 240"/>
                  <a:gd name="T7" fmla="*/ 96 h 576"/>
                  <a:gd name="T8" fmla="*/ 0 w 240"/>
                  <a:gd name="T9" fmla="*/ 0 h 576"/>
                  <a:gd name="T10" fmla="*/ 0 60000 65536"/>
                  <a:gd name="T11" fmla="*/ 0 60000 65536"/>
                  <a:gd name="T12" fmla="*/ 0 60000 65536"/>
                  <a:gd name="T13" fmla="*/ 0 60000 65536"/>
                  <a:gd name="T14" fmla="*/ 0 60000 65536"/>
                  <a:gd name="T15" fmla="*/ 0 w 240"/>
                  <a:gd name="T16" fmla="*/ 0 h 576"/>
                  <a:gd name="T17" fmla="*/ 240 w 240"/>
                  <a:gd name="T18" fmla="*/ 576 h 576"/>
                </a:gdLst>
                <a:ahLst/>
                <a:cxnLst>
                  <a:cxn ang="T10">
                    <a:pos x="T0" y="T1"/>
                  </a:cxn>
                  <a:cxn ang="T11">
                    <a:pos x="T2" y="T3"/>
                  </a:cxn>
                  <a:cxn ang="T12">
                    <a:pos x="T4" y="T5"/>
                  </a:cxn>
                  <a:cxn ang="T13">
                    <a:pos x="T6" y="T7"/>
                  </a:cxn>
                  <a:cxn ang="T14">
                    <a:pos x="T8" y="T9"/>
                  </a:cxn>
                </a:cxnLst>
                <a:rect l="T15" t="T16" r="T17" b="T18"/>
                <a:pathLst>
                  <a:path w="240" h="576">
                    <a:moveTo>
                      <a:pt x="240" y="576"/>
                    </a:moveTo>
                    <a:cubicBezTo>
                      <a:pt x="228" y="500"/>
                      <a:pt x="216" y="424"/>
                      <a:pt x="192" y="384"/>
                    </a:cubicBezTo>
                    <a:cubicBezTo>
                      <a:pt x="168" y="344"/>
                      <a:pt x="120" y="384"/>
                      <a:pt x="96" y="336"/>
                    </a:cubicBezTo>
                    <a:cubicBezTo>
                      <a:pt x="72" y="288"/>
                      <a:pt x="64" y="152"/>
                      <a:pt x="48" y="96"/>
                    </a:cubicBezTo>
                    <a:cubicBezTo>
                      <a:pt x="32" y="40"/>
                      <a:pt x="0" y="24"/>
                      <a:pt x="0" y="0"/>
                    </a:cubicBezTo>
                  </a:path>
                </a:pathLst>
              </a:custGeom>
              <a:noFill/>
              <a:ln w="9525">
                <a:solidFill>
                  <a:schemeClr val="tx1"/>
                </a:solidFill>
                <a:round/>
                <a:headEnd/>
                <a:tailEnd/>
              </a:ln>
            </p:spPr>
            <p:txBody>
              <a:bodyPr wrap="none"/>
              <a:lstStyle/>
              <a:p>
                <a:endParaRPr lang="en-MY"/>
              </a:p>
            </p:txBody>
          </p:sp>
        </p:grpSp>
        <p:grpSp>
          <p:nvGrpSpPr>
            <p:cNvPr id="66601" name="Group 167"/>
            <p:cNvGrpSpPr>
              <a:grpSpLocks/>
            </p:cNvGrpSpPr>
            <p:nvPr/>
          </p:nvGrpSpPr>
          <p:grpSpPr bwMode="auto">
            <a:xfrm>
              <a:off x="3830638" y="2757488"/>
              <a:ext cx="1219200" cy="1104900"/>
              <a:chOff x="1392" y="3212"/>
              <a:chExt cx="768" cy="696"/>
            </a:xfrm>
          </p:grpSpPr>
          <p:pic>
            <p:nvPicPr>
              <p:cNvPr id="66632" name="Picture 168" descr="BS01042_[1]"/>
              <p:cNvPicPr>
                <a:picLocks noChangeAspect="1" noChangeArrowheads="1"/>
              </p:cNvPicPr>
              <p:nvPr/>
            </p:nvPicPr>
            <p:blipFill>
              <a:blip r:embed="rId27" cstate="print"/>
              <a:srcRect/>
              <a:stretch>
                <a:fillRect/>
              </a:stretch>
            </p:blipFill>
            <p:spPr bwMode="auto">
              <a:xfrm>
                <a:off x="1536" y="3212"/>
                <a:ext cx="528" cy="512"/>
              </a:xfrm>
              <a:prstGeom prst="rect">
                <a:avLst/>
              </a:prstGeom>
              <a:noFill/>
              <a:ln w="9525">
                <a:noFill/>
                <a:miter lim="800000"/>
                <a:headEnd/>
                <a:tailEnd/>
              </a:ln>
            </p:spPr>
          </p:pic>
          <p:sp>
            <p:nvSpPr>
              <p:cNvPr id="66633" name="Text Box 169"/>
              <p:cNvSpPr txBox="1">
                <a:spLocks noChangeArrowheads="1"/>
              </p:cNvSpPr>
              <p:nvPr/>
            </p:nvSpPr>
            <p:spPr bwMode="auto">
              <a:xfrm>
                <a:off x="1392" y="3696"/>
                <a:ext cx="768" cy="212"/>
              </a:xfrm>
              <a:prstGeom prst="rect">
                <a:avLst/>
              </a:prstGeom>
              <a:noFill/>
              <a:ln w="9525">
                <a:noFill/>
                <a:miter lim="800000"/>
                <a:headEnd/>
                <a:tailEnd/>
              </a:ln>
            </p:spPr>
            <p:txBody>
              <a:bodyPr>
                <a:spAutoFit/>
              </a:bodyPr>
              <a:lstStyle/>
              <a:p>
                <a:r>
                  <a:rPr lang="en-US" sz="1600" b="1">
                    <a:solidFill>
                      <a:schemeClr val="hlink"/>
                    </a:solidFill>
                    <a:latin typeface="Jester" pitchFamily="2" charset="0"/>
                  </a:rPr>
                  <a:t>Data Model</a:t>
                </a:r>
              </a:p>
            </p:txBody>
          </p:sp>
        </p:grpSp>
        <p:grpSp>
          <p:nvGrpSpPr>
            <p:cNvPr id="66602" name="Group 170"/>
            <p:cNvGrpSpPr>
              <a:grpSpLocks/>
            </p:cNvGrpSpPr>
            <p:nvPr/>
          </p:nvGrpSpPr>
          <p:grpSpPr bwMode="auto">
            <a:xfrm>
              <a:off x="3525838" y="2452688"/>
              <a:ext cx="609600" cy="457200"/>
              <a:chOff x="1248" y="1536"/>
              <a:chExt cx="384" cy="288"/>
            </a:xfrm>
          </p:grpSpPr>
          <p:sp>
            <p:nvSpPr>
              <p:cNvPr id="66630" name="Freeform 171"/>
              <p:cNvSpPr>
                <a:spLocks/>
              </p:cNvSpPr>
              <p:nvPr/>
            </p:nvSpPr>
            <p:spPr bwMode="auto">
              <a:xfrm>
                <a:off x="1296" y="1536"/>
                <a:ext cx="336" cy="192"/>
              </a:xfrm>
              <a:custGeom>
                <a:avLst/>
                <a:gdLst>
                  <a:gd name="T0" fmla="*/ 0 w 336"/>
                  <a:gd name="T1" fmla="*/ 0 h 192"/>
                  <a:gd name="T2" fmla="*/ 192 w 336"/>
                  <a:gd name="T3" fmla="*/ 48 h 192"/>
                  <a:gd name="T4" fmla="*/ 336 w 336"/>
                  <a:gd name="T5" fmla="*/ 192 h 192"/>
                  <a:gd name="T6" fmla="*/ 0 60000 65536"/>
                  <a:gd name="T7" fmla="*/ 0 60000 65536"/>
                  <a:gd name="T8" fmla="*/ 0 60000 65536"/>
                  <a:gd name="T9" fmla="*/ 0 w 336"/>
                  <a:gd name="T10" fmla="*/ 0 h 192"/>
                  <a:gd name="T11" fmla="*/ 336 w 336"/>
                  <a:gd name="T12" fmla="*/ 192 h 192"/>
                </a:gdLst>
                <a:ahLst/>
                <a:cxnLst>
                  <a:cxn ang="T6">
                    <a:pos x="T0" y="T1"/>
                  </a:cxn>
                  <a:cxn ang="T7">
                    <a:pos x="T2" y="T3"/>
                  </a:cxn>
                  <a:cxn ang="T8">
                    <a:pos x="T4" y="T5"/>
                  </a:cxn>
                </a:cxnLst>
                <a:rect l="T9" t="T10" r="T11" b="T12"/>
                <a:pathLst>
                  <a:path w="336" h="192">
                    <a:moveTo>
                      <a:pt x="0" y="0"/>
                    </a:moveTo>
                    <a:cubicBezTo>
                      <a:pt x="68" y="8"/>
                      <a:pt x="136" y="16"/>
                      <a:pt x="192" y="48"/>
                    </a:cubicBezTo>
                    <a:cubicBezTo>
                      <a:pt x="248" y="80"/>
                      <a:pt x="292" y="136"/>
                      <a:pt x="336" y="192"/>
                    </a:cubicBezTo>
                  </a:path>
                </a:pathLst>
              </a:custGeom>
              <a:noFill/>
              <a:ln w="9525">
                <a:solidFill>
                  <a:schemeClr val="tx1"/>
                </a:solidFill>
                <a:round/>
                <a:headEnd/>
                <a:tailEnd/>
              </a:ln>
            </p:spPr>
            <p:txBody>
              <a:bodyPr wrap="none"/>
              <a:lstStyle/>
              <a:p>
                <a:endParaRPr lang="en-MY"/>
              </a:p>
            </p:txBody>
          </p:sp>
          <p:sp>
            <p:nvSpPr>
              <p:cNvPr id="66631" name="Freeform 172"/>
              <p:cNvSpPr>
                <a:spLocks/>
              </p:cNvSpPr>
              <p:nvPr/>
            </p:nvSpPr>
            <p:spPr bwMode="auto">
              <a:xfrm>
                <a:off x="1248" y="1728"/>
                <a:ext cx="288" cy="96"/>
              </a:xfrm>
              <a:custGeom>
                <a:avLst/>
                <a:gdLst>
                  <a:gd name="T0" fmla="*/ 0 w 288"/>
                  <a:gd name="T1" fmla="*/ 0 h 96"/>
                  <a:gd name="T2" fmla="*/ 240 w 288"/>
                  <a:gd name="T3" fmla="*/ 48 h 96"/>
                  <a:gd name="T4" fmla="*/ 288 w 288"/>
                  <a:gd name="T5" fmla="*/ 96 h 96"/>
                  <a:gd name="T6" fmla="*/ 0 60000 65536"/>
                  <a:gd name="T7" fmla="*/ 0 60000 65536"/>
                  <a:gd name="T8" fmla="*/ 0 60000 65536"/>
                  <a:gd name="T9" fmla="*/ 0 w 288"/>
                  <a:gd name="T10" fmla="*/ 0 h 96"/>
                  <a:gd name="T11" fmla="*/ 288 w 288"/>
                  <a:gd name="T12" fmla="*/ 96 h 96"/>
                </a:gdLst>
                <a:ahLst/>
                <a:cxnLst>
                  <a:cxn ang="T6">
                    <a:pos x="T0" y="T1"/>
                  </a:cxn>
                  <a:cxn ang="T7">
                    <a:pos x="T2" y="T3"/>
                  </a:cxn>
                  <a:cxn ang="T8">
                    <a:pos x="T4" y="T5"/>
                  </a:cxn>
                </a:cxnLst>
                <a:rect l="T9" t="T10" r="T11" b="T12"/>
                <a:pathLst>
                  <a:path w="288" h="96">
                    <a:moveTo>
                      <a:pt x="0" y="0"/>
                    </a:moveTo>
                    <a:cubicBezTo>
                      <a:pt x="96" y="16"/>
                      <a:pt x="192" y="32"/>
                      <a:pt x="240" y="48"/>
                    </a:cubicBezTo>
                    <a:cubicBezTo>
                      <a:pt x="288" y="64"/>
                      <a:pt x="288" y="80"/>
                      <a:pt x="288" y="96"/>
                    </a:cubicBezTo>
                  </a:path>
                </a:pathLst>
              </a:custGeom>
              <a:noFill/>
              <a:ln w="9525">
                <a:solidFill>
                  <a:schemeClr val="tx1"/>
                </a:solidFill>
                <a:round/>
                <a:headEnd/>
                <a:tailEnd/>
              </a:ln>
            </p:spPr>
            <p:txBody>
              <a:bodyPr wrap="none"/>
              <a:lstStyle/>
              <a:p>
                <a:endParaRPr lang="en-MY"/>
              </a:p>
            </p:txBody>
          </p:sp>
        </p:grpSp>
        <p:sp>
          <p:nvSpPr>
            <p:cNvPr id="66603" name="Text Box 173"/>
            <p:cNvSpPr txBox="1">
              <a:spLocks noChangeArrowheads="1"/>
            </p:cNvSpPr>
            <p:nvPr/>
          </p:nvSpPr>
          <p:spPr bwMode="auto">
            <a:xfrm>
              <a:off x="4114800" y="5334000"/>
              <a:ext cx="1503363" cy="336550"/>
            </a:xfrm>
            <a:prstGeom prst="rect">
              <a:avLst/>
            </a:prstGeom>
            <a:noFill/>
            <a:ln w="9525">
              <a:noFill/>
              <a:miter lim="800000"/>
              <a:headEnd/>
              <a:tailEnd/>
            </a:ln>
          </p:spPr>
          <p:txBody>
            <a:bodyPr>
              <a:spAutoFit/>
            </a:bodyPr>
            <a:lstStyle/>
            <a:p>
              <a:pPr>
                <a:spcBef>
                  <a:spcPct val="50000"/>
                </a:spcBef>
              </a:pPr>
              <a:r>
                <a:rPr lang="en-US" sz="1600" b="1">
                  <a:solidFill>
                    <a:srgbClr val="000000"/>
                  </a:solidFill>
                  <a:latin typeface="Jester" pitchFamily="2" charset="0"/>
                </a:rPr>
                <a:t>Input Design</a:t>
              </a:r>
            </a:p>
          </p:txBody>
        </p:sp>
        <p:sp>
          <p:nvSpPr>
            <p:cNvPr id="66604" name="Text Box 174"/>
            <p:cNvSpPr txBox="1">
              <a:spLocks noChangeArrowheads="1"/>
            </p:cNvSpPr>
            <p:nvPr/>
          </p:nvSpPr>
          <p:spPr bwMode="auto">
            <a:xfrm>
              <a:off x="2819400" y="4876800"/>
              <a:ext cx="1828800" cy="338137"/>
            </a:xfrm>
            <a:prstGeom prst="rect">
              <a:avLst/>
            </a:prstGeom>
            <a:noFill/>
            <a:ln w="9525">
              <a:noFill/>
              <a:miter lim="800000"/>
              <a:headEnd/>
              <a:tailEnd/>
            </a:ln>
          </p:spPr>
          <p:txBody>
            <a:bodyPr>
              <a:spAutoFit/>
            </a:bodyPr>
            <a:lstStyle/>
            <a:p>
              <a:pPr>
                <a:spcBef>
                  <a:spcPct val="50000"/>
                </a:spcBef>
              </a:pPr>
              <a:r>
                <a:rPr lang="en-US" sz="1600" b="1">
                  <a:solidFill>
                    <a:srgbClr val="000000"/>
                  </a:solidFill>
                  <a:latin typeface="Jester" pitchFamily="2" charset="0"/>
                </a:rPr>
                <a:t>Output Design</a:t>
              </a:r>
            </a:p>
          </p:txBody>
        </p:sp>
        <p:sp>
          <p:nvSpPr>
            <p:cNvPr id="1071" name="Text Box 175"/>
            <p:cNvSpPr txBox="1">
              <a:spLocks noChangeArrowheads="1"/>
            </p:cNvSpPr>
            <p:nvPr/>
          </p:nvSpPr>
          <p:spPr bwMode="auto">
            <a:xfrm>
              <a:off x="5430838" y="5653088"/>
              <a:ext cx="1828800" cy="336550"/>
            </a:xfrm>
            <a:prstGeom prst="rect">
              <a:avLst/>
            </a:prstGeom>
            <a:noFill/>
            <a:ln w="9525">
              <a:noFill/>
              <a:miter lim="800000"/>
              <a:headEnd/>
              <a:tailEnd/>
            </a:ln>
          </p:spPr>
          <p:txBody>
            <a:bodyPr>
              <a:spAutoFit/>
            </a:bodyPr>
            <a:lstStyle/>
            <a:p>
              <a:pPr fontAlgn="auto">
                <a:spcBef>
                  <a:spcPct val="50000"/>
                </a:spcBef>
                <a:spcAft>
                  <a:spcPts val="0"/>
                </a:spcAft>
                <a:defRPr/>
              </a:pPr>
              <a:r>
                <a:rPr lang="en-US" sz="1600" b="1" dirty="0">
                  <a:solidFill>
                    <a:schemeClr val="tx1">
                      <a:lumMod val="85000"/>
                      <a:lumOff val="15000"/>
                    </a:schemeClr>
                  </a:solidFill>
                  <a:latin typeface="Jester" pitchFamily="2" charset="0"/>
                </a:rPr>
                <a:t>Database Design</a:t>
              </a:r>
            </a:p>
          </p:txBody>
        </p:sp>
        <p:grpSp>
          <p:nvGrpSpPr>
            <p:cNvPr id="66606" name="Group 176"/>
            <p:cNvGrpSpPr>
              <a:grpSpLocks/>
            </p:cNvGrpSpPr>
            <p:nvPr/>
          </p:nvGrpSpPr>
          <p:grpSpPr bwMode="auto">
            <a:xfrm>
              <a:off x="3144838" y="3913188"/>
              <a:ext cx="1295400" cy="368300"/>
              <a:chOff x="912" y="2408"/>
              <a:chExt cx="960" cy="376"/>
            </a:xfrm>
          </p:grpSpPr>
          <p:sp>
            <p:nvSpPr>
              <p:cNvPr id="66628" name="Freeform 177"/>
              <p:cNvSpPr>
                <a:spLocks/>
              </p:cNvSpPr>
              <p:nvPr/>
            </p:nvSpPr>
            <p:spPr bwMode="auto">
              <a:xfrm>
                <a:off x="912" y="2408"/>
                <a:ext cx="720" cy="376"/>
              </a:xfrm>
              <a:custGeom>
                <a:avLst/>
                <a:gdLst>
                  <a:gd name="T0" fmla="*/ 720 w 720"/>
                  <a:gd name="T1" fmla="*/ 40 h 376"/>
                  <a:gd name="T2" fmla="*/ 432 w 720"/>
                  <a:gd name="T3" fmla="*/ 40 h 376"/>
                  <a:gd name="T4" fmla="*/ 96 w 720"/>
                  <a:gd name="T5" fmla="*/ 280 h 376"/>
                  <a:gd name="T6" fmla="*/ 0 w 720"/>
                  <a:gd name="T7" fmla="*/ 376 h 376"/>
                  <a:gd name="T8" fmla="*/ 0 60000 65536"/>
                  <a:gd name="T9" fmla="*/ 0 60000 65536"/>
                  <a:gd name="T10" fmla="*/ 0 60000 65536"/>
                  <a:gd name="T11" fmla="*/ 0 60000 65536"/>
                  <a:gd name="T12" fmla="*/ 0 w 720"/>
                  <a:gd name="T13" fmla="*/ 0 h 376"/>
                  <a:gd name="T14" fmla="*/ 720 w 720"/>
                  <a:gd name="T15" fmla="*/ 376 h 376"/>
                </a:gdLst>
                <a:ahLst/>
                <a:cxnLst>
                  <a:cxn ang="T8">
                    <a:pos x="T0" y="T1"/>
                  </a:cxn>
                  <a:cxn ang="T9">
                    <a:pos x="T2" y="T3"/>
                  </a:cxn>
                  <a:cxn ang="T10">
                    <a:pos x="T4" y="T5"/>
                  </a:cxn>
                  <a:cxn ang="T11">
                    <a:pos x="T6" y="T7"/>
                  </a:cxn>
                </a:cxnLst>
                <a:rect l="T12" t="T13" r="T14" b="T15"/>
                <a:pathLst>
                  <a:path w="720" h="376">
                    <a:moveTo>
                      <a:pt x="720" y="40"/>
                    </a:moveTo>
                    <a:cubicBezTo>
                      <a:pt x="628" y="20"/>
                      <a:pt x="536" y="0"/>
                      <a:pt x="432" y="40"/>
                    </a:cubicBezTo>
                    <a:cubicBezTo>
                      <a:pt x="328" y="80"/>
                      <a:pt x="168" y="224"/>
                      <a:pt x="96" y="280"/>
                    </a:cubicBezTo>
                    <a:cubicBezTo>
                      <a:pt x="24" y="336"/>
                      <a:pt x="12" y="356"/>
                      <a:pt x="0" y="376"/>
                    </a:cubicBezTo>
                  </a:path>
                </a:pathLst>
              </a:custGeom>
              <a:noFill/>
              <a:ln w="9525">
                <a:solidFill>
                  <a:schemeClr val="tx1"/>
                </a:solidFill>
                <a:round/>
                <a:headEnd/>
                <a:tailEnd/>
              </a:ln>
            </p:spPr>
            <p:txBody>
              <a:bodyPr wrap="none"/>
              <a:lstStyle/>
              <a:p>
                <a:endParaRPr lang="en-MY"/>
              </a:p>
            </p:txBody>
          </p:sp>
          <p:sp>
            <p:nvSpPr>
              <p:cNvPr id="66629" name="Freeform 178"/>
              <p:cNvSpPr>
                <a:spLocks/>
              </p:cNvSpPr>
              <p:nvPr/>
            </p:nvSpPr>
            <p:spPr bwMode="auto">
              <a:xfrm>
                <a:off x="1104" y="2496"/>
                <a:ext cx="768" cy="288"/>
              </a:xfrm>
              <a:custGeom>
                <a:avLst/>
                <a:gdLst>
                  <a:gd name="T0" fmla="*/ 768 w 768"/>
                  <a:gd name="T1" fmla="*/ 0 h 288"/>
                  <a:gd name="T2" fmla="*/ 624 w 768"/>
                  <a:gd name="T3" fmla="*/ 48 h 288"/>
                  <a:gd name="T4" fmla="*/ 384 w 768"/>
                  <a:gd name="T5" fmla="*/ 96 h 288"/>
                  <a:gd name="T6" fmla="*/ 0 w 768"/>
                  <a:gd name="T7" fmla="*/ 288 h 288"/>
                  <a:gd name="T8" fmla="*/ 0 60000 65536"/>
                  <a:gd name="T9" fmla="*/ 0 60000 65536"/>
                  <a:gd name="T10" fmla="*/ 0 60000 65536"/>
                  <a:gd name="T11" fmla="*/ 0 60000 65536"/>
                  <a:gd name="T12" fmla="*/ 0 w 768"/>
                  <a:gd name="T13" fmla="*/ 0 h 288"/>
                  <a:gd name="T14" fmla="*/ 768 w 768"/>
                  <a:gd name="T15" fmla="*/ 288 h 288"/>
                </a:gdLst>
                <a:ahLst/>
                <a:cxnLst>
                  <a:cxn ang="T8">
                    <a:pos x="T0" y="T1"/>
                  </a:cxn>
                  <a:cxn ang="T9">
                    <a:pos x="T2" y="T3"/>
                  </a:cxn>
                  <a:cxn ang="T10">
                    <a:pos x="T4" y="T5"/>
                  </a:cxn>
                  <a:cxn ang="T11">
                    <a:pos x="T6" y="T7"/>
                  </a:cxn>
                </a:cxnLst>
                <a:rect l="T12" t="T13" r="T14" b="T15"/>
                <a:pathLst>
                  <a:path w="768" h="288">
                    <a:moveTo>
                      <a:pt x="768" y="0"/>
                    </a:moveTo>
                    <a:cubicBezTo>
                      <a:pt x="728" y="16"/>
                      <a:pt x="688" y="32"/>
                      <a:pt x="624" y="48"/>
                    </a:cubicBezTo>
                    <a:cubicBezTo>
                      <a:pt x="560" y="64"/>
                      <a:pt x="488" y="56"/>
                      <a:pt x="384" y="96"/>
                    </a:cubicBezTo>
                    <a:cubicBezTo>
                      <a:pt x="280" y="136"/>
                      <a:pt x="140" y="212"/>
                      <a:pt x="0" y="288"/>
                    </a:cubicBezTo>
                  </a:path>
                </a:pathLst>
              </a:custGeom>
              <a:noFill/>
              <a:ln w="9525">
                <a:solidFill>
                  <a:schemeClr val="tx1"/>
                </a:solidFill>
                <a:round/>
                <a:headEnd/>
                <a:tailEnd/>
              </a:ln>
            </p:spPr>
            <p:txBody>
              <a:bodyPr wrap="none"/>
              <a:lstStyle/>
              <a:p>
                <a:endParaRPr lang="en-MY"/>
              </a:p>
            </p:txBody>
          </p:sp>
        </p:grpSp>
        <p:grpSp>
          <p:nvGrpSpPr>
            <p:cNvPr id="66607" name="Group 179"/>
            <p:cNvGrpSpPr>
              <a:grpSpLocks/>
            </p:cNvGrpSpPr>
            <p:nvPr/>
          </p:nvGrpSpPr>
          <p:grpSpPr bwMode="auto">
            <a:xfrm>
              <a:off x="3703638" y="4281488"/>
              <a:ext cx="660400" cy="533400"/>
              <a:chOff x="1440" y="2688"/>
              <a:chExt cx="416" cy="336"/>
            </a:xfrm>
          </p:grpSpPr>
          <p:sp>
            <p:nvSpPr>
              <p:cNvPr id="66626" name="Freeform 180"/>
              <p:cNvSpPr>
                <a:spLocks/>
              </p:cNvSpPr>
              <p:nvPr/>
            </p:nvSpPr>
            <p:spPr bwMode="auto">
              <a:xfrm>
                <a:off x="1440" y="2832"/>
                <a:ext cx="216" cy="192"/>
              </a:xfrm>
              <a:custGeom>
                <a:avLst/>
                <a:gdLst>
                  <a:gd name="T0" fmla="*/ 0 w 216"/>
                  <a:gd name="T1" fmla="*/ 0 h 192"/>
                  <a:gd name="T2" fmla="*/ 192 w 216"/>
                  <a:gd name="T3" fmla="*/ 48 h 192"/>
                  <a:gd name="T4" fmla="*/ 144 w 216"/>
                  <a:gd name="T5" fmla="*/ 192 h 192"/>
                  <a:gd name="T6" fmla="*/ 0 60000 65536"/>
                  <a:gd name="T7" fmla="*/ 0 60000 65536"/>
                  <a:gd name="T8" fmla="*/ 0 60000 65536"/>
                  <a:gd name="T9" fmla="*/ 0 w 216"/>
                  <a:gd name="T10" fmla="*/ 0 h 192"/>
                  <a:gd name="T11" fmla="*/ 216 w 216"/>
                  <a:gd name="T12" fmla="*/ 192 h 192"/>
                </a:gdLst>
                <a:ahLst/>
                <a:cxnLst>
                  <a:cxn ang="T6">
                    <a:pos x="T0" y="T1"/>
                  </a:cxn>
                  <a:cxn ang="T7">
                    <a:pos x="T2" y="T3"/>
                  </a:cxn>
                  <a:cxn ang="T8">
                    <a:pos x="T4" y="T5"/>
                  </a:cxn>
                </a:cxnLst>
                <a:rect l="T9" t="T10" r="T11" b="T12"/>
                <a:pathLst>
                  <a:path w="216" h="192">
                    <a:moveTo>
                      <a:pt x="0" y="0"/>
                    </a:moveTo>
                    <a:cubicBezTo>
                      <a:pt x="84" y="8"/>
                      <a:pt x="168" y="16"/>
                      <a:pt x="192" y="48"/>
                    </a:cubicBezTo>
                    <a:cubicBezTo>
                      <a:pt x="216" y="80"/>
                      <a:pt x="180" y="136"/>
                      <a:pt x="144" y="192"/>
                    </a:cubicBezTo>
                  </a:path>
                </a:pathLst>
              </a:custGeom>
              <a:noFill/>
              <a:ln w="9525">
                <a:solidFill>
                  <a:schemeClr val="tx1"/>
                </a:solidFill>
                <a:round/>
                <a:headEnd/>
                <a:tailEnd/>
              </a:ln>
            </p:spPr>
            <p:txBody>
              <a:bodyPr wrap="none"/>
              <a:lstStyle/>
              <a:p>
                <a:endParaRPr lang="en-MY"/>
              </a:p>
            </p:txBody>
          </p:sp>
          <p:sp>
            <p:nvSpPr>
              <p:cNvPr id="66627" name="Freeform 181"/>
              <p:cNvSpPr>
                <a:spLocks/>
              </p:cNvSpPr>
              <p:nvPr/>
            </p:nvSpPr>
            <p:spPr bwMode="auto">
              <a:xfrm>
                <a:off x="1536" y="2688"/>
                <a:ext cx="320" cy="336"/>
              </a:xfrm>
              <a:custGeom>
                <a:avLst/>
                <a:gdLst>
                  <a:gd name="T0" fmla="*/ 0 w 320"/>
                  <a:gd name="T1" fmla="*/ 48 h 336"/>
                  <a:gd name="T2" fmla="*/ 288 w 320"/>
                  <a:gd name="T3" fmla="*/ 48 h 336"/>
                  <a:gd name="T4" fmla="*/ 192 w 320"/>
                  <a:gd name="T5" fmla="*/ 336 h 336"/>
                  <a:gd name="T6" fmla="*/ 0 60000 65536"/>
                  <a:gd name="T7" fmla="*/ 0 60000 65536"/>
                  <a:gd name="T8" fmla="*/ 0 60000 65536"/>
                  <a:gd name="T9" fmla="*/ 0 w 320"/>
                  <a:gd name="T10" fmla="*/ 0 h 336"/>
                  <a:gd name="T11" fmla="*/ 320 w 320"/>
                  <a:gd name="T12" fmla="*/ 336 h 336"/>
                </a:gdLst>
                <a:ahLst/>
                <a:cxnLst>
                  <a:cxn ang="T6">
                    <a:pos x="T0" y="T1"/>
                  </a:cxn>
                  <a:cxn ang="T7">
                    <a:pos x="T2" y="T3"/>
                  </a:cxn>
                  <a:cxn ang="T8">
                    <a:pos x="T4" y="T5"/>
                  </a:cxn>
                </a:cxnLst>
                <a:rect l="T9" t="T10" r="T11" b="T12"/>
                <a:pathLst>
                  <a:path w="320" h="336">
                    <a:moveTo>
                      <a:pt x="0" y="48"/>
                    </a:moveTo>
                    <a:cubicBezTo>
                      <a:pt x="128" y="24"/>
                      <a:pt x="256" y="0"/>
                      <a:pt x="288" y="48"/>
                    </a:cubicBezTo>
                    <a:cubicBezTo>
                      <a:pt x="320" y="96"/>
                      <a:pt x="192" y="288"/>
                      <a:pt x="192" y="336"/>
                    </a:cubicBezTo>
                  </a:path>
                </a:pathLst>
              </a:custGeom>
              <a:noFill/>
              <a:ln w="9525">
                <a:solidFill>
                  <a:schemeClr val="tx1"/>
                </a:solidFill>
                <a:round/>
                <a:headEnd/>
                <a:tailEnd/>
              </a:ln>
            </p:spPr>
            <p:txBody>
              <a:bodyPr wrap="none"/>
              <a:lstStyle/>
              <a:p>
                <a:endParaRPr lang="en-MY"/>
              </a:p>
            </p:txBody>
          </p:sp>
        </p:grpSp>
        <p:sp>
          <p:nvSpPr>
            <p:cNvPr id="66608" name="Freeform 182"/>
            <p:cNvSpPr>
              <a:spLocks/>
            </p:cNvSpPr>
            <p:nvPr/>
          </p:nvSpPr>
          <p:spPr bwMode="auto">
            <a:xfrm>
              <a:off x="4495800" y="4787900"/>
              <a:ext cx="609600" cy="165100"/>
            </a:xfrm>
            <a:custGeom>
              <a:avLst/>
              <a:gdLst>
                <a:gd name="T0" fmla="*/ 0 w 384"/>
                <a:gd name="T1" fmla="*/ 56 h 104"/>
                <a:gd name="T2" fmla="*/ 192 w 384"/>
                <a:gd name="T3" fmla="*/ 8 h 104"/>
                <a:gd name="T4" fmla="*/ 384 w 384"/>
                <a:gd name="T5" fmla="*/ 104 h 104"/>
                <a:gd name="T6" fmla="*/ 0 60000 65536"/>
                <a:gd name="T7" fmla="*/ 0 60000 65536"/>
                <a:gd name="T8" fmla="*/ 0 60000 65536"/>
                <a:gd name="T9" fmla="*/ 0 w 384"/>
                <a:gd name="T10" fmla="*/ 0 h 104"/>
                <a:gd name="T11" fmla="*/ 384 w 384"/>
                <a:gd name="T12" fmla="*/ 104 h 104"/>
              </a:gdLst>
              <a:ahLst/>
              <a:cxnLst>
                <a:cxn ang="T6">
                  <a:pos x="T0" y="T1"/>
                </a:cxn>
                <a:cxn ang="T7">
                  <a:pos x="T2" y="T3"/>
                </a:cxn>
                <a:cxn ang="T8">
                  <a:pos x="T4" y="T5"/>
                </a:cxn>
              </a:cxnLst>
              <a:rect l="T9" t="T10" r="T11" b="T12"/>
              <a:pathLst>
                <a:path w="384" h="104">
                  <a:moveTo>
                    <a:pt x="0" y="56"/>
                  </a:moveTo>
                  <a:cubicBezTo>
                    <a:pt x="64" y="28"/>
                    <a:pt x="128" y="0"/>
                    <a:pt x="192" y="8"/>
                  </a:cubicBezTo>
                  <a:cubicBezTo>
                    <a:pt x="256" y="16"/>
                    <a:pt x="320" y="60"/>
                    <a:pt x="384" y="104"/>
                  </a:cubicBezTo>
                </a:path>
              </a:pathLst>
            </a:custGeom>
            <a:noFill/>
            <a:ln w="9525">
              <a:solidFill>
                <a:schemeClr val="tx1"/>
              </a:solidFill>
              <a:round/>
              <a:headEnd/>
              <a:tailEnd/>
            </a:ln>
          </p:spPr>
          <p:txBody>
            <a:bodyPr wrap="none"/>
            <a:lstStyle/>
            <a:p>
              <a:endParaRPr lang="en-MY"/>
            </a:p>
          </p:txBody>
        </p:sp>
        <p:sp>
          <p:nvSpPr>
            <p:cNvPr id="66609" name="Freeform 183"/>
            <p:cNvSpPr>
              <a:spLocks/>
            </p:cNvSpPr>
            <p:nvPr/>
          </p:nvSpPr>
          <p:spPr bwMode="auto">
            <a:xfrm>
              <a:off x="4364038" y="5043488"/>
              <a:ext cx="381000" cy="76200"/>
            </a:xfrm>
            <a:custGeom>
              <a:avLst/>
              <a:gdLst>
                <a:gd name="T0" fmla="*/ 0 w 240"/>
                <a:gd name="T1" fmla="*/ 48 h 48"/>
                <a:gd name="T2" fmla="*/ 192 w 240"/>
                <a:gd name="T3" fmla="*/ 0 h 48"/>
                <a:gd name="T4" fmla="*/ 240 w 240"/>
                <a:gd name="T5" fmla="*/ 48 h 48"/>
                <a:gd name="T6" fmla="*/ 0 60000 65536"/>
                <a:gd name="T7" fmla="*/ 0 60000 65536"/>
                <a:gd name="T8" fmla="*/ 0 60000 65536"/>
                <a:gd name="T9" fmla="*/ 0 w 240"/>
                <a:gd name="T10" fmla="*/ 0 h 48"/>
                <a:gd name="T11" fmla="*/ 240 w 240"/>
                <a:gd name="T12" fmla="*/ 48 h 48"/>
              </a:gdLst>
              <a:ahLst/>
              <a:cxnLst>
                <a:cxn ang="T6">
                  <a:pos x="T0" y="T1"/>
                </a:cxn>
                <a:cxn ang="T7">
                  <a:pos x="T2" y="T3"/>
                </a:cxn>
                <a:cxn ang="T8">
                  <a:pos x="T4" y="T5"/>
                </a:cxn>
              </a:cxnLst>
              <a:rect l="T9" t="T10" r="T11" b="T12"/>
              <a:pathLst>
                <a:path w="240" h="48">
                  <a:moveTo>
                    <a:pt x="0" y="48"/>
                  </a:moveTo>
                  <a:cubicBezTo>
                    <a:pt x="76" y="24"/>
                    <a:pt x="152" y="0"/>
                    <a:pt x="192" y="0"/>
                  </a:cubicBezTo>
                  <a:cubicBezTo>
                    <a:pt x="232" y="0"/>
                    <a:pt x="224" y="40"/>
                    <a:pt x="240" y="48"/>
                  </a:cubicBezTo>
                </a:path>
              </a:pathLst>
            </a:custGeom>
            <a:noFill/>
            <a:ln w="9525">
              <a:solidFill>
                <a:schemeClr val="tx1"/>
              </a:solidFill>
              <a:round/>
              <a:headEnd/>
              <a:tailEnd/>
            </a:ln>
          </p:spPr>
          <p:txBody>
            <a:bodyPr wrap="none"/>
            <a:lstStyle/>
            <a:p>
              <a:endParaRPr lang="en-MY"/>
            </a:p>
          </p:txBody>
        </p:sp>
        <p:sp>
          <p:nvSpPr>
            <p:cNvPr id="66610" name="Text Box 190"/>
            <p:cNvSpPr txBox="1">
              <a:spLocks noChangeArrowheads="1"/>
            </p:cNvSpPr>
            <p:nvPr/>
          </p:nvSpPr>
          <p:spPr bwMode="auto">
            <a:xfrm>
              <a:off x="1095375" y="4116388"/>
              <a:ext cx="2951163" cy="584200"/>
            </a:xfrm>
            <a:prstGeom prst="rect">
              <a:avLst/>
            </a:prstGeom>
            <a:noFill/>
            <a:ln w="9525">
              <a:noFill/>
              <a:miter lim="800000"/>
              <a:headEnd/>
              <a:tailEnd/>
            </a:ln>
          </p:spPr>
          <p:txBody>
            <a:bodyPr>
              <a:spAutoFit/>
            </a:bodyPr>
            <a:lstStyle/>
            <a:p>
              <a:pPr>
                <a:spcBef>
                  <a:spcPts val="0"/>
                </a:spcBef>
              </a:pPr>
              <a:r>
                <a:rPr lang="en-US" sz="1600" b="1" dirty="0">
                  <a:solidFill>
                    <a:srgbClr val="000000"/>
                  </a:solidFill>
                  <a:latin typeface="Jester" pitchFamily="2" charset="0"/>
                </a:rPr>
                <a:t>Process Design </a:t>
              </a:r>
            </a:p>
            <a:p>
              <a:pPr>
                <a:spcBef>
                  <a:spcPts val="0"/>
                </a:spcBef>
              </a:pPr>
              <a:r>
                <a:rPr lang="en-US" sz="1600" b="1" dirty="0">
                  <a:solidFill>
                    <a:srgbClr val="000000"/>
                  </a:solidFill>
                  <a:latin typeface="Jester" pitchFamily="2" charset="0"/>
                </a:rPr>
                <a:t>(Convert DFD to Str. Chart</a:t>
              </a:r>
            </a:p>
          </p:txBody>
        </p:sp>
        <p:sp>
          <p:nvSpPr>
            <p:cNvPr id="66611" name="Text Box 191"/>
            <p:cNvSpPr txBox="1">
              <a:spLocks noChangeArrowheads="1"/>
            </p:cNvSpPr>
            <p:nvPr/>
          </p:nvSpPr>
          <p:spPr bwMode="auto">
            <a:xfrm>
              <a:off x="5888038" y="5195888"/>
              <a:ext cx="1828800" cy="336550"/>
            </a:xfrm>
            <a:prstGeom prst="rect">
              <a:avLst/>
            </a:prstGeom>
            <a:noFill/>
            <a:ln w="9525">
              <a:noFill/>
              <a:miter lim="800000"/>
              <a:headEnd/>
              <a:tailEnd/>
            </a:ln>
          </p:spPr>
          <p:txBody>
            <a:bodyPr>
              <a:spAutoFit/>
            </a:bodyPr>
            <a:lstStyle/>
            <a:p>
              <a:pPr>
                <a:spcBef>
                  <a:spcPct val="50000"/>
                </a:spcBef>
              </a:pPr>
              <a:r>
                <a:rPr lang="en-US" sz="1600" b="1">
                  <a:solidFill>
                    <a:srgbClr val="000000"/>
                  </a:solidFill>
                  <a:latin typeface="Jester" pitchFamily="2" charset="0"/>
                </a:rPr>
                <a:t>Program Design</a:t>
              </a:r>
            </a:p>
          </p:txBody>
        </p:sp>
        <p:grpSp>
          <p:nvGrpSpPr>
            <p:cNvPr id="66612" name="Group 192"/>
            <p:cNvGrpSpPr>
              <a:grpSpLocks/>
            </p:cNvGrpSpPr>
            <p:nvPr/>
          </p:nvGrpSpPr>
          <p:grpSpPr bwMode="auto">
            <a:xfrm>
              <a:off x="7173916" y="5299076"/>
              <a:ext cx="865188" cy="533400"/>
              <a:chOff x="3594" y="3329"/>
              <a:chExt cx="545" cy="336"/>
            </a:xfrm>
          </p:grpSpPr>
          <p:sp>
            <p:nvSpPr>
              <p:cNvPr id="66624" name="Freeform 193"/>
              <p:cNvSpPr>
                <a:spLocks/>
              </p:cNvSpPr>
              <p:nvPr/>
            </p:nvSpPr>
            <p:spPr bwMode="auto">
              <a:xfrm>
                <a:off x="3594" y="3378"/>
                <a:ext cx="368" cy="192"/>
              </a:xfrm>
              <a:custGeom>
                <a:avLst/>
                <a:gdLst>
                  <a:gd name="T0" fmla="*/ 192 w 368"/>
                  <a:gd name="T1" fmla="*/ 0 h 192"/>
                  <a:gd name="T2" fmla="*/ 336 w 368"/>
                  <a:gd name="T3" fmla="*/ 96 h 192"/>
                  <a:gd name="T4" fmla="*/ 0 w 368"/>
                  <a:gd name="T5" fmla="*/ 192 h 192"/>
                  <a:gd name="T6" fmla="*/ 0 60000 65536"/>
                  <a:gd name="T7" fmla="*/ 0 60000 65536"/>
                  <a:gd name="T8" fmla="*/ 0 60000 65536"/>
                  <a:gd name="T9" fmla="*/ 0 w 368"/>
                  <a:gd name="T10" fmla="*/ 0 h 192"/>
                  <a:gd name="T11" fmla="*/ 368 w 368"/>
                  <a:gd name="T12" fmla="*/ 192 h 192"/>
                </a:gdLst>
                <a:ahLst/>
                <a:cxnLst>
                  <a:cxn ang="T6">
                    <a:pos x="T0" y="T1"/>
                  </a:cxn>
                  <a:cxn ang="T7">
                    <a:pos x="T2" y="T3"/>
                  </a:cxn>
                  <a:cxn ang="T8">
                    <a:pos x="T4" y="T5"/>
                  </a:cxn>
                </a:cxnLst>
                <a:rect l="T9" t="T10" r="T11" b="T12"/>
                <a:pathLst>
                  <a:path w="368" h="192">
                    <a:moveTo>
                      <a:pt x="192" y="0"/>
                    </a:moveTo>
                    <a:cubicBezTo>
                      <a:pt x="280" y="32"/>
                      <a:pt x="368" y="64"/>
                      <a:pt x="336" y="96"/>
                    </a:cubicBezTo>
                    <a:cubicBezTo>
                      <a:pt x="304" y="128"/>
                      <a:pt x="152" y="160"/>
                      <a:pt x="0" y="192"/>
                    </a:cubicBezTo>
                  </a:path>
                </a:pathLst>
              </a:custGeom>
              <a:noFill/>
              <a:ln w="9525">
                <a:solidFill>
                  <a:schemeClr val="tx1"/>
                </a:solidFill>
                <a:round/>
                <a:headEnd/>
                <a:tailEnd/>
              </a:ln>
            </p:spPr>
            <p:txBody>
              <a:bodyPr wrap="none"/>
              <a:lstStyle/>
              <a:p>
                <a:endParaRPr lang="en-MY"/>
              </a:p>
            </p:txBody>
          </p:sp>
          <p:sp>
            <p:nvSpPr>
              <p:cNvPr id="66625" name="Freeform 194"/>
              <p:cNvSpPr>
                <a:spLocks/>
              </p:cNvSpPr>
              <p:nvPr/>
            </p:nvSpPr>
            <p:spPr bwMode="auto">
              <a:xfrm>
                <a:off x="3699" y="3329"/>
                <a:ext cx="440" cy="336"/>
              </a:xfrm>
              <a:custGeom>
                <a:avLst/>
                <a:gdLst>
                  <a:gd name="T0" fmla="*/ 240 w 440"/>
                  <a:gd name="T1" fmla="*/ 0 h 336"/>
                  <a:gd name="T2" fmla="*/ 432 w 440"/>
                  <a:gd name="T3" fmla="*/ 96 h 336"/>
                  <a:gd name="T4" fmla="*/ 288 w 440"/>
                  <a:gd name="T5" fmla="*/ 192 h 336"/>
                  <a:gd name="T6" fmla="*/ 0 w 440"/>
                  <a:gd name="T7" fmla="*/ 336 h 336"/>
                  <a:gd name="T8" fmla="*/ 0 60000 65536"/>
                  <a:gd name="T9" fmla="*/ 0 60000 65536"/>
                  <a:gd name="T10" fmla="*/ 0 60000 65536"/>
                  <a:gd name="T11" fmla="*/ 0 60000 65536"/>
                  <a:gd name="T12" fmla="*/ 0 w 440"/>
                  <a:gd name="T13" fmla="*/ 0 h 336"/>
                  <a:gd name="T14" fmla="*/ 440 w 440"/>
                  <a:gd name="T15" fmla="*/ 336 h 336"/>
                </a:gdLst>
                <a:ahLst/>
                <a:cxnLst>
                  <a:cxn ang="T8">
                    <a:pos x="T0" y="T1"/>
                  </a:cxn>
                  <a:cxn ang="T9">
                    <a:pos x="T2" y="T3"/>
                  </a:cxn>
                  <a:cxn ang="T10">
                    <a:pos x="T4" y="T5"/>
                  </a:cxn>
                  <a:cxn ang="T11">
                    <a:pos x="T6" y="T7"/>
                  </a:cxn>
                </a:cxnLst>
                <a:rect l="T12" t="T13" r="T14" b="T15"/>
                <a:pathLst>
                  <a:path w="440" h="336">
                    <a:moveTo>
                      <a:pt x="240" y="0"/>
                    </a:moveTo>
                    <a:cubicBezTo>
                      <a:pt x="332" y="32"/>
                      <a:pt x="424" y="64"/>
                      <a:pt x="432" y="96"/>
                    </a:cubicBezTo>
                    <a:cubicBezTo>
                      <a:pt x="440" y="128"/>
                      <a:pt x="360" y="152"/>
                      <a:pt x="288" y="192"/>
                    </a:cubicBezTo>
                    <a:cubicBezTo>
                      <a:pt x="216" y="232"/>
                      <a:pt x="24" y="312"/>
                      <a:pt x="0" y="336"/>
                    </a:cubicBezTo>
                  </a:path>
                </a:pathLst>
              </a:custGeom>
              <a:noFill/>
              <a:ln w="9525">
                <a:solidFill>
                  <a:schemeClr val="tx1"/>
                </a:solidFill>
                <a:round/>
                <a:headEnd/>
                <a:tailEnd/>
              </a:ln>
            </p:spPr>
            <p:txBody>
              <a:bodyPr wrap="none"/>
              <a:lstStyle/>
              <a:p>
                <a:endParaRPr lang="en-MY"/>
              </a:p>
            </p:txBody>
          </p:sp>
        </p:grpSp>
        <p:grpSp>
          <p:nvGrpSpPr>
            <p:cNvPr id="66613" name="Group 195"/>
            <p:cNvGrpSpPr>
              <a:grpSpLocks/>
            </p:cNvGrpSpPr>
            <p:nvPr/>
          </p:nvGrpSpPr>
          <p:grpSpPr bwMode="auto">
            <a:xfrm>
              <a:off x="6650038" y="5768975"/>
              <a:ext cx="1295400" cy="428625"/>
              <a:chOff x="2544" y="3865"/>
              <a:chExt cx="1584" cy="270"/>
            </a:xfrm>
          </p:grpSpPr>
          <p:sp>
            <p:nvSpPr>
              <p:cNvPr id="66622" name="Freeform 196"/>
              <p:cNvSpPr>
                <a:spLocks/>
              </p:cNvSpPr>
              <p:nvPr/>
            </p:nvSpPr>
            <p:spPr bwMode="auto">
              <a:xfrm>
                <a:off x="2544" y="3865"/>
                <a:ext cx="1584" cy="216"/>
              </a:xfrm>
              <a:custGeom>
                <a:avLst/>
                <a:gdLst>
                  <a:gd name="T0" fmla="*/ 0 w 1584"/>
                  <a:gd name="T1" fmla="*/ 160 h 216"/>
                  <a:gd name="T2" fmla="*/ 240 w 1584"/>
                  <a:gd name="T3" fmla="*/ 208 h 216"/>
                  <a:gd name="T4" fmla="*/ 480 w 1584"/>
                  <a:gd name="T5" fmla="*/ 112 h 216"/>
                  <a:gd name="T6" fmla="*/ 720 w 1584"/>
                  <a:gd name="T7" fmla="*/ 112 h 216"/>
                  <a:gd name="T8" fmla="*/ 912 w 1584"/>
                  <a:gd name="T9" fmla="*/ 64 h 216"/>
                  <a:gd name="T10" fmla="*/ 1104 w 1584"/>
                  <a:gd name="T11" fmla="*/ 112 h 216"/>
                  <a:gd name="T12" fmla="*/ 1344 w 1584"/>
                  <a:gd name="T13" fmla="*/ 16 h 216"/>
                  <a:gd name="T14" fmla="*/ 1584 w 1584"/>
                  <a:gd name="T15" fmla="*/ 16 h 216"/>
                  <a:gd name="T16" fmla="*/ 0 60000 65536"/>
                  <a:gd name="T17" fmla="*/ 0 60000 65536"/>
                  <a:gd name="T18" fmla="*/ 0 60000 65536"/>
                  <a:gd name="T19" fmla="*/ 0 60000 65536"/>
                  <a:gd name="T20" fmla="*/ 0 60000 65536"/>
                  <a:gd name="T21" fmla="*/ 0 60000 65536"/>
                  <a:gd name="T22" fmla="*/ 0 60000 65536"/>
                  <a:gd name="T23" fmla="*/ 0 60000 65536"/>
                  <a:gd name="T24" fmla="*/ 0 w 1584"/>
                  <a:gd name="T25" fmla="*/ 0 h 216"/>
                  <a:gd name="T26" fmla="*/ 1584 w 1584"/>
                  <a:gd name="T27" fmla="*/ 216 h 21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584" h="216">
                    <a:moveTo>
                      <a:pt x="0" y="160"/>
                    </a:moveTo>
                    <a:cubicBezTo>
                      <a:pt x="80" y="188"/>
                      <a:pt x="160" y="216"/>
                      <a:pt x="240" y="208"/>
                    </a:cubicBezTo>
                    <a:cubicBezTo>
                      <a:pt x="320" y="200"/>
                      <a:pt x="400" y="128"/>
                      <a:pt x="480" y="112"/>
                    </a:cubicBezTo>
                    <a:cubicBezTo>
                      <a:pt x="560" y="96"/>
                      <a:pt x="648" y="120"/>
                      <a:pt x="720" y="112"/>
                    </a:cubicBezTo>
                    <a:cubicBezTo>
                      <a:pt x="792" y="104"/>
                      <a:pt x="848" y="64"/>
                      <a:pt x="912" y="64"/>
                    </a:cubicBezTo>
                    <a:cubicBezTo>
                      <a:pt x="976" y="64"/>
                      <a:pt x="1032" y="120"/>
                      <a:pt x="1104" y="112"/>
                    </a:cubicBezTo>
                    <a:cubicBezTo>
                      <a:pt x="1176" y="104"/>
                      <a:pt x="1264" y="32"/>
                      <a:pt x="1344" y="16"/>
                    </a:cubicBezTo>
                    <a:cubicBezTo>
                      <a:pt x="1424" y="0"/>
                      <a:pt x="1504" y="8"/>
                      <a:pt x="1584" y="16"/>
                    </a:cubicBezTo>
                  </a:path>
                </a:pathLst>
              </a:custGeom>
              <a:noFill/>
              <a:ln w="9525">
                <a:solidFill>
                  <a:schemeClr val="tx1"/>
                </a:solidFill>
                <a:round/>
                <a:headEnd/>
                <a:tailEnd/>
              </a:ln>
            </p:spPr>
            <p:txBody>
              <a:bodyPr wrap="none"/>
              <a:lstStyle/>
              <a:p>
                <a:endParaRPr lang="en-MY"/>
              </a:p>
            </p:txBody>
          </p:sp>
          <p:sp>
            <p:nvSpPr>
              <p:cNvPr id="66623" name="Freeform 197"/>
              <p:cNvSpPr>
                <a:spLocks/>
              </p:cNvSpPr>
              <p:nvPr/>
            </p:nvSpPr>
            <p:spPr bwMode="auto">
              <a:xfrm>
                <a:off x="2569" y="3951"/>
                <a:ext cx="1536" cy="184"/>
              </a:xfrm>
              <a:custGeom>
                <a:avLst/>
                <a:gdLst>
                  <a:gd name="T0" fmla="*/ 0 w 1536"/>
                  <a:gd name="T1" fmla="*/ 168 h 184"/>
                  <a:gd name="T2" fmla="*/ 240 w 1536"/>
                  <a:gd name="T3" fmla="*/ 168 h 184"/>
                  <a:gd name="T4" fmla="*/ 384 w 1536"/>
                  <a:gd name="T5" fmla="*/ 120 h 184"/>
                  <a:gd name="T6" fmla="*/ 624 w 1536"/>
                  <a:gd name="T7" fmla="*/ 120 h 184"/>
                  <a:gd name="T8" fmla="*/ 816 w 1536"/>
                  <a:gd name="T9" fmla="*/ 72 h 184"/>
                  <a:gd name="T10" fmla="*/ 1008 w 1536"/>
                  <a:gd name="T11" fmla="*/ 120 h 184"/>
                  <a:gd name="T12" fmla="*/ 1248 w 1536"/>
                  <a:gd name="T13" fmla="*/ 168 h 184"/>
                  <a:gd name="T14" fmla="*/ 1344 w 1536"/>
                  <a:gd name="T15" fmla="*/ 24 h 184"/>
                  <a:gd name="T16" fmla="*/ 1536 w 1536"/>
                  <a:gd name="T17" fmla="*/ 24 h 18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36"/>
                  <a:gd name="T28" fmla="*/ 0 h 184"/>
                  <a:gd name="T29" fmla="*/ 1536 w 1536"/>
                  <a:gd name="T30" fmla="*/ 184 h 184"/>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536" h="184">
                    <a:moveTo>
                      <a:pt x="0" y="168"/>
                    </a:moveTo>
                    <a:cubicBezTo>
                      <a:pt x="88" y="172"/>
                      <a:pt x="176" y="176"/>
                      <a:pt x="240" y="168"/>
                    </a:cubicBezTo>
                    <a:cubicBezTo>
                      <a:pt x="304" y="160"/>
                      <a:pt x="320" y="128"/>
                      <a:pt x="384" y="120"/>
                    </a:cubicBezTo>
                    <a:cubicBezTo>
                      <a:pt x="448" y="112"/>
                      <a:pt x="552" y="128"/>
                      <a:pt x="624" y="120"/>
                    </a:cubicBezTo>
                    <a:cubicBezTo>
                      <a:pt x="696" y="112"/>
                      <a:pt x="752" y="72"/>
                      <a:pt x="816" y="72"/>
                    </a:cubicBezTo>
                    <a:cubicBezTo>
                      <a:pt x="880" y="72"/>
                      <a:pt x="936" y="104"/>
                      <a:pt x="1008" y="120"/>
                    </a:cubicBezTo>
                    <a:cubicBezTo>
                      <a:pt x="1080" y="136"/>
                      <a:pt x="1192" y="184"/>
                      <a:pt x="1248" y="168"/>
                    </a:cubicBezTo>
                    <a:cubicBezTo>
                      <a:pt x="1304" y="152"/>
                      <a:pt x="1296" y="48"/>
                      <a:pt x="1344" y="24"/>
                    </a:cubicBezTo>
                    <a:cubicBezTo>
                      <a:pt x="1392" y="0"/>
                      <a:pt x="1464" y="12"/>
                      <a:pt x="1536" y="24"/>
                    </a:cubicBezTo>
                  </a:path>
                </a:pathLst>
              </a:custGeom>
              <a:noFill/>
              <a:ln w="9525">
                <a:solidFill>
                  <a:schemeClr val="tx1"/>
                </a:solidFill>
                <a:round/>
                <a:headEnd/>
                <a:tailEnd/>
              </a:ln>
            </p:spPr>
            <p:txBody>
              <a:bodyPr wrap="none"/>
              <a:lstStyle/>
              <a:p>
                <a:endParaRPr lang="en-MY"/>
              </a:p>
            </p:txBody>
          </p:sp>
        </p:grpSp>
        <p:grpSp>
          <p:nvGrpSpPr>
            <p:cNvPr id="66614" name="Group 198"/>
            <p:cNvGrpSpPr>
              <a:grpSpLocks/>
            </p:cNvGrpSpPr>
            <p:nvPr/>
          </p:nvGrpSpPr>
          <p:grpSpPr bwMode="auto">
            <a:xfrm>
              <a:off x="8555038" y="5170488"/>
              <a:ext cx="762000" cy="863600"/>
              <a:chOff x="4464" y="3248"/>
              <a:chExt cx="480" cy="544"/>
            </a:xfrm>
          </p:grpSpPr>
          <p:sp>
            <p:nvSpPr>
              <p:cNvPr id="66620" name="Freeform 199"/>
              <p:cNvSpPr>
                <a:spLocks/>
              </p:cNvSpPr>
              <p:nvPr/>
            </p:nvSpPr>
            <p:spPr bwMode="auto">
              <a:xfrm>
                <a:off x="4464" y="3312"/>
                <a:ext cx="368" cy="432"/>
              </a:xfrm>
              <a:custGeom>
                <a:avLst/>
                <a:gdLst>
                  <a:gd name="T0" fmla="*/ 192 w 368"/>
                  <a:gd name="T1" fmla="*/ 102 h 576"/>
                  <a:gd name="T2" fmla="*/ 288 w 368"/>
                  <a:gd name="T3" fmla="*/ 68 h 576"/>
                  <a:gd name="T4" fmla="*/ 192 w 368"/>
                  <a:gd name="T5" fmla="*/ 51 h 576"/>
                  <a:gd name="T6" fmla="*/ 336 w 368"/>
                  <a:gd name="T7" fmla="*/ 26 h 576"/>
                  <a:gd name="T8" fmla="*/ 0 w 368"/>
                  <a:gd name="T9" fmla="*/ 0 h 576"/>
                  <a:gd name="T10" fmla="*/ 0 60000 65536"/>
                  <a:gd name="T11" fmla="*/ 0 60000 65536"/>
                  <a:gd name="T12" fmla="*/ 0 60000 65536"/>
                  <a:gd name="T13" fmla="*/ 0 60000 65536"/>
                  <a:gd name="T14" fmla="*/ 0 60000 65536"/>
                  <a:gd name="T15" fmla="*/ 0 w 368"/>
                  <a:gd name="T16" fmla="*/ 0 h 576"/>
                  <a:gd name="T17" fmla="*/ 368 w 368"/>
                  <a:gd name="T18" fmla="*/ 576 h 576"/>
                </a:gdLst>
                <a:ahLst/>
                <a:cxnLst>
                  <a:cxn ang="T10">
                    <a:pos x="T0" y="T1"/>
                  </a:cxn>
                  <a:cxn ang="T11">
                    <a:pos x="T2" y="T3"/>
                  </a:cxn>
                  <a:cxn ang="T12">
                    <a:pos x="T4" y="T5"/>
                  </a:cxn>
                  <a:cxn ang="T13">
                    <a:pos x="T6" y="T7"/>
                  </a:cxn>
                  <a:cxn ang="T14">
                    <a:pos x="T8" y="T9"/>
                  </a:cxn>
                </a:cxnLst>
                <a:rect l="T15" t="T16" r="T17" b="T18"/>
                <a:pathLst>
                  <a:path w="368" h="576">
                    <a:moveTo>
                      <a:pt x="192" y="576"/>
                    </a:moveTo>
                    <a:cubicBezTo>
                      <a:pt x="240" y="504"/>
                      <a:pt x="288" y="432"/>
                      <a:pt x="288" y="384"/>
                    </a:cubicBezTo>
                    <a:cubicBezTo>
                      <a:pt x="288" y="336"/>
                      <a:pt x="184" y="328"/>
                      <a:pt x="192" y="288"/>
                    </a:cubicBezTo>
                    <a:cubicBezTo>
                      <a:pt x="200" y="248"/>
                      <a:pt x="368" y="192"/>
                      <a:pt x="336" y="144"/>
                    </a:cubicBezTo>
                    <a:cubicBezTo>
                      <a:pt x="304" y="96"/>
                      <a:pt x="152" y="48"/>
                      <a:pt x="0" y="0"/>
                    </a:cubicBezTo>
                  </a:path>
                </a:pathLst>
              </a:custGeom>
              <a:noFill/>
              <a:ln w="9525">
                <a:solidFill>
                  <a:schemeClr val="tx1"/>
                </a:solidFill>
                <a:round/>
                <a:headEnd/>
                <a:tailEnd/>
              </a:ln>
            </p:spPr>
            <p:txBody>
              <a:bodyPr wrap="none"/>
              <a:lstStyle/>
              <a:p>
                <a:endParaRPr lang="en-MY"/>
              </a:p>
            </p:txBody>
          </p:sp>
          <p:sp>
            <p:nvSpPr>
              <p:cNvPr id="66621" name="Freeform 200"/>
              <p:cNvSpPr>
                <a:spLocks/>
              </p:cNvSpPr>
              <p:nvPr/>
            </p:nvSpPr>
            <p:spPr bwMode="auto">
              <a:xfrm>
                <a:off x="4800" y="3248"/>
                <a:ext cx="144" cy="544"/>
              </a:xfrm>
              <a:custGeom>
                <a:avLst/>
                <a:gdLst>
                  <a:gd name="T0" fmla="*/ 2 w 176"/>
                  <a:gd name="T1" fmla="*/ 168 h 688"/>
                  <a:gd name="T2" fmla="*/ 31 w 176"/>
                  <a:gd name="T3" fmla="*/ 109 h 688"/>
                  <a:gd name="T4" fmla="*/ 2 w 176"/>
                  <a:gd name="T5" fmla="*/ 86 h 688"/>
                  <a:gd name="T6" fmla="*/ 46 w 176"/>
                  <a:gd name="T7" fmla="*/ 51 h 688"/>
                  <a:gd name="T8" fmla="*/ 46 w 176"/>
                  <a:gd name="T9" fmla="*/ 16 h 688"/>
                  <a:gd name="T10" fmla="*/ 0 60000 65536"/>
                  <a:gd name="T11" fmla="*/ 0 60000 65536"/>
                  <a:gd name="T12" fmla="*/ 0 60000 65536"/>
                  <a:gd name="T13" fmla="*/ 0 60000 65536"/>
                  <a:gd name="T14" fmla="*/ 0 60000 65536"/>
                  <a:gd name="T15" fmla="*/ 0 w 176"/>
                  <a:gd name="T16" fmla="*/ 0 h 688"/>
                  <a:gd name="T17" fmla="*/ 176 w 176"/>
                  <a:gd name="T18" fmla="*/ 688 h 688"/>
                </a:gdLst>
                <a:ahLst/>
                <a:cxnLst>
                  <a:cxn ang="T10">
                    <a:pos x="T0" y="T1"/>
                  </a:cxn>
                  <a:cxn ang="T11">
                    <a:pos x="T2" y="T3"/>
                  </a:cxn>
                  <a:cxn ang="T12">
                    <a:pos x="T4" y="T5"/>
                  </a:cxn>
                  <a:cxn ang="T13">
                    <a:pos x="T6" y="T7"/>
                  </a:cxn>
                  <a:cxn ang="T14">
                    <a:pos x="T8" y="T9"/>
                  </a:cxn>
                </a:cxnLst>
                <a:rect l="T15" t="T16" r="T17" b="T18"/>
                <a:pathLst>
                  <a:path w="176" h="688">
                    <a:moveTo>
                      <a:pt x="8" y="688"/>
                    </a:moveTo>
                    <a:cubicBezTo>
                      <a:pt x="56" y="596"/>
                      <a:pt x="104" y="504"/>
                      <a:pt x="104" y="448"/>
                    </a:cubicBezTo>
                    <a:cubicBezTo>
                      <a:pt x="104" y="392"/>
                      <a:pt x="0" y="392"/>
                      <a:pt x="8" y="352"/>
                    </a:cubicBezTo>
                    <a:cubicBezTo>
                      <a:pt x="16" y="312"/>
                      <a:pt x="128" y="256"/>
                      <a:pt x="152" y="208"/>
                    </a:cubicBezTo>
                    <a:cubicBezTo>
                      <a:pt x="176" y="160"/>
                      <a:pt x="48" y="0"/>
                      <a:pt x="152" y="64"/>
                    </a:cubicBezTo>
                  </a:path>
                </a:pathLst>
              </a:custGeom>
              <a:noFill/>
              <a:ln w="9525">
                <a:solidFill>
                  <a:schemeClr val="tx1"/>
                </a:solidFill>
                <a:round/>
                <a:headEnd/>
                <a:tailEnd/>
              </a:ln>
            </p:spPr>
            <p:txBody>
              <a:bodyPr wrap="none"/>
              <a:lstStyle/>
              <a:p>
                <a:endParaRPr lang="en-MY"/>
              </a:p>
            </p:txBody>
          </p:sp>
        </p:grpSp>
        <p:grpSp>
          <p:nvGrpSpPr>
            <p:cNvPr id="66615" name="Group 201"/>
            <p:cNvGrpSpPr>
              <a:grpSpLocks/>
            </p:cNvGrpSpPr>
            <p:nvPr/>
          </p:nvGrpSpPr>
          <p:grpSpPr bwMode="auto">
            <a:xfrm>
              <a:off x="9748838" y="5195888"/>
              <a:ext cx="787400" cy="762000"/>
              <a:chOff x="5216" y="3264"/>
              <a:chExt cx="496" cy="480"/>
            </a:xfrm>
          </p:grpSpPr>
          <p:sp>
            <p:nvSpPr>
              <p:cNvPr id="66618" name="Freeform 202"/>
              <p:cNvSpPr>
                <a:spLocks/>
              </p:cNvSpPr>
              <p:nvPr/>
            </p:nvSpPr>
            <p:spPr bwMode="auto">
              <a:xfrm>
                <a:off x="5216" y="3312"/>
                <a:ext cx="320" cy="432"/>
              </a:xfrm>
              <a:custGeom>
                <a:avLst/>
                <a:gdLst>
                  <a:gd name="T0" fmla="*/ 16 w 320"/>
                  <a:gd name="T1" fmla="*/ 0 h 432"/>
                  <a:gd name="T2" fmla="*/ 160 w 320"/>
                  <a:gd name="T3" fmla="*/ 48 h 432"/>
                  <a:gd name="T4" fmla="*/ 16 w 320"/>
                  <a:gd name="T5" fmla="*/ 96 h 432"/>
                  <a:gd name="T6" fmla="*/ 256 w 320"/>
                  <a:gd name="T7" fmla="*/ 192 h 432"/>
                  <a:gd name="T8" fmla="*/ 64 w 320"/>
                  <a:gd name="T9" fmla="*/ 240 h 432"/>
                  <a:gd name="T10" fmla="*/ 304 w 320"/>
                  <a:gd name="T11" fmla="*/ 240 h 432"/>
                  <a:gd name="T12" fmla="*/ 160 w 320"/>
                  <a:gd name="T13" fmla="*/ 432 h 432"/>
                  <a:gd name="T14" fmla="*/ 0 60000 65536"/>
                  <a:gd name="T15" fmla="*/ 0 60000 65536"/>
                  <a:gd name="T16" fmla="*/ 0 60000 65536"/>
                  <a:gd name="T17" fmla="*/ 0 60000 65536"/>
                  <a:gd name="T18" fmla="*/ 0 60000 65536"/>
                  <a:gd name="T19" fmla="*/ 0 60000 65536"/>
                  <a:gd name="T20" fmla="*/ 0 60000 65536"/>
                  <a:gd name="T21" fmla="*/ 0 w 320"/>
                  <a:gd name="T22" fmla="*/ 0 h 432"/>
                  <a:gd name="T23" fmla="*/ 320 w 320"/>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20" h="432">
                    <a:moveTo>
                      <a:pt x="16" y="0"/>
                    </a:moveTo>
                    <a:cubicBezTo>
                      <a:pt x="88" y="16"/>
                      <a:pt x="160" y="32"/>
                      <a:pt x="160" y="48"/>
                    </a:cubicBezTo>
                    <a:cubicBezTo>
                      <a:pt x="160" y="64"/>
                      <a:pt x="0" y="72"/>
                      <a:pt x="16" y="96"/>
                    </a:cubicBezTo>
                    <a:cubicBezTo>
                      <a:pt x="32" y="120"/>
                      <a:pt x="248" y="168"/>
                      <a:pt x="256" y="192"/>
                    </a:cubicBezTo>
                    <a:cubicBezTo>
                      <a:pt x="264" y="216"/>
                      <a:pt x="56" y="232"/>
                      <a:pt x="64" y="240"/>
                    </a:cubicBezTo>
                    <a:cubicBezTo>
                      <a:pt x="72" y="248"/>
                      <a:pt x="288" y="208"/>
                      <a:pt x="304" y="240"/>
                    </a:cubicBezTo>
                    <a:cubicBezTo>
                      <a:pt x="320" y="272"/>
                      <a:pt x="240" y="352"/>
                      <a:pt x="160" y="432"/>
                    </a:cubicBezTo>
                  </a:path>
                </a:pathLst>
              </a:custGeom>
              <a:noFill/>
              <a:ln w="9525">
                <a:solidFill>
                  <a:schemeClr val="tx1"/>
                </a:solidFill>
                <a:round/>
                <a:headEnd/>
                <a:tailEnd/>
              </a:ln>
            </p:spPr>
            <p:txBody>
              <a:bodyPr wrap="none"/>
              <a:lstStyle/>
              <a:p>
                <a:endParaRPr lang="en-MY"/>
              </a:p>
            </p:txBody>
          </p:sp>
          <p:sp>
            <p:nvSpPr>
              <p:cNvPr id="66619" name="Freeform 203"/>
              <p:cNvSpPr>
                <a:spLocks/>
              </p:cNvSpPr>
              <p:nvPr/>
            </p:nvSpPr>
            <p:spPr bwMode="auto">
              <a:xfrm>
                <a:off x="5472" y="3264"/>
                <a:ext cx="240" cy="480"/>
              </a:xfrm>
              <a:custGeom>
                <a:avLst/>
                <a:gdLst>
                  <a:gd name="T0" fmla="*/ 0 w 240"/>
                  <a:gd name="T1" fmla="*/ 0 h 480"/>
                  <a:gd name="T2" fmla="*/ 96 w 240"/>
                  <a:gd name="T3" fmla="*/ 48 h 480"/>
                  <a:gd name="T4" fmla="*/ 144 w 240"/>
                  <a:gd name="T5" fmla="*/ 96 h 480"/>
                  <a:gd name="T6" fmla="*/ 48 w 240"/>
                  <a:gd name="T7" fmla="*/ 96 h 480"/>
                  <a:gd name="T8" fmla="*/ 144 w 240"/>
                  <a:gd name="T9" fmla="*/ 192 h 480"/>
                  <a:gd name="T10" fmla="*/ 96 w 240"/>
                  <a:gd name="T11" fmla="*/ 240 h 480"/>
                  <a:gd name="T12" fmla="*/ 240 w 240"/>
                  <a:gd name="T13" fmla="*/ 336 h 480"/>
                  <a:gd name="T14" fmla="*/ 96 w 240"/>
                  <a:gd name="T15" fmla="*/ 480 h 480"/>
                  <a:gd name="T16" fmla="*/ 0 60000 65536"/>
                  <a:gd name="T17" fmla="*/ 0 60000 65536"/>
                  <a:gd name="T18" fmla="*/ 0 60000 65536"/>
                  <a:gd name="T19" fmla="*/ 0 60000 65536"/>
                  <a:gd name="T20" fmla="*/ 0 60000 65536"/>
                  <a:gd name="T21" fmla="*/ 0 60000 65536"/>
                  <a:gd name="T22" fmla="*/ 0 60000 65536"/>
                  <a:gd name="T23" fmla="*/ 0 60000 65536"/>
                  <a:gd name="T24" fmla="*/ 0 w 240"/>
                  <a:gd name="T25" fmla="*/ 0 h 480"/>
                  <a:gd name="T26" fmla="*/ 240 w 240"/>
                  <a:gd name="T27" fmla="*/ 480 h 48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40" h="480">
                    <a:moveTo>
                      <a:pt x="0" y="0"/>
                    </a:moveTo>
                    <a:cubicBezTo>
                      <a:pt x="36" y="16"/>
                      <a:pt x="72" y="32"/>
                      <a:pt x="96" y="48"/>
                    </a:cubicBezTo>
                    <a:cubicBezTo>
                      <a:pt x="120" y="64"/>
                      <a:pt x="152" y="88"/>
                      <a:pt x="144" y="96"/>
                    </a:cubicBezTo>
                    <a:cubicBezTo>
                      <a:pt x="136" y="104"/>
                      <a:pt x="48" y="80"/>
                      <a:pt x="48" y="96"/>
                    </a:cubicBezTo>
                    <a:cubicBezTo>
                      <a:pt x="48" y="112"/>
                      <a:pt x="136" y="168"/>
                      <a:pt x="144" y="192"/>
                    </a:cubicBezTo>
                    <a:cubicBezTo>
                      <a:pt x="152" y="216"/>
                      <a:pt x="80" y="216"/>
                      <a:pt x="96" y="240"/>
                    </a:cubicBezTo>
                    <a:cubicBezTo>
                      <a:pt x="112" y="264"/>
                      <a:pt x="240" y="296"/>
                      <a:pt x="240" y="336"/>
                    </a:cubicBezTo>
                    <a:cubicBezTo>
                      <a:pt x="240" y="376"/>
                      <a:pt x="168" y="428"/>
                      <a:pt x="96" y="480"/>
                    </a:cubicBezTo>
                  </a:path>
                </a:pathLst>
              </a:custGeom>
              <a:noFill/>
              <a:ln w="9525">
                <a:solidFill>
                  <a:schemeClr val="tx1"/>
                </a:solidFill>
                <a:round/>
                <a:headEnd/>
                <a:tailEnd/>
              </a:ln>
            </p:spPr>
            <p:txBody>
              <a:bodyPr wrap="none"/>
              <a:lstStyle/>
              <a:p>
                <a:endParaRPr lang="en-MY"/>
              </a:p>
            </p:txBody>
          </p:sp>
        </p:grpSp>
        <p:sp>
          <p:nvSpPr>
            <p:cNvPr id="66616" name="Freeform 204"/>
            <p:cNvSpPr>
              <a:spLocks/>
            </p:cNvSpPr>
            <p:nvPr/>
          </p:nvSpPr>
          <p:spPr bwMode="auto">
            <a:xfrm>
              <a:off x="5486400" y="4838700"/>
              <a:ext cx="1524000" cy="266700"/>
            </a:xfrm>
            <a:custGeom>
              <a:avLst/>
              <a:gdLst>
                <a:gd name="T0" fmla="*/ 0 w 960"/>
                <a:gd name="T1" fmla="*/ 120 h 168"/>
                <a:gd name="T2" fmla="*/ 192 w 960"/>
                <a:gd name="T3" fmla="*/ 24 h 168"/>
                <a:gd name="T4" fmla="*/ 432 w 960"/>
                <a:gd name="T5" fmla="*/ 24 h 168"/>
                <a:gd name="T6" fmla="*/ 624 w 960"/>
                <a:gd name="T7" fmla="*/ 24 h 168"/>
                <a:gd name="T8" fmla="*/ 960 w 960"/>
                <a:gd name="T9" fmla="*/ 168 h 168"/>
                <a:gd name="T10" fmla="*/ 0 60000 65536"/>
                <a:gd name="T11" fmla="*/ 0 60000 65536"/>
                <a:gd name="T12" fmla="*/ 0 60000 65536"/>
                <a:gd name="T13" fmla="*/ 0 60000 65536"/>
                <a:gd name="T14" fmla="*/ 0 60000 65536"/>
                <a:gd name="T15" fmla="*/ 0 w 960"/>
                <a:gd name="T16" fmla="*/ 0 h 168"/>
                <a:gd name="T17" fmla="*/ 960 w 960"/>
                <a:gd name="T18" fmla="*/ 168 h 168"/>
              </a:gdLst>
              <a:ahLst/>
              <a:cxnLst>
                <a:cxn ang="T10">
                  <a:pos x="T0" y="T1"/>
                </a:cxn>
                <a:cxn ang="T11">
                  <a:pos x="T2" y="T3"/>
                </a:cxn>
                <a:cxn ang="T12">
                  <a:pos x="T4" y="T5"/>
                </a:cxn>
                <a:cxn ang="T13">
                  <a:pos x="T6" y="T7"/>
                </a:cxn>
                <a:cxn ang="T14">
                  <a:pos x="T8" y="T9"/>
                </a:cxn>
              </a:cxnLst>
              <a:rect l="T15" t="T16" r="T17" b="T18"/>
              <a:pathLst>
                <a:path w="960" h="168">
                  <a:moveTo>
                    <a:pt x="0" y="120"/>
                  </a:moveTo>
                  <a:cubicBezTo>
                    <a:pt x="60" y="80"/>
                    <a:pt x="120" y="40"/>
                    <a:pt x="192" y="24"/>
                  </a:cubicBezTo>
                  <a:cubicBezTo>
                    <a:pt x="264" y="8"/>
                    <a:pt x="360" y="24"/>
                    <a:pt x="432" y="24"/>
                  </a:cubicBezTo>
                  <a:cubicBezTo>
                    <a:pt x="504" y="24"/>
                    <a:pt x="536" y="0"/>
                    <a:pt x="624" y="24"/>
                  </a:cubicBezTo>
                  <a:cubicBezTo>
                    <a:pt x="712" y="48"/>
                    <a:pt x="836" y="108"/>
                    <a:pt x="960" y="168"/>
                  </a:cubicBezTo>
                </a:path>
              </a:pathLst>
            </a:custGeom>
            <a:noFill/>
            <a:ln w="9525">
              <a:solidFill>
                <a:schemeClr val="tx1"/>
              </a:solidFill>
              <a:round/>
              <a:headEnd/>
              <a:tailEnd/>
            </a:ln>
          </p:spPr>
          <p:txBody>
            <a:bodyPr wrap="none"/>
            <a:lstStyle/>
            <a:p>
              <a:endParaRPr lang="en-MY"/>
            </a:p>
          </p:txBody>
        </p:sp>
        <p:sp>
          <p:nvSpPr>
            <p:cNvPr id="66617" name="Freeform 205"/>
            <p:cNvSpPr>
              <a:spLocks/>
            </p:cNvSpPr>
            <p:nvPr/>
          </p:nvSpPr>
          <p:spPr bwMode="auto">
            <a:xfrm>
              <a:off x="5562600" y="4991100"/>
              <a:ext cx="990600" cy="266700"/>
            </a:xfrm>
            <a:custGeom>
              <a:avLst/>
              <a:gdLst>
                <a:gd name="T0" fmla="*/ 0 w 624"/>
                <a:gd name="T1" fmla="*/ 168 h 168"/>
                <a:gd name="T2" fmla="*/ 192 w 624"/>
                <a:gd name="T3" fmla="*/ 24 h 168"/>
                <a:gd name="T4" fmla="*/ 480 w 624"/>
                <a:gd name="T5" fmla="*/ 24 h 168"/>
                <a:gd name="T6" fmla="*/ 624 w 624"/>
                <a:gd name="T7" fmla="*/ 120 h 168"/>
                <a:gd name="T8" fmla="*/ 0 60000 65536"/>
                <a:gd name="T9" fmla="*/ 0 60000 65536"/>
                <a:gd name="T10" fmla="*/ 0 60000 65536"/>
                <a:gd name="T11" fmla="*/ 0 60000 65536"/>
                <a:gd name="T12" fmla="*/ 0 w 624"/>
                <a:gd name="T13" fmla="*/ 0 h 168"/>
                <a:gd name="T14" fmla="*/ 624 w 624"/>
                <a:gd name="T15" fmla="*/ 168 h 168"/>
              </a:gdLst>
              <a:ahLst/>
              <a:cxnLst>
                <a:cxn ang="T8">
                  <a:pos x="T0" y="T1"/>
                </a:cxn>
                <a:cxn ang="T9">
                  <a:pos x="T2" y="T3"/>
                </a:cxn>
                <a:cxn ang="T10">
                  <a:pos x="T4" y="T5"/>
                </a:cxn>
                <a:cxn ang="T11">
                  <a:pos x="T6" y="T7"/>
                </a:cxn>
              </a:cxnLst>
              <a:rect l="T12" t="T13" r="T14" b="T15"/>
              <a:pathLst>
                <a:path w="624" h="168">
                  <a:moveTo>
                    <a:pt x="0" y="168"/>
                  </a:moveTo>
                  <a:cubicBezTo>
                    <a:pt x="56" y="108"/>
                    <a:pt x="112" y="48"/>
                    <a:pt x="192" y="24"/>
                  </a:cubicBezTo>
                  <a:cubicBezTo>
                    <a:pt x="272" y="0"/>
                    <a:pt x="408" y="8"/>
                    <a:pt x="480" y="24"/>
                  </a:cubicBezTo>
                  <a:cubicBezTo>
                    <a:pt x="552" y="40"/>
                    <a:pt x="588" y="80"/>
                    <a:pt x="624" y="120"/>
                  </a:cubicBezTo>
                </a:path>
              </a:pathLst>
            </a:custGeom>
            <a:noFill/>
            <a:ln w="9525">
              <a:solidFill>
                <a:schemeClr val="tx1"/>
              </a:solidFill>
              <a:round/>
              <a:headEnd/>
              <a:tailEnd/>
            </a:ln>
          </p:spPr>
          <p:txBody>
            <a:bodyPr wrap="none"/>
            <a:lstStyle/>
            <a:p>
              <a:endParaRPr lang="en-MY"/>
            </a:p>
          </p:txBody>
        </p:sp>
      </p:grpSp>
      <p:sp>
        <p:nvSpPr>
          <p:cNvPr id="66563" name="Text Box 206"/>
          <p:cNvSpPr txBox="1">
            <a:spLocks noChangeArrowheads="1"/>
          </p:cNvSpPr>
          <p:nvPr/>
        </p:nvSpPr>
        <p:spPr bwMode="auto">
          <a:xfrm>
            <a:off x="6324600" y="4267201"/>
            <a:ext cx="1600200" cy="830263"/>
          </a:xfrm>
          <a:prstGeom prst="rect">
            <a:avLst/>
          </a:prstGeom>
          <a:noFill/>
          <a:ln w="9525">
            <a:noFill/>
            <a:miter lim="800000"/>
            <a:headEnd/>
            <a:tailEnd/>
          </a:ln>
        </p:spPr>
        <p:txBody>
          <a:bodyPr>
            <a:spAutoFit/>
          </a:bodyPr>
          <a:lstStyle/>
          <a:p>
            <a:pPr>
              <a:spcBef>
                <a:spcPct val="50000"/>
              </a:spcBef>
            </a:pPr>
            <a:r>
              <a:rPr lang="en-US" sz="1600" b="1">
                <a:solidFill>
                  <a:srgbClr val="FF6600"/>
                </a:solidFill>
                <a:latin typeface="Jester" pitchFamily="2" charset="0"/>
              </a:rPr>
              <a:t>Probl. Definition Report – first mile stone</a:t>
            </a:r>
          </a:p>
        </p:txBody>
      </p:sp>
      <p:sp>
        <p:nvSpPr>
          <p:cNvPr id="66564" name="Text Box 207"/>
          <p:cNvSpPr txBox="1">
            <a:spLocks noChangeArrowheads="1"/>
          </p:cNvSpPr>
          <p:nvPr/>
        </p:nvSpPr>
        <p:spPr bwMode="auto">
          <a:xfrm>
            <a:off x="5656184" y="5964238"/>
            <a:ext cx="2667000" cy="584775"/>
          </a:xfrm>
          <a:prstGeom prst="rect">
            <a:avLst/>
          </a:prstGeom>
          <a:noFill/>
          <a:ln w="9525">
            <a:noFill/>
            <a:miter lim="800000"/>
            <a:headEnd/>
            <a:tailEnd/>
          </a:ln>
        </p:spPr>
        <p:txBody>
          <a:bodyPr>
            <a:spAutoFit/>
          </a:bodyPr>
          <a:lstStyle/>
          <a:p>
            <a:pPr>
              <a:spcBef>
                <a:spcPct val="50000"/>
              </a:spcBef>
            </a:pPr>
            <a:r>
              <a:rPr lang="en-US" sz="1600" b="1" dirty="0">
                <a:solidFill>
                  <a:srgbClr val="000000"/>
                </a:solidFill>
                <a:latin typeface="Jester" pitchFamily="2" charset="0"/>
              </a:rPr>
              <a:t>Design spec Report 2</a:t>
            </a:r>
            <a:r>
              <a:rPr lang="en-US" sz="1600" b="1" baseline="30000" dirty="0">
                <a:solidFill>
                  <a:srgbClr val="000000"/>
                </a:solidFill>
                <a:latin typeface="Jester" pitchFamily="2" charset="0"/>
              </a:rPr>
              <a:t>nd</a:t>
            </a:r>
            <a:r>
              <a:rPr lang="en-US" sz="1600" b="1" dirty="0">
                <a:solidFill>
                  <a:srgbClr val="000000"/>
                </a:solidFill>
                <a:latin typeface="Jester" pitchFamily="2" charset="0"/>
              </a:rPr>
              <a:t> milestone</a:t>
            </a:r>
          </a:p>
        </p:txBody>
      </p:sp>
      <p:sp>
        <p:nvSpPr>
          <p:cNvPr id="202" name="Slide Number Placeholder 201"/>
          <p:cNvSpPr>
            <a:spLocks noGrp="1"/>
          </p:cNvSpPr>
          <p:nvPr>
            <p:ph type="sldNum" sz="quarter" idx="12"/>
          </p:nvPr>
        </p:nvSpPr>
        <p:spPr/>
        <p:txBody>
          <a:bodyPr/>
          <a:lstStyle/>
          <a:p>
            <a:pPr>
              <a:defRPr/>
            </a:pPr>
            <a:fld id="{A7514B2B-DAD7-42CE-A255-1ED1D4D3CA61}" type="slidenum">
              <a:rPr lang="en-MY" smtClean="0"/>
              <a:pPr>
                <a:defRPr/>
              </a:pPr>
              <a:t>66</a:t>
            </a:fld>
            <a:endParaRPr lang="en-MY" dirty="0"/>
          </a:p>
        </p:txBody>
      </p:sp>
      <p:sp>
        <p:nvSpPr>
          <p:cNvPr id="205" name="Title 1">
            <a:extLst>
              <a:ext uri="{FF2B5EF4-FFF2-40B4-BE49-F238E27FC236}">
                <a16:creationId xmlns:a16="http://schemas.microsoft.com/office/drawing/2014/main" id="{8FADA886-BE8A-294A-964C-CD281E3E8672}"/>
              </a:ext>
            </a:extLst>
          </p:cNvPr>
          <p:cNvSpPr txBox="1">
            <a:spLocks noChangeArrowheads="1"/>
          </p:cNvSpPr>
          <p:nvPr/>
        </p:nvSpPr>
        <p:spPr bwMode="auto">
          <a:xfrm rot="16200000">
            <a:off x="-2158113" y="2229086"/>
            <a:ext cx="6841909" cy="23837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gn="ctr">
              <a:lnSpc>
                <a:spcPct val="90000"/>
              </a:lnSpc>
            </a:pPr>
            <a:r>
              <a:rPr lang="en-US" altLang="en-US" sz="4400" b="1" dirty="0">
                <a:solidFill>
                  <a:srgbClr val="840F3E"/>
                </a:solidFill>
                <a:latin typeface="Calibri Light" panose="020F0302020204030204" pitchFamily="34" charset="0"/>
              </a:rPr>
              <a:t>OVERALL PICTURE OF SYSTEM ANALYSIS &amp; DESIGN</a:t>
            </a:r>
          </a:p>
        </p:txBody>
      </p:sp>
    </p:spTree>
    <p:extLst>
      <p:ext uri="{BB962C8B-B14F-4D97-AF65-F5344CB8AC3E}">
        <p14:creationId xmlns:p14="http://schemas.microsoft.com/office/powerpoint/2010/main" val="3152255188"/>
      </p:ext>
    </p:extLst>
  </p:cSld>
  <p:clrMapOvr>
    <a:masterClrMapping/>
  </p:clrMapOvr>
  <mc:AlternateContent xmlns:mc="http://schemas.openxmlformats.org/markup-compatibility/2006" xmlns:p14="http://schemas.microsoft.com/office/powerpoint/2010/main">
    <mc:Choice Requires="p14">
      <p:transition spd="slow" p14:dur="2000" advTm="16966"/>
    </mc:Choice>
    <mc:Fallback xmlns="">
      <p:transition spd="slow" advTm="16966"/>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7C40D79F-C51A-4C08-8074-211DC6804BF5}" type="slidenum">
              <a:rPr lang="en-MY" smtClean="0"/>
              <a:pPr>
                <a:defRPr/>
              </a:pPr>
              <a:t>67</a:t>
            </a:fld>
            <a:endParaRPr lang="en-MY" dirty="0"/>
          </a:p>
        </p:txBody>
      </p:sp>
      <p:sp>
        <p:nvSpPr>
          <p:cNvPr id="67587" name="Content Placeholder 2"/>
          <p:cNvSpPr>
            <a:spLocks noGrp="1"/>
          </p:cNvSpPr>
          <p:nvPr>
            <p:ph idx="4294967295"/>
          </p:nvPr>
        </p:nvSpPr>
        <p:spPr>
          <a:xfrm>
            <a:off x="585626" y="1300381"/>
            <a:ext cx="11273929" cy="4929188"/>
          </a:xfrm>
        </p:spPr>
        <p:txBody>
          <a:bodyPr/>
          <a:lstStyle/>
          <a:p>
            <a:r>
              <a:rPr lang="en-GB" dirty="0"/>
              <a:t>Kendall, K.E. &amp; Kendall, J.E., 2014. </a:t>
            </a:r>
            <a:r>
              <a:rPr lang="en-GB" i="1" dirty="0"/>
              <a:t>System Analysis and Design</a:t>
            </a:r>
            <a:r>
              <a:rPr lang="en-GB" dirty="0"/>
              <a:t>. 9</a:t>
            </a:r>
            <a:r>
              <a:rPr lang="en-GB" baseline="30000" dirty="0"/>
              <a:t>th</a:t>
            </a:r>
            <a:r>
              <a:rPr lang="en-GB" dirty="0"/>
              <a:t> Ed. </a:t>
            </a:r>
            <a:r>
              <a:rPr lang="en-GB" dirty="0" err="1"/>
              <a:t>Essex:Pearson</a:t>
            </a:r>
            <a:r>
              <a:rPr lang="en-GB" dirty="0"/>
              <a:t>. </a:t>
            </a:r>
          </a:p>
        </p:txBody>
      </p:sp>
      <p:sp>
        <p:nvSpPr>
          <p:cNvPr id="5" name="Title 1">
            <a:extLst>
              <a:ext uri="{FF2B5EF4-FFF2-40B4-BE49-F238E27FC236}">
                <a16:creationId xmlns:a16="http://schemas.microsoft.com/office/drawing/2014/main" id="{2B5F81F7-FD5C-8949-AB83-956FDFEB5DF8}"/>
              </a:ext>
            </a:extLst>
          </p:cNvPr>
          <p:cNvSpPr txBox="1">
            <a:spLocks noChangeArrowheads="1"/>
          </p:cNvSpPr>
          <p:nvPr/>
        </p:nvSpPr>
        <p:spPr bwMode="auto">
          <a:xfrm>
            <a:off x="332444" y="628431"/>
            <a:ext cx="11859556"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defRPr>
            </a:lvl9pPr>
          </a:lstStyle>
          <a:p>
            <a:pPr>
              <a:lnSpc>
                <a:spcPct val="90000"/>
              </a:lnSpc>
            </a:pPr>
            <a:r>
              <a:rPr lang="en-US" sz="5400" b="1">
                <a:solidFill>
                  <a:srgbClr val="840F3E"/>
                </a:solidFill>
              </a:rPr>
              <a:t>REFERENCES</a:t>
            </a:r>
            <a:endParaRPr lang="en-US" altLang="en-US" sz="5400" b="1" dirty="0">
              <a:solidFill>
                <a:srgbClr val="840F3E"/>
              </a:solidFill>
              <a:latin typeface="Calibri Light" panose="020F0302020204030204" pitchFamily="34" charset="0"/>
            </a:endParaRPr>
          </a:p>
        </p:txBody>
      </p:sp>
    </p:spTree>
    <p:extLst>
      <p:ext uri="{BB962C8B-B14F-4D97-AF65-F5344CB8AC3E}">
        <p14:creationId xmlns:p14="http://schemas.microsoft.com/office/powerpoint/2010/main" val="227779905"/>
      </p:ext>
    </p:extLst>
  </p:cSld>
  <p:clrMapOvr>
    <a:masterClrMapping/>
  </p:clrMapOvr>
  <mc:AlternateContent xmlns:mc="http://schemas.openxmlformats.org/markup-compatibility/2006" xmlns:p14="http://schemas.microsoft.com/office/powerpoint/2010/main">
    <mc:Choice Requires="p14">
      <p:transition spd="slow" p14:dur="2000" advTm="15679"/>
    </mc:Choice>
    <mc:Fallback xmlns="">
      <p:transition spd="slow" advTm="15679"/>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058E49C-3DC6-3C4E-8EFA-1D2712FFDE6F}"/>
              </a:ext>
            </a:extLst>
          </p:cNvPr>
          <p:cNvSpPr txBox="1"/>
          <p:nvPr/>
        </p:nvSpPr>
        <p:spPr>
          <a:xfrm>
            <a:off x="9952234" y="4485029"/>
            <a:ext cx="2239766" cy="246221"/>
          </a:xfrm>
          <a:prstGeom prst="rect">
            <a:avLst/>
          </a:prstGeom>
          <a:noFill/>
        </p:spPr>
        <p:txBody>
          <a:bodyPr wrap="square" rtlCol="0">
            <a:spAutoFit/>
          </a:bodyPr>
          <a:lstStyle/>
          <a:p>
            <a:pPr algn="r"/>
            <a:r>
              <a:rPr lang="en-US" sz="1000" dirty="0">
                <a:solidFill>
                  <a:schemeClr val="bg1"/>
                </a:solidFill>
              </a:rPr>
              <a:t>update: August 2019 (</a:t>
            </a:r>
            <a:r>
              <a:rPr lang="en-US" sz="1000" dirty="0" err="1">
                <a:solidFill>
                  <a:schemeClr val="bg1"/>
                </a:solidFill>
              </a:rPr>
              <a:t>sharinhh</a:t>
            </a:r>
            <a:r>
              <a:rPr lang="en-US" sz="1000" dirty="0">
                <a:solidFill>
                  <a:schemeClr val="bg1"/>
                </a:solidFill>
              </a:rPr>
              <a:t>)</a:t>
            </a:r>
          </a:p>
        </p:txBody>
      </p:sp>
    </p:spTree>
    <p:extLst>
      <p:ext uri="{BB962C8B-B14F-4D97-AF65-F5344CB8AC3E}">
        <p14:creationId xmlns:p14="http://schemas.microsoft.com/office/powerpoint/2010/main" val="1789187918"/>
      </p:ext>
    </p:extLst>
  </p:cSld>
  <p:clrMapOvr>
    <a:masterClrMapping/>
  </p:clrMapOvr>
  <mc:AlternateContent xmlns:mc="http://schemas.openxmlformats.org/markup-compatibility/2006" xmlns:p14="http://schemas.microsoft.com/office/powerpoint/2010/main">
    <mc:Choice Requires="p14">
      <p:transition spd="slow" p14:dur="2000" advTm="12908"/>
    </mc:Choice>
    <mc:Fallback xmlns="">
      <p:transition spd="slow" advTm="12908"/>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429</TotalTime>
  <Words>5132</Words>
  <Application>Microsoft Office PowerPoint</Application>
  <PresentationFormat>Widescreen</PresentationFormat>
  <Paragraphs>808</Paragraphs>
  <Slides>68</Slides>
  <Notes>49</Notes>
  <HiddenSlides>0</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1</vt:i4>
      </vt:variant>
      <vt:variant>
        <vt:lpstr>Slide Titles</vt:lpstr>
      </vt:variant>
      <vt:variant>
        <vt:i4>68</vt:i4>
      </vt:variant>
    </vt:vector>
  </HeadingPairs>
  <TitlesOfParts>
    <vt:vector size="79" baseType="lpstr">
      <vt:lpstr>Arial</vt:lpstr>
      <vt:lpstr>Britannic Bold</vt:lpstr>
      <vt:lpstr>Calibri</vt:lpstr>
      <vt:lpstr>Calibri Light</vt:lpstr>
      <vt:lpstr>Jester</vt:lpstr>
      <vt:lpstr>Tahoma</vt:lpstr>
      <vt:lpstr>Times New Roman</vt:lpstr>
      <vt:lpstr>Verdana</vt:lpstr>
      <vt:lpstr>Wingdings</vt:lpstr>
      <vt:lpstr>Office Theme</vt:lpstr>
      <vt:lpstr>Clip</vt:lpstr>
      <vt:lpstr>PowerPoint Presentation</vt:lpstr>
      <vt:lpstr>PART 1</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Systems analysts need to be aware that integrating technologies affects all types of systems.</vt:lpstr>
      <vt:lpstr>PowerPoint Presentation</vt:lpstr>
      <vt:lpstr>PowerPoint Presentation</vt:lpstr>
      <vt:lpstr>PowerPoint Presentation</vt:lpstr>
      <vt:lpstr>PowerPoint Presentation</vt:lpstr>
      <vt:lpstr>PART 2</vt:lpstr>
      <vt:lpstr>PowerPoint Presentation</vt:lpstr>
      <vt:lpstr>PowerPoint Presentation</vt:lpstr>
      <vt:lpstr>PowerPoint Presentation</vt:lpstr>
      <vt:lpstr>SYSTEM DEVELOPMENT LIFE CYCLE (SDLC)</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Figure 1.4 Some researchers estimate that the amount of time spent on systems maintenance may be as much as 60 percent of the total time spent on systems projects</vt:lpstr>
      <vt:lpstr>PowerPoint Presentation</vt:lpstr>
      <vt:lpstr>PowerPoint Presentation</vt:lpstr>
      <vt:lpstr>PART 3</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sharin</dc:creator>
  <cp:lastModifiedBy>MUHAMMAD ALIIF BIN AHMAD</cp:lastModifiedBy>
  <cp:revision>23</cp:revision>
  <dcterms:created xsi:type="dcterms:W3CDTF">2019-08-14T06:48:07Z</dcterms:created>
  <dcterms:modified xsi:type="dcterms:W3CDTF">2020-10-16T06:12:41Z</dcterms:modified>
</cp:coreProperties>
</file>